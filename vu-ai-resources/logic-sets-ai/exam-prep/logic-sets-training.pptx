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  <p:sldMasterId id="2147483664" r:id="rId2"/>
  </p:sldMasterIdLst>
  <p:notesMasterIdLst>
    <p:notesMasterId r:id="rId68"/>
  </p:notesMasterIdLst>
  <p:sldIdLst>
    <p:sldId id="256" r:id="rId3"/>
    <p:sldId id="411" r:id="rId4"/>
    <p:sldId id="258" r:id="rId5"/>
    <p:sldId id="361" r:id="rId6"/>
    <p:sldId id="304" r:id="rId7"/>
    <p:sldId id="413" r:id="rId8"/>
    <p:sldId id="414" r:id="rId9"/>
    <p:sldId id="505" r:id="rId10"/>
    <p:sldId id="412" r:id="rId11"/>
    <p:sldId id="494" r:id="rId12"/>
    <p:sldId id="506" r:id="rId13"/>
    <p:sldId id="368" r:id="rId14"/>
    <p:sldId id="369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70" r:id="rId25"/>
    <p:sldId id="371" r:id="rId26"/>
    <p:sldId id="497" r:id="rId27"/>
    <p:sldId id="498" r:id="rId28"/>
    <p:sldId id="499" r:id="rId29"/>
    <p:sldId id="345" r:id="rId30"/>
    <p:sldId id="502" r:id="rId31"/>
    <p:sldId id="501" r:id="rId32"/>
    <p:sldId id="442" r:id="rId33"/>
    <p:sldId id="500" r:id="rId34"/>
    <p:sldId id="509" r:id="rId35"/>
    <p:sldId id="507" r:id="rId36"/>
    <p:sldId id="421" r:id="rId37"/>
    <p:sldId id="420" r:id="rId38"/>
    <p:sldId id="278" r:id="rId39"/>
    <p:sldId id="279" r:id="rId40"/>
    <p:sldId id="280" r:id="rId41"/>
    <p:sldId id="284" r:id="rId42"/>
    <p:sldId id="285" r:id="rId43"/>
    <p:sldId id="281" r:id="rId44"/>
    <p:sldId id="282" r:id="rId45"/>
    <p:sldId id="436" r:id="rId46"/>
    <p:sldId id="503" r:id="rId47"/>
    <p:sldId id="289" r:id="rId48"/>
    <p:sldId id="290" r:id="rId49"/>
    <p:sldId id="291" r:id="rId50"/>
    <p:sldId id="292" r:id="rId51"/>
    <p:sldId id="293" r:id="rId52"/>
    <p:sldId id="495" r:id="rId53"/>
    <p:sldId id="262" r:id="rId54"/>
    <p:sldId id="263" r:id="rId55"/>
    <p:sldId id="417" r:id="rId56"/>
    <p:sldId id="294" r:id="rId57"/>
    <p:sldId id="433" r:id="rId58"/>
    <p:sldId id="432" r:id="rId59"/>
    <p:sldId id="434" r:id="rId60"/>
    <p:sldId id="435" r:id="rId61"/>
    <p:sldId id="504" r:id="rId62"/>
    <p:sldId id="508" r:id="rId63"/>
    <p:sldId id="444" r:id="rId64"/>
    <p:sldId id="445" r:id="rId65"/>
    <p:sldId id="446" r:id="rId66"/>
    <p:sldId id="447" r:id="rId67"/>
  </p:sldIdLst>
  <p:sldSz cx="12192000" cy="6858000"/>
  <p:notesSz cx="6858000" cy="9144000"/>
  <p:embeddedFontLst>
    <p:embeddedFont>
      <p:font typeface="Helvetica Neue" panose="02000503000000020004" pitchFamily="2" charset="0"/>
      <p:regular r:id="rId69"/>
      <p:bold r:id="rId70"/>
      <p:italic r:id="rId71"/>
      <p:boldItalic r:id="rId72"/>
    </p:embeddedFont>
    <p:embeddedFont>
      <p:font typeface="Helvetica Neue Light" panose="02000403000000020004" pitchFamily="2" charset="0"/>
      <p:regular r:id="rId73"/>
      <p:bold r:id="rId74"/>
      <p:italic r:id="rId75"/>
      <p:boldItalic r:id="rId76"/>
    </p:embeddedFont>
    <p:embeddedFont>
      <p:font typeface="Tahoma" panose="020B0604030504040204" pitchFamily="34" charset="0"/>
      <p:regular r:id="rId77"/>
      <p:bold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3CE2F5-580E-4D22-B5F0-E4C82F3221F8}">
          <p14:sldIdLst>
            <p14:sldId id="256"/>
            <p14:sldId id="411"/>
            <p14:sldId id="258"/>
            <p14:sldId id="361"/>
            <p14:sldId id="304"/>
            <p14:sldId id="413"/>
            <p14:sldId id="414"/>
            <p14:sldId id="505"/>
            <p14:sldId id="412"/>
            <p14:sldId id="494"/>
            <p14:sldId id="506"/>
            <p14:sldId id="368"/>
            <p14:sldId id="369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70"/>
            <p14:sldId id="371"/>
            <p14:sldId id="497"/>
            <p14:sldId id="498"/>
            <p14:sldId id="499"/>
            <p14:sldId id="345"/>
            <p14:sldId id="502"/>
            <p14:sldId id="501"/>
            <p14:sldId id="442"/>
            <p14:sldId id="500"/>
            <p14:sldId id="509"/>
            <p14:sldId id="507"/>
            <p14:sldId id="421"/>
            <p14:sldId id="420"/>
            <p14:sldId id="278"/>
            <p14:sldId id="279"/>
            <p14:sldId id="280"/>
            <p14:sldId id="284"/>
            <p14:sldId id="285"/>
            <p14:sldId id="281"/>
            <p14:sldId id="282"/>
            <p14:sldId id="436"/>
            <p14:sldId id="503"/>
            <p14:sldId id="289"/>
            <p14:sldId id="290"/>
            <p14:sldId id="291"/>
            <p14:sldId id="292"/>
            <p14:sldId id="293"/>
            <p14:sldId id="495"/>
            <p14:sldId id="262"/>
            <p14:sldId id="263"/>
            <p14:sldId id="417"/>
            <p14:sldId id="294"/>
            <p14:sldId id="433"/>
            <p14:sldId id="432"/>
            <p14:sldId id="434"/>
            <p14:sldId id="435"/>
            <p14:sldId id="504"/>
            <p14:sldId id="508"/>
            <p14:sldId id="444"/>
            <p14:sldId id="445"/>
            <p14:sldId id="446"/>
            <p14:sldId id="4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" initials="" lastIdx="1" clrIdx="0"/>
  <p:cmAuthor id="1" name="Isa Telman" initials="IT" lastIdx="11" clrIdx="1">
    <p:extLst>
      <p:ext uri="{19B8F6BF-5375-455C-9EA6-DF929625EA0E}">
        <p15:presenceInfo xmlns:p15="http://schemas.microsoft.com/office/powerpoint/2012/main" userId="6df42d7adca4160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85C0"/>
    <a:srgbClr val="CBC2DC"/>
    <a:srgbClr val="FFFFFF"/>
    <a:srgbClr val="8E0000"/>
    <a:srgbClr val="E3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5D8AB-C644-464C-B2ED-E70B414A630B}" v="476" dt="2025-10-14T14:24:04.414"/>
    <p1510:client id="{EA14BCE9-3561-8C41-B1FE-9DBC9EF8E17D}" v="7" dt="2025-10-13T16:59:27.340"/>
  </p1510:revLst>
</p1510:revInfo>
</file>

<file path=ppt/tableStyles.xml><?xml version="1.0" encoding="utf-8"?>
<a:tblStyleLst xmlns:a="http://schemas.openxmlformats.org/drawingml/2006/main" def="{FFE8E43F-8308-4475-9F6C-679A68BC7A49}">
  <a:tblStyle styleId="{FFE8E43F-8308-4475-9F6C-679A68BC7A4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0"/>
  </p:normalViewPr>
  <p:slideViewPr>
    <p:cSldViewPr snapToGrid="0">
      <p:cViewPr varScale="1">
        <p:scale>
          <a:sx n="118" d="100"/>
          <a:sy n="118" d="100"/>
        </p:scale>
        <p:origin x="4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notesMaster" Target="notesMasters/notesMaster1.xml"/><Relationship Id="rId84" Type="http://schemas.microsoft.com/office/2015/10/relationships/revisionInfo" Target="revisionInfo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6.fntdata"/><Relationship Id="rId79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4.fntdata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8.fntdata"/><Relationship Id="rId7" Type="http://schemas.openxmlformats.org/officeDocument/2006/relationships/slide" Target="slides/slide5.xml"/><Relationship Id="rId71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30T21:41:11.663" idx="1">
    <p:pos x="6000" y="0"/>
    <p:text>Maak de QR-code aan op: http://qr-code-generator.com
-Athena Studies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2" name="Google Shape;78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8" name="Google Shape;78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4" name="Google Shape;79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1" name="Google Shape;80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7" name="Google Shape;80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3" name="Google Shape;813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9" name="Google Shape;81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5" name="Google Shape;825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1" name="Google Shape;83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3" name="Google Shape;843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DCBC9959-1E2C-40A6-7627-0546A2DE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9:notes">
            <a:extLst>
              <a:ext uri="{FF2B5EF4-FFF2-40B4-BE49-F238E27FC236}">
                <a16:creationId xmlns:a16="http://schemas.microsoft.com/office/drawing/2014/main" id="{5327824B-9E23-6DD7-9A83-80995485A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3" name="Google Shape;843;p79:notes">
            <a:extLst>
              <a:ext uri="{FF2B5EF4-FFF2-40B4-BE49-F238E27FC236}">
                <a16:creationId xmlns:a16="http://schemas.microsoft.com/office/drawing/2014/main" id="{9EE7D7A4-6EDE-F49D-034E-7232AE836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60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BFDFBF39-7876-D317-0984-943E0062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9:notes">
            <a:extLst>
              <a:ext uri="{FF2B5EF4-FFF2-40B4-BE49-F238E27FC236}">
                <a16:creationId xmlns:a16="http://schemas.microsoft.com/office/drawing/2014/main" id="{A7C3C09D-66E8-6D54-E150-BDF5AA1CC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3" name="Google Shape;843;p79:notes">
            <a:extLst>
              <a:ext uri="{FF2B5EF4-FFF2-40B4-BE49-F238E27FC236}">
                <a16:creationId xmlns:a16="http://schemas.microsoft.com/office/drawing/2014/main" id="{C7BC3549-B7BE-B7CC-99CD-DEADAAE94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25701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528D21CF-64BF-F0B3-59DA-14925B4B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>
            <a:extLst>
              <a:ext uri="{FF2B5EF4-FFF2-40B4-BE49-F238E27FC236}">
                <a16:creationId xmlns:a16="http://schemas.microsoft.com/office/drawing/2014/main" id="{A4FD6AA8-4732-559D-DB24-0F96C986E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4" name="Google Shape;364;p28:notes">
            <a:extLst>
              <a:ext uri="{FF2B5EF4-FFF2-40B4-BE49-F238E27FC236}">
                <a16:creationId xmlns:a16="http://schemas.microsoft.com/office/drawing/2014/main" id="{06667E43-4151-88EA-5994-1F272442A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684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7" name="Google Shape;42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2" name="Google Shape;44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6E778E6F-210F-D3D2-637F-FCC2A4E6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>
            <a:extLst>
              <a:ext uri="{FF2B5EF4-FFF2-40B4-BE49-F238E27FC236}">
                <a16:creationId xmlns:a16="http://schemas.microsoft.com/office/drawing/2014/main" id="{5DEC0FC6-EACF-6E5D-0695-75F32F209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>
            <a:extLst>
              <a:ext uri="{FF2B5EF4-FFF2-40B4-BE49-F238E27FC236}">
                <a16:creationId xmlns:a16="http://schemas.microsoft.com/office/drawing/2014/main" id="{FF5353CB-323D-EAFE-0826-BD88D2527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75176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E19CA51D-8C50-29FC-7E64-693EACB7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>
            <a:extLst>
              <a:ext uri="{FF2B5EF4-FFF2-40B4-BE49-F238E27FC236}">
                <a16:creationId xmlns:a16="http://schemas.microsoft.com/office/drawing/2014/main" id="{5938B4E0-C772-5D14-51D3-85F733200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>
            <a:extLst>
              <a:ext uri="{FF2B5EF4-FFF2-40B4-BE49-F238E27FC236}">
                <a16:creationId xmlns:a16="http://schemas.microsoft.com/office/drawing/2014/main" id="{92881FD3-DB9F-B7C8-9411-3C95688F1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69122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571AD0DA-E29C-5F52-F7AC-4A32D979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>
            <a:extLst>
              <a:ext uri="{FF2B5EF4-FFF2-40B4-BE49-F238E27FC236}">
                <a16:creationId xmlns:a16="http://schemas.microsoft.com/office/drawing/2014/main" id="{3AE5A71C-FB84-A6FB-5DDC-53B08AD19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>
            <a:extLst>
              <a:ext uri="{FF2B5EF4-FFF2-40B4-BE49-F238E27FC236}">
                <a16:creationId xmlns:a16="http://schemas.microsoft.com/office/drawing/2014/main" id="{C4D72453-B381-84ED-B27C-274EDFA0B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95404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C2E35FF8-E3E0-58D0-DE81-5BB734F5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>
            <a:extLst>
              <a:ext uri="{FF2B5EF4-FFF2-40B4-BE49-F238E27FC236}">
                <a16:creationId xmlns:a16="http://schemas.microsoft.com/office/drawing/2014/main" id="{9D52F9DC-3B65-1B2F-1CD7-A3908AC55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>
            <a:extLst>
              <a:ext uri="{FF2B5EF4-FFF2-40B4-BE49-F238E27FC236}">
                <a16:creationId xmlns:a16="http://schemas.microsoft.com/office/drawing/2014/main" id="{5FF6CA67-192E-1726-AE4F-C466FD753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41757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70545DF1-7479-C924-2FD6-9B1AB9EF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>
            <a:extLst>
              <a:ext uri="{FF2B5EF4-FFF2-40B4-BE49-F238E27FC236}">
                <a16:creationId xmlns:a16="http://schemas.microsoft.com/office/drawing/2014/main" id="{7C5C95E7-CB51-510D-A5FF-5AEB60CDA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40:notes">
            <a:extLst>
              <a:ext uri="{FF2B5EF4-FFF2-40B4-BE49-F238E27FC236}">
                <a16:creationId xmlns:a16="http://schemas.microsoft.com/office/drawing/2014/main" id="{FD673C4B-ED04-ABE8-9289-724C6B3A9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040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orpagina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524000" y="139421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Helvetica Neue Light"/>
              <a:buNone/>
              <a:defRPr sz="54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524000" y="387389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e ben ik">
  <p:cSld name="Wie ben i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625202" y="3370817"/>
            <a:ext cx="5208449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719197" y="5622157"/>
            <a:ext cx="3350246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  <a:defRPr sz="2400" b="0" i="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3"/>
          </p:nvPr>
        </p:nvSpPr>
        <p:spPr>
          <a:xfrm>
            <a:off x="5625203" y="3886135"/>
            <a:ext cx="5208448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4"/>
          </p:nvPr>
        </p:nvSpPr>
        <p:spPr>
          <a:xfrm>
            <a:off x="5625203" y="4401453"/>
            <a:ext cx="5208448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1848" y="1968023"/>
            <a:ext cx="10081159" cy="347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sApp">
  <p:cSld name="WhatsApp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5" descr="Graphical user interface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t="5289" b="3512"/>
          <a:stretch/>
        </p:blipFill>
        <p:spPr>
          <a:xfrm>
            <a:off x="1335867" y="909860"/>
            <a:ext cx="9611706" cy="5822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">
  <p:cSld name="1_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60715" y="1521312"/>
            <a:ext cx="10470571" cy="305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2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uctuur">
  <p:cSld name="Structuu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8" descr="Diagram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6000" y="1362318"/>
            <a:ext cx="7620000" cy="24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8" descr="Graphical user interface,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531" y="4380526"/>
            <a:ext cx="8976938" cy="1954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860715" y="1521312"/>
            <a:ext cx="10470571" cy="305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uitjes">
  <p:cSld name="Ruitje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Background patter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237" y="873457"/>
            <a:ext cx="12252474" cy="587757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ruitjes">
  <p:cSld name="Half ruitje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93339"/>
            <a:ext cx="12192000" cy="584856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261258" y="1222310"/>
            <a:ext cx="5393094" cy="445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nning 1/5">
  <p:cSld name="Planning 1/5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53093" y="1238764"/>
            <a:ext cx="6285814" cy="498305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4596922" y="1455576"/>
            <a:ext cx="2998156" cy="3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nning 4/5">
  <p:cSld name="Planning 4/5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4426" y="1672801"/>
            <a:ext cx="11503144" cy="404992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503725" y="1828800"/>
            <a:ext cx="2711189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2"/>
          </p:nvPr>
        </p:nvSpPr>
        <p:spPr>
          <a:xfrm>
            <a:off x="3326745" y="1828803"/>
            <a:ext cx="2711189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3"/>
          </p:nvPr>
        </p:nvSpPr>
        <p:spPr>
          <a:xfrm>
            <a:off x="6151768" y="1828806"/>
            <a:ext cx="2711189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4"/>
          </p:nvPr>
        </p:nvSpPr>
        <p:spPr>
          <a:xfrm>
            <a:off x="8975353" y="1826226"/>
            <a:ext cx="2711189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nning 5/5">
  <p:cSld name="Planning 5/5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3707" y="1681892"/>
            <a:ext cx="11744586" cy="407635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78405" y="1830840"/>
            <a:ext cx="2212396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2685436" y="1830840"/>
            <a:ext cx="2212396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3"/>
          </p:nvPr>
        </p:nvSpPr>
        <p:spPr>
          <a:xfrm>
            <a:off x="4987207" y="1830839"/>
            <a:ext cx="2212396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4"/>
          </p:nvPr>
        </p:nvSpPr>
        <p:spPr>
          <a:xfrm>
            <a:off x="7294079" y="1826664"/>
            <a:ext cx="2212396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5"/>
          </p:nvPr>
        </p:nvSpPr>
        <p:spPr>
          <a:xfrm>
            <a:off x="9600951" y="1822489"/>
            <a:ext cx="2212396" cy="29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95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34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tis vs volledig">
  <p:cSld name="Gratis vs volledig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25" descr="Graphical user interface, text, applicati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6732" y="1904194"/>
            <a:ext cx="10598537" cy="40088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513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ssenslide">
  <p:cSld name="Tussen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3" descr="A picture containing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1652066" y="3117908"/>
            <a:ext cx="8887868" cy="622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835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aluatie">
  <p:cSld name="Evaluati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4" descr="Qr cod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44231" y="3100388"/>
            <a:ext cx="4503539" cy="367730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  <a:defRPr sz="4000" b="0" i="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24" descr="A close-up of a logo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1103582"/>
            <a:ext cx="7620000" cy="240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725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1" descr="Graphical user interfac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22"/>
            <a:ext cx="12192000" cy="68523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" name="Google Shape;28;p3" descr="Shape, rectangle&#10;&#10;Description automatically generated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0" y="2822"/>
            <a:ext cx="12192000" cy="68523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61" r:id="rId9"/>
    <p:sldLayoutId id="2147483662" r:id="rId10"/>
    <p:sldLayoutId id="2147483665" r:id="rId11"/>
    <p:sldLayoutId id="2147483666" r:id="rId12"/>
    <p:sldLayoutId id="2147483667" r:id="rId13"/>
    <p:sldLayoutId id="2147483668" r:id="rId14"/>
    <p:sldLayoutId id="214748366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6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7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47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47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78.png"/><Relationship Id="rId4" Type="http://schemas.openxmlformats.org/officeDocument/2006/relationships/image" Target="../media/image47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46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5" Type="http://schemas.openxmlformats.org/officeDocument/2006/relationships/image" Target="../media/image78.png"/><Relationship Id="rId4" Type="http://schemas.openxmlformats.org/officeDocument/2006/relationships/image" Target="../media/image47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78.png"/><Relationship Id="rId4" Type="http://schemas.openxmlformats.org/officeDocument/2006/relationships/image" Target="../media/image47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46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78.png"/><Relationship Id="rId4" Type="http://schemas.openxmlformats.org/officeDocument/2006/relationships/image" Target="../media/image47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8.png"/><Relationship Id="rId4" Type="http://schemas.openxmlformats.org/officeDocument/2006/relationships/image" Target="../media/image36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ctrTitle"/>
          </p:nvPr>
        </p:nvSpPr>
        <p:spPr>
          <a:xfrm>
            <a:off x="1524000" y="179030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Helvetica Neue Light"/>
              <a:buNone/>
            </a:pPr>
            <a:r>
              <a:rPr lang="en-GB"/>
              <a:t>Logic &amp; Sets</a:t>
            </a:r>
            <a:br>
              <a:rPr lang="en-GB"/>
            </a:br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subTitle" idx="1"/>
          </p:nvPr>
        </p:nvSpPr>
        <p:spPr>
          <a:xfrm>
            <a:off x="1524000" y="3873892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GB"/>
              <a:t>Free course | Ella Rozenberg |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5625202" y="3429000"/>
            <a:ext cx="5208449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nl-NL" sz="2100"/>
              <a:t>Bachelor AI (</a:t>
            </a:r>
            <a:r>
              <a:rPr lang="nl-NL" sz="2100" err="1"/>
              <a:t>third</a:t>
            </a:r>
            <a:r>
              <a:rPr lang="nl-NL" sz="2100"/>
              <a:t> </a:t>
            </a:r>
            <a:r>
              <a:rPr lang="nl-NL" sz="2100" err="1"/>
              <a:t>year</a:t>
            </a:r>
            <a:r>
              <a:rPr lang="nl-NL" sz="2100"/>
              <a:t>)</a:t>
            </a:r>
            <a:endParaRPr sz="2100"/>
          </a:p>
        </p:txBody>
      </p:sp>
      <p:sp>
        <p:nvSpPr>
          <p:cNvPr id="100" name="Google Shape;100;p2"/>
          <p:cNvSpPr txBox="1">
            <a:spLocks noGrp="1"/>
          </p:cNvSpPr>
          <p:nvPr>
            <p:ph type="body" idx="2"/>
          </p:nvPr>
        </p:nvSpPr>
        <p:spPr>
          <a:xfrm>
            <a:off x="719197" y="5622157"/>
            <a:ext cx="3350246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nl-NL"/>
              <a:t>Ella Rozenberg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body" idx="3"/>
          </p:nvPr>
        </p:nvSpPr>
        <p:spPr>
          <a:xfrm>
            <a:off x="5625202" y="3963519"/>
            <a:ext cx="5208448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NL"/>
              <a:t>3 </a:t>
            </a:r>
            <a:r>
              <a:rPr lang="nl-NL" err="1"/>
              <a:t>years</a:t>
            </a:r>
            <a:r>
              <a:rPr lang="nl-NL"/>
              <a:t> of teaching </a:t>
            </a:r>
            <a:r>
              <a:rPr lang="nl-NL" err="1"/>
              <a:t>experience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4"/>
          </p:nvPr>
        </p:nvSpPr>
        <p:spPr>
          <a:xfrm>
            <a:off x="5625202" y="4477719"/>
            <a:ext cx="5208448" cy="34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NL"/>
              <a:t>I love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travel</a:t>
            </a:r>
            <a:endParaRPr lang="nl-NL"/>
          </a:p>
        </p:txBody>
      </p:sp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</a:pPr>
            <a:r>
              <a:rPr lang="en-NL"/>
              <a:t>Welcome!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>
          <a:blip r:embed="rId3"/>
          <a:srcRect t="12412" b="12412"/>
          <a:stretch/>
        </p:blipFill>
        <p:spPr>
          <a:xfrm>
            <a:off x="954819" y="1672142"/>
            <a:ext cx="2879001" cy="2885735"/>
          </a:xfrm>
          <a:prstGeom prst="flowChart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WhatsApp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E644C4B-3623-21E0-81E8-012C2E33D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467" y="2775064"/>
            <a:ext cx="1299065" cy="1307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9515">
              <a:lnSpc>
                <a:spcPct val="100000"/>
              </a:lnSpc>
              <a:spcBef>
                <a:spcPts val="95"/>
              </a:spcBef>
            </a:pPr>
            <a:r>
              <a:t>Planning</a:t>
            </a:r>
            <a:r>
              <a:rPr spc="-114"/>
              <a:t> </a:t>
            </a:r>
            <a:r>
              <a:t>Day</a:t>
            </a:r>
            <a:r>
              <a:rPr spc="-135"/>
              <a:t> </a:t>
            </a:r>
            <a:r>
              <a:rPr spc="-50"/>
              <a:t>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2101" y="2986849"/>
            <a:ext cx="2137410" cy="1097915"/>
            <a:chOff x="812101" y="2986849"/>
            <a:chExt cx="2137410" cy="1097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63" y="2991611"/>
              <a:ext cx="2127504" cy="10881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6863" y="2991611"/>
              <a:ext cx="2127885" cy="1088390"/>
            </a:xfrm>
            <a:custGeom>
              <a:avLst/>
              <a:gdLst/>
              <a:ahLst/>
              <a:cxnLst/>
              <a:rect l="l" t="t" r="r" b="b"/>
              <a:pathLst>
                <a:path w="2127885" h="1088389">
                  <a:moveTo>
                    <a:pt x="0" y="181355"/>
                  </a:moveTo>
                  <a:lnTo>
                    <a:pt x="6477" y="133129"/>
                  </a:lnTo>
                  <a:lnTo>
                    <a:pt x="24759" y="89803"/>
                  </a:lnTo>
                  <a:lnTo>
                    <a:pt x="53116" y="53101"/>
                  </a:lnTo>
                  <a:lnTo>
                    <a:pt x="89820" y="24750"/>
                  </a:lnTo>
                  <a:lnTo>
                    <a:pt x="133142" y="6475"/>
                  </a:lnTo>
                  <a:lnTo>
                    <a:pt x="181356" y="0"/>
                  </a:lnTo>
                  <a:lnTo>
                    <a:pt x="1946148" y="0"/>
                  </a:lnTo>
                  <a:lnTo>
                    <a:pt x="1994374" y="6475"/>
                  </a:lnTo>
                  <a:lnTo>
                    <a:pt x="2037700" y="24750"/>
                  </a:lnTo>
                  <a:lnTo>
                    <a:pt x="2074402" y="53101"/>
                  </a:lnTo>
                  <a:lnTo>
                    <a:pt x="2102753" y="89803"/>
                  </a:lnTo>
                  <a:lnTo>
                    <a:pt x="2121028" y="133129"/>
                  </a:lnTo>
                  <a:lnTo>
                    <a:pt x="2127504" y="181355"/>
                  </a:lnTo>
                  <a:lnTo>
                    <a:pt x="2127504" y="906780"/>
                  </a:lnTo>
                  <a:lnTo>
                    <a:pt x="2121028" y="955006"/>
                  </a:lnTo>
                  <a:lnTo>
                    <a:pt x="2102753" y="998332"/>
                  </a:lnTo>
                  <a:lnTo>
                    <a:pt x="2074402" y="1035034"/>
                  </a:lnTo>
                  <a:lnTo>
                    <a:pt x="2037700" y="1063385"/>
                  </a:lnTo>
                  <a:lnTo>
                    <a:pt x="1994374" y="1081660"/>
                  </a:lnTo>
                  <a:lnTo>
                    <a:pt x="1946148" y="1088136"/>
                  </a:lnTo>
                  <a:lnTo>
                    <a:pt x="181356" y="1088136"/>
                  </a:lnTo>
                  <a:lnTo>
                    <a:pt x="133142" y="1081660"/>
                  </a:lnTo>
                  <a:lnTo>
                    <a:pt x="89820" y="1063385"/>
                  </a:lnTo>
                  <a:lnTo>
                    <a:pt x="53116" y="1035034"/>
                  </a:lnTo>
                  <a:lnTo>
                    <a:pt x="24759" y="998332"/>
                  </a:lnTo>
                  <a:lnTo>
                    <a:pt x="6477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64132" y="3373373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38537" y="2986849"/>
            <a:ext cx="2312670" cy="1097915"/>
            <a:chOff x="3538537" y="2986849"/>
            <a:chExt cx="2312670" cy="10979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300" y="2991611"/>
              <a:ext cx="2302764" cy="10881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43300" y="2991611"/>
              <a:ext cx="2303145" cy="1088390"/>
            </a:xfrm>
            <a:custGeom>
              <a:avLst/>
              <a:gdLst/>
              <a:ahLst/>
              <a:cxnLst/>
              <a:rect l="l" t="t" r="r" b="b"/>
              <a:pathLst>
                <a:path w="230314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1408" y="0"/>
                  </a:lnTo>
                  <a:lnTo>
                    <a:pt x="2169634" y="6475"/>
                  </a:lnTo>
                  <a:lnTo>
                    <a:pt x="2212960" y="24750"/>
                  </a:lnTo>
                  <a:lnTo>
                    <a:pt x="2249662" y="53101"/>
                  </a:lnTo>
                  <a:lnTo>
                    <a:pt x="2278013" y="89803"/>
                  </a:lnTo>
                  <a:lnTo>
                    <a:pt x="2296288" y="133129"/>
                  </a:lnTo>
                  <a:lnTo>
                    <a:pt x="2302764" y="181355"/>
                  </a:lnTo>
                  <a:lnTo>
                    <a:pt x="2302764" y="906780"/>
                  </a:lnTo>
                  <a:lnTo>
                    <a:pt x="2296288" y="955006"/>
                  </a:lnTo>
                  <a:lnTo>
                    <a:pt x="2278013" y="998332"/>
                  </a:lnTo>
                  <a:lnTo>
                    <a:pt x="2249662" y="1035034"/>
                  </a:lnTo>
                  <a:lnTo>
                    <a:pt x="2212960" y="1063385"/>
                  </a:lnTo>
                  <a:lnTo>
                    <a:pt x="2169634" y="1081660"/>
                  </a:lnTo>
                  <a:lnTo>
                    <a:pt x="2121408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37390" y="3236155"/>
            <a:ext cx="1460502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40">
                <a:solidFill>
                  <a:srgbClr val="FFFFFF"/>
                </a:solidFill>
                <a:latin typeface="Tahoma"/>
                <a:cs typeface="Tahoma"/>
              </a:rPr>
              <a:t>Exam Analysis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40233" y="2986849"/>
            <a:ext cx="2313940" cy="1097915"/>
            <a:chOff x="6440233" y="2986849"/>
            <a:chExt cx="2313940" cy="109791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996" y="2991611"/>
              <a:ext cx="2304287" cy="10881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4499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343453" y="2986849"/>
            <a:ext cx="2313940" cy="1097915"/>
            <a:chOff x="9343453" y="2986849"/>
            <a:chExt cx="2313940" cy="109791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216" y="2991611"/>
              <a:ext cx="2304287" cy="108813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34821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845317" y="3232374"/>
            <a:ext cx="2302764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-10" dirty="0">
                <a:solidFill>
                  <a:srgbClr val="FFFFFF"/>
                </a:solidFill>
                <a:latin typeface="Tahoma"/>
                <a:cs typeface="Tahoma"/>
              </a:rPr>
              <a:t>Predicate Logic /</a:t>
            </a:r>
            <a:r>
              <a:rPr sz="19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45130" y="3493642"/>
            <a:ext cx="6403975" cy="85725"/>
          </a:xfrm>
          <a:custGeom>
            <a:avLst/>
            <a:gdLst/>
            <a:ahLst/>
            <a:cxnLst/>
            <a:rect l="l" t="t" r="r" b="b"/>
            <a:pathLst>
              <a:path w="6403975" h="85725">
                <a:moveTo>
                  <a:pt x="599186" y="42799"/>
                </a:moveTo>
                <a:lnTo>
                  <a:pt x="570687" y="28575"/>
                </a:lnTo>
                <a:lnTo>
                  <a:pt x="513461" y="0"/>
                </a:lnTo>
                <a:lnTo>
                  <a:pt x="513461" y="28575"/>
                </a:lnTo>
                <a:lnTo>
                  <a:pt x="0" y="28575"/>
                </a:lnTo>
                <a:lnTo>
                  <a:pt x="0" y="57150"/>
                </a:lnTo>
                <a:lnTo>
                  <a:pt x="513461" y="57150"/>
                </a:lnTo>
                <a:lnTo>
                  <a:pt x="513461" y="85725"/>
                </a:lnTo>
                <a:lnTo>
                  <a:pt x="570522" y="57150"/>
                </a:lnTo>
                <a:lnTo>
                  <a:pt x="599186" y="42799"/>
                </a:lnTo>
                <a:close/>
              </a:path>
              <a:path w="6403975" h="85725">
                <a:moveTo>
                  <a:pt x="3500755" y="42799"/>
                </a:moveTo>
                <a:lnTo>
                  <a:pt x="3472256" y="28575"/>
                </a:lnTo>
                <a:lnTo>
                  <a:pt x="3415030" y="0"/>
                </a:lnTo>
                <a:lnTo>
                  <a:pt x="3415030" y="28575"/>
                </a:lnTo>
                <a:lnTo>
                  <a:pt x="2901696" y="28575"/>
                </a:lnTo>
                <a:lnTo>
                  <a:pt x="2901696" y="57150"/>
                </a:lnTo>
                <a:lnTo>
                  <a:pt x="3415030" y="57150"/>
                </a:lnTo>
                <a:lnTo>
                  <a:pt x="3415030" y="85725"/>
                </a:lnTo>
                <a:lnTo>
                  <a:pt x="3472091" y="57150"/>
                </a:lnTo>
                <a:lnTo>
                  <a:pt x="3500755" y="42799"/>
                </a:lnTo>
                <a:close/>
              </a:path>
              <a:path w="6403975" h="85725">
                <a:moveTo>
                  <a:pt x="6403975" y="42799"/>
                </a:moveTo>
                <a:lnTo>
                  <a:pt x="6375476" y="28575"/>
                </a:lnTo>
                <a:lnTo>
                  <a:pt x="6318250" y="0"/>
                </a:lnTo>
                <a:lnTo>
                  <a:pt x="6318250" y="28575"/>
                </a:lnTo>
                <a:lnTo>
                  <a:pt x="5804916" y="28575"/>
                </a:lnTo>
                <a:lnTo>
                  <a:pt x="5804916" y="57150"/>
                </a:lnTo>
                <a:lnTo>
                  <a:pt x="6318250" y="57150"/>
                </a:lnTo>
                <a:lnTo>
                  <a:pt x="6318250" y="85725"/>
                </a:lnTo>
                <a:lnTo>
                  <a:pt x="6375311" y="57150"/>
                </a:lnTo>
                <a:lnTo>
                  <a:pt x="6403975" y="42799"/>
                </a:lnTo>
                <a:close/>
              </a:path>
            </a:pathLst>
          </a:custGeom>
          <a:solidFill>
            <a:srgbClr val="9282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452BF224-F2BF-28C6-449B-C7F2113C24B8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6FEFFBCE-74E4-5050-2028-B8E23A3FC7D9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51F2D9DB-D623-98FE-EDE3-AD384FE06F79}"/>
              </a:ext>
            </a:extLst>
          </p:cNvPr>
          <p:cNvSpPr txBox="1"/>
          <p:nvPr/>
        </p:nvSpPr>
        <p:spPr>
          <a:xfrm>
            <a:off x="9921240" y="3336162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endParaRPr sz="19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DB1E-7D4E-E3EE-16CD-9C4ADBC9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075353-03EA-2DD0-64C8-127696A702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77088"/>
            <a:ext cx="10744200" cy="6419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0750" algn="ctr">
              <a:lnSpc>
                <a:spcPct val="100000"/>
              </a:lnSpc>
              <a:spcBef>
                <a:spcPts val="130"/>
              </a:spcBef>
            </a:pPr>
            <a:r>
              <a:rPr lang="en-GB" spc="-20"/>
              <a:t>Is this familiar?</a:t>
            </a:r>
            <a:endParaRPr spc="-2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2CAC0-7CEB-4642-EE2D-9AFA3CF71194}"/>
              </a:ext>
            </a:extLst>
          </p:cNvPr>
          <p:cNvSpPr txBox="1"/>
          <p:nvPr/>
        </p:nvSpPr>
        <p:spPr>
          <a:xfrm>
            <a:off x="1118362" y="1485116"/>
            <a:ext cx="9955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/>
              <a:t>By the end of this session, you can answer the following question: Is Socrates a Fish?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6E416A9F-9F43-3B71-B4EA-F34FF318E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821" y="2919683"/>
            <a:ext cx="4178357" cy="244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684" y="86613"/>
            <a:ext cx="504507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/>
              <a:t>Pro-</a:t>
            </a:r>
            <a:r>
              <a:t>active</a:t>
            </a:r>
            <a:r>
              <a:rPr spc="-290"/>
              <a:t> </a:t>
            </a:r>
            <a:r>
              <a:rPr spc="-10"/>
              <a:t>participation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9035" y="1550733"/>
            <a:ext cx="3926204" cy="3640454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0"/>
              </a:spcBef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>
                <a:latin typeface="Tahoma"/>
                <a:cs typeface="Tahoma"/>
              </a:rPr>
              <a:t>Camera’s</a:t>
            </a:r>
            <a:r>
              <a:rPr sz="2000" spc="-65">
                <a:latin typeface="Tahoma"/>
                <a:cs typeface="Tahoma"/>
              </a:rPr>
              <a:t> </a:t>
            </a:r>
            <a:r>
              <a:rPr sz="2000" spc="-25">
                <a:latin typeface="Tahoma"/>
                <a:cs typeface="Tahoma"/>
              </a:rPr>
              <a:t>on!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>
                <a:latin typeface="Tahoma"/>
                <a:cs typeface="Tahoma"/>
              </a:rPr>
              <a:t>Raise</a:t>
            </a:r>
            <a:r>
              <a:rPr sz="2000" spc="-120">
                <a:latin typeface="Tahoma"/>
                <a:cs typeface="Tahoma"/>
              </a:rPr>
              <a:t> </a:t>
            </a:r>
            <a:r>
              <a:rPr sz="2000" spc="-75">
                <a:latin typeface="Tahoma"/>
                <a:cs typeface="Tahoma"/>
              </a:rPr>
              <a:t>your</a:t>
            </a:r>
            <a:r>
              <a:rPr sz="2000" spc="-105">
                <a:latin typeface="Tahoma"/>
                <a:cs typeface="Tahoma"/>
              </a:rPr>
              <a:t> </a:t>
            </a:r>
            <a:r>
              <a:rPr sz="2000" spc="-10">
                <a:latin typeface="Tahoma"/>
                <a:cs typeface="Tahoma"/>
              </a:rPr>
              <a:t>hand</a:t>
            </a:r>
            <a:r>
              <a:rPr sz="2000" spc="-95">
                <a:latin typeface="Tahoma"/>
                <a:cs typeface="Tahoma"/>
              </a:rPr>
              <a:t> </a:t>
            </a:r>
            <a:r>
              <a:rPr sz="2000" spc="-75">
                <a:latin typeface="Tahoma"/>
                <a:cs typeface="Tahoma"/>
              </a:rPr>
              <a:t>to</a:t>
            </a:r>
            <a:r>
              <a:rPr sz="2000" spc="-65">
                <a:latin typeface="Tahoma"/>
                <a:cs typeface="Tahoma"/>
              </a:rPr>
              <a:t> </a:t>
            </a:r>
            <a:r>
              <a:rPr sz="2000">
                <a:latin typeface="Tahoma"/>
                <a:cs typeface="Tahoma"/>
              </a:rPr>
              <a:t>ask</a:t>
            </a:r>
            <a:r>
              <a:rPr sz="2000" spc="-114">
                <a:latin typeface="Tahoma"/>
                <a:cs typeface="Tahoma"/>
              </a:rPr>
              <a:t> </a:t>
            </a:r>
            <a:r>
              <a:rPr sz="2000" spc="-10">
                <a:latin typeface="Tahoma"/>
                <a:cs typeface="Tahoma"/>
              </a:rPr>
              <a:t>questions!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65"/>
              </a:spcBef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 spc="50">
                <a:latin typeface="Tahoma"/>
                <a:cs typeface="Tahoma"/>
              </a:rPr>
              <a:t>Be</a:t>
            </a:r>
            <a:r>
              <a:rPr sz="2000" spc="-120">
                <a:latin typeface="Tahoma"/>
                <a:cs typeface="Tahoma"/>
              </a:rPr>
              <a:t> </a:t>
            </a:r>
            <a:r>
              <a:rPr sz="2000" spc="-10">
                <a:latin typeface="Tahoma"/>
                <a:cs typeface="Tahoma"/>
              </a:rPr>
              <a:t>interactive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 spc="-204">
                <a:latin typeface="Tahoma"/>
                <a:cs typeface="Tahoma"/>
              </a:rPr>
              <a:t>It</a:t>
            </a:r>
            <a:r>
              <a:rPr sz="2000" spc="-70">
                <a:latin typeface="Tahoma"/>
                <a:cs typeface="Tahoma"/>
              </a:rPr>
              <a:t> </a:t>
            </a:r>
            <a:r>
              <a:rPr sz="2000">
                <a:latin typeface="Tahoma"/>
                <a:cs typeface="Tahoma"/>
              </a:rPr>
              <a:t>is</a:t>
            </a:r>
            <a:r>
              <a:rPr sz="2000" spc="-125">
                <a:latin typeface="Tahoma"/>
                <a:cs typeface="Tahoma"/>
              </a:rPr>
              <a:t> </a:t>
            </a:r>
            <a:r>
              <a:rPr sz="2000" spc="-40">
                <a:latin typeface="Tahoma"/>
                <a:cs typeface="Tahoma"/>
              </a:rPr>
              <a:t>okay</a:t>
            </a:r>
            <a:r>
              <a:rPr sz="2000" spc="-125">
                <a:latin typeface="Tahoma"/>
                <a:cs typeface="Tahoma"/>
              </a:rPr>
              <a:t> </a:t>
            </a:r>
            <a:r>
              <a:rPr sz="2000" spc="-50">
                <a:latin typeface="Tahoma"/>
                <a:cs typeface="Tahoma"/>
              </a:rPr>
              <a:t>to</a:t>
            </a:r>
            <a:r>
              <a:rPr sz="2000" spc="-110">
                <a:latin typeface="Tahoma"/>
                <a:cs typeface="Tahoma"/>
              </a:rPr>
              <a:t> </a:t>
            </a:r>
            <a:r>
              <a:rPr sz="2000" spc="-45">
                <a:latin typeface="Tahoma"/>
                <a:cs typeface="Tahoma"/>
              </a:rPr>
              <a:t>make</a:t>
            </a:r>
            <a:r>
              <a:rPr sz="2000" spc="-95">
                <a:latin typeface="Tahoma"/>
                <a:cs typeface="Tahoma"/>
              </a:rPr>
              <a:t> </a:t>
            </a:r>
            <a:r>
              <a:rPr sz="2000" spc="-10">
                <a:latin typeface="Tahoma"/>
                <a:cs typeface="Tahoma"/>
              </a:rPr>
              <a:t>mistakes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>
                <a:latin typeface="Tahoma"/>
                <a:cs typeface="Tahoma"/>
              </a:rPr>
              <a:t>Ask</a:t>
            </a:r>
            <a:r>
              <a:rPr sz="2000" spc="25">
                <a:latin typeface="Tahoma"/>
                <a:cs typeface="Tahoma"/>
              </a:rPr>
              <a:t> </a:t>
            </a:r>
            <a:r>
              <a:rPr sz="2000" spc="-10">
                <a:latin typeface="Tahoma"/>
                <a:cs typeface="Tahoma"/>
              </a:rPr>
              <a:t>questions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 spc="-105">
                <a:latin typeface="Tahoma"/>
                <a:cs typeface="Tahoma"/>
              </a:rPr>
              <a:t>Take</a:t>
            </a:r>
            <a:r>
              <a:rPr sz="2000" spc="-85">
                <a:latin typeface="Tahoma"/>
                <a:cs typeface="Tahoma"/>
              </a:rPr>
              <a:t> </a:t>
            </a:r>
            <a:r>
              <a:rPr sz="2000" spc="-20">
                <a:latin typeface="Tahoma"/>
                <a:cs typeface="Tahoma"/>
              </a:rPr>
              <a:t>notes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95"/>
              </a:spcBef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buSzPct val="60000"/>
              <a:buFont typeface="Arial MT"/>
              <a:buChar char="•"/>
              <a:tabLst>
                <a:tab pos="240665" algn="l"/>
              </a:tabLst>
            </a:pPr>
            <a:r>
              <a:rPr sz="2000">
                <a:latin typeface="Tahoma"/>
                <a:cs typeface="Tahoma"/>
              </a:rPr>
              <a:t>Slides</a:t>
            </a:r>
            <a:r>
              <a:rPr sz="2000" spc="-90">
                <a:latin typeface="Tahoma"/>
                <a:cs typeface="Tahoma"/>
              </a:rPr>
              <a:t> </a:t>
            </a:r>
            <a:r>
              <a:rPr sz="2000" spc="-75">
                <a:latin typeface="Tahoma"/>
                <a:cs typeface="Tahoma"/>
              </a:rPr>
              <a:t>will</a:t>
            </a:r>
            <a:r>
              <a:rPr sz="2000" spc="-70">
                <a:latin typeface="Tahoma"/>
                <a:cs typeface="Tahoma"/>
              </a:rPr>
              <a:t> </a:t>
            </a:r>
            <a:r>
              <a:rPr sz="2000" spc="-20">
                <a:latin typeface="Tahoma"/>
                <a:cs typeface="Tahoma"/>
              </a:rPr>
              <a:t>be</a:t>
            </a:r>
            <a:r>
              <a:rPr sz="2000" spc="-125">
                <a:latin typeface="Tahoma"/>
                <a:cs typeface="Tahoma"/>
              </a:rPr>
              <a:t> </a:t>
            </a:r>
            <a:r>
              <a:rPr sz="2000">
                <a:latin typeface="Tahoma"/>
                <a:cs typeface="Tahoma"/>
              </a:rPr>
              <a:t>send</a:t>
            </a:r>
            <a:r>
              <a:rPr sz="2000" spc="-110">
                <a:latin typeface="Tahoma"/>
                <a:cs typeface="Tahoma"/>
              </a:rPr>
              <a:t> </a:t>
            </a:r>
            <a:r>
              <a:rPr sz="2000" spc="-10">
                <a:latin typeface="Tahoma"/>
                <a:cs typeface="Tahoma"/>
              </a:rPr>
              <a:t>afterwards!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62600" y="85343"/>
            <a:ext cx="6386830" cy="6630034"/>
            <a:chOff x="5562600" y="85343"/>
            <a:chExt cx="6386830" cy="663003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827" y="85343"/>
              <a:ext cx="5324347" cy="51935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600" y="3428999"/>
              <a:ext cx="3286125" cy="3286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</a:pPr>
            <a:r>
              <a:rPr lang="en-NL"/>
              <a:t>Structure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5B4DAC2-10CE-4CEE-9AEC-5122C29B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17" y="5879145"/>
            <a:ext cx="3527327" cy="709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9EAD-2229-56FD-5497-7F53507F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3A2828-CF3F-E47B-7327-231AEA097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9515">
              <a:lnSpc>
                <a:spcPct val="100000"/>
              </a:lnSpc>
              <a:spcBef>
                <a:spcPts val="95"/>
              </a:spcBef>
            </a:pPr>
            <a:r>
              <a:t>Planning</a:t>
            </a:r>
            <a:r>
              <a:rPr spc="-114"/>
              <a:t> </a:t>
            </a:r>
            <a:r>
              <a:t>Day</a:t>
            </a:r>
            <a:r>
              <a:rPr spc="-135"/>
              <a:t> </a:t>
            </a:r>
            <a:r>
              <a:rPr spc="-50"/>
              <a:t>1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8646E59-6049-9217-BF46-3D73C68E6F12}"/>
              </a:ext>
            </a:extLst>
          </p:cNvPr>
          <p:cNvGrpSpPr/>
          <p:nvPr/>
        </p:nvGrpSpPr>
        <p:grpSpPr>
          <a:xfrm>
            <a:off x="812101" y="2986849"/>
            <a:ext cx="2137410" cy="1097915"/>
            <a:chOff x="812101" y="2986849"/>
            <a:chExt cx="2137410" cy="109791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52FAEF-3803-1E9A-A1B6-7CCD0D3CC92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63" y="2991611"/>
              <a:ext cx="2127504" cy="1088136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742D900-48BA-A0F2-0FC3-91F423773EC5}"/>
                </a:ext>
              </a:extLst>
            </p:cNvPr>
            <p:cNvSpPr/>
            <p:nvPr/>
          </p:nvSpPr>
          <p:spPr>
            <a:xfrm>
              <a:off x="816863" y="2991611"/>
              <a:ext cx="2127885" cy="1088390"/>
            </a:xfrm>
            <a:custGeom>
              <a:avLst/>
              <a:gdLst/>
              <a:ahLst/>
              <a:cxnLst/>
              <a:rect l="l" t="t" r="r" b="b"/>
              <a:pathLst>
                <a:path w="2127885" h="1088389">
                  <a:moveTo>
                    <a:pt x="0" y="181355"/>
                  </a:moveTo>
                  <a:lnTo>
                    <a:pt x="6477" y="133129"/>
                  </a:lnTo>
                  <a:lnTo>
                    <a:pt x="24759" y="89803"/>
                  </a:lnTo>
                  <a:lnTo>
                    <a:pt x="53116" y="53101"/>
                  </a:lnTo>
                  <a:lnTo>
                    <a:pt x="89820" y="24750"/>
                  </a:lnTo>
                  <a:lnTo>
                    <a:pt x="133142" y="6475"/>
                  </a:lnTo>
                  <a:lnTo>
                    <a:pt x="181356" y="0"/>
                  </a:lnTo>
                  <a:lnTo>
                    <a:pt x="1946148" y="0"/>
                  </a:lnTo>
                  <a:lnTo>
                    <a:pt x="1994374" y="6475"/>
                  </a:lnTo>
                  <a:lnTo>
                    <a:pt x="2037700" y="24750"/>
                  </a:lnTo>
                  <a:lnTo>
                    <a:pt x="2074402" y="53101"/>
                  </a:lnTo>
                  <a:lnTo>
                    <a:pt x="2102753" y="89803"/>
                  </a:lnTo>
                  <a:lnTo>
                    <a:pt x="2121028" y="133129"/>
                  </a:lnTo>
                  <a:lnTo>
                    <a:pt x="2127504" y="181355"/>
                  </a:lnTo>
                  <a:lnTo>
                    <a:pt x="2127504" y="906780"/>
                  </a:lnTo>
                  <a:lnTo>
                    <a:pt x="2121028" y="955006"/>
                  </a:lnTo>
                  <a:lnTo>
                    <a:pt x="2102753" y="998332"/>
                  </a:lnTo>
                  <a:lnTo>
                    <a:pt x="2074402" y="1035034"/>
                  </a:lnTo>
                  <a:lnTo>
                    <a:pt x="2037700" y="1063385"/>
                  </a:lnTo>
                  <a:lnTo>
                    <a:pt x="1994374" y="1081660"/>
                  </a:lnTo>
                  <a:lnTo>
                    <a:pt x="1946148" y="1088136"/>
                  </a:lnTo>
                  <a:lnTo>
                    <a:pt x="181356" y="1088136"/>
                  </a:lnTo>
                  <a:lnTo>
                    <a:pt x="133142" y="1081660"/>
                  </a:lnTo>
                  <a:lnTo>
                    <a:pt x="89820" y="1063385"/>
                  </a:lnTo>
                  <a:lnTo>
                    <a:pt x="53116" y="1035034"/>
                  </a:lnTo>
                  <a:lnTo>
                    <a:pt x="24759" y="998332"/>
                  </a:lnTo>
                  <a:lnTo>
                    <a:pt x="6477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89547D6-83FE-27CE-1DB1-0AED9AC16845}"/>
              </a:ext>
            </a:extLst>
          </p:cNvPr>
          <p:cNvSpPr txBox="1"/>
          <p:nvPr/>
        </p:nvSpPr>
        <p:spPr>
          <a:xfrm>
            <a:off x="1164132" y="3373373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EB67B0A-9B71-B0F7-830B-2EE21BD91248}"/>
              </a:ext>
            </a:extLst>
          </p:cNvPr>
          <p:cNvGrpSpPr/>
          <p:nvPr/>
        </p:nvGrpSpPr>
        <p:grpSpPr>
          <a:xfrm>
            <a:off x="3538537" y="2986849"/>
            <a:ext cx="2312670" cy="1097915"/>
            <a:chOff x="3538537" y="2986849"/>
            <a:chExt cx="2312670" cy="109791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044EC1D-EA7D-B0E2-8CF5-19C73603A3B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300" y="2991611"/>
              <a:ext cx="2302764" cy="1088136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752BDF9-B1FC-B78A-E172-1D5B5CD01015}"/>
                </a:ext>
              </a:extLst>
            </p:cNvPr>
            <p:cNvSpPr/>
            <p:nvPr/>
          </p:nvSpPr>
          <p:spPr>
            <a:xfrm>
              <a:off x="3543300" y="2991611"/>
              <a:ext cx="2303145" cy="1088390"/>
            </a:xfrm>
            <a:custGeom>
              <a:avLst/>
              <a:gdLst/>
              <a:ahLst/>
              <a:cxnLst/>
              <a:rect l="l" t="t" r="r" b="b"/>
              <a:pathLst>
                <a:path w="230314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1408" y="0"/>
                  </a:lnTo>
                  <a:lnTo>
                    <a:pt x="2169634" y="6475"/>
                  </a:lnTo>
                  <a:lnTo>
                    <a:pt x="2212960" y="24750"/>
                  </a:lnTo>
                  <a:lnTo>
                    <a:pt x="2249662" y="53101"/>
                  </a:lnTo>
                  <a:lnTo>
                    <a:pt x="2278013" y="89803"/>
                  </a:lnTo>
                  <a:lnTo>
                    <a:pt x="2296288" y="133129"/>
                  </a:lnTo>
                  <a:lnTo>
                    <a:pt x="2302764" y="181355"/>
                  </a:lnTo>
                  <a:lnTo>
                    <a:pt x="2302764" y="906780"/>
                  </a:lnTo>
                  <a:lnTo>
                    <a:pt x="2296288" y="955006"/>
                  </a:lnTo>
                  <a:lnTo>
                    <a:pt x="2278013" y="998332"/>
                  </a:lnTo>
                  <a:lnTo>
                    <a:pt x="2249662" y="1035034"/>
                  </a:lnTo>
                  <a:lnTo>
                    <a:pt x="2212960" y="1063385"/>
                  </a:lnTo>
                  <a:lnTo>
                    <a:pt x="2169634" y="1081660"/>
                  </a:lnTo>
                  <a:lnTo>
                    <a:pt x="2121408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1014E007-6931-760B-A942-1EDDDAE255D7}"/>
              </a:ext>
            </a:extLst>
          </p:cNvPr>
          <p:cNvSpPr txBox="1"/>
          <p:nvPr/>
        </p:nvSpPr>
        <p:spPr>
          <a:xfrm>
            <a:off x="4037390" y="3236155"/>
            <a:ext cx="1460502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40">
                <a:solidFill>
                  <a:srgbClr val="FFFFFF"/>
                </a:solidFill>
                <a:latin typeface="Tahoma"/>
                <a:cs typeface="Tahoma"/>
              </a:rPr>
              <a:t>Exam Analysis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E74914DD-69CC-DC37-F010-AC2B024F2B8C}"/>
              </a:ext>
            </a:extLst>
          </p:cNvPr>
          <p:cNvGrpSpPr/>
          <p:nvPr/>
        </p:nvGrpSpPr>
        <p:grpSpPr>
          <a:xfrm>
            <a:off x="6440233" y="2986849"/>
            <a:ext cx="2313940" cy="1097915"/>
            <a:chOff x="6440233" y="2986849"/>
            <a:chExt cx="2313940" cy="109791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3FB3B519-71E9-91D0-2629-33511422A9F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996" y="2991611"/>
              <a:ext cx="2304287" cy="1088136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22D7227-3A82-772C-E7D2-66E60BE31E9C}"/>
                </a:ext>
              </a:extLst>
            </p:cNvPr>
            <p:cNvSpPr/>
            <p:nvPr/>
          </p:nvSpPr>
          <p:spPr>
            <a:xfrm>
              <a:off x="644499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07C900B5-908E-A0DF-EB37-68213AF4A85B}"/>
              </a:ext>
            </a:extLst>
          </p:cNvPr>
          <p:cNvGrpSpPr/>
          <p:nvPr/>
        </p:nvGrpSpPr>
        <p:grpSpPr>
          <a:xfrm>
            <a:off x="9343453" y="2986849"/>
            <a:ext cx="2313940" cy="1097915"/>
            <a:chOff x="9343453" y="2986849"/>
            <a:chExt cx="2313940" cy="1097915"/>
          </a:xfrm>
        </p:grpSpPr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D1708B0-60A9-032F-01FA-4DFBAD5A8C9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216" y="2991611"/>
              <a:ext cx="2304287" cy="1088136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61B5FFA-09A8-C544-2970-7BDC7012F083}"/>
                </a:ext>
              </a:extLst>
            </p:cNvPr>
            <p:cNvSpPr/>
            <p:nvPr/>
          </p:nvSpPr>
          <p:spPr>
            <a:xfrm>
              <a:off x="934821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97D4D4B1-824A-32D5-CA91-9A6A5277F6E1}"/>
              </a:ext>
            </a:extLst>
          </p:cNvPr>
          <p:cNvSpPr txBox="1"/>
          <p:nvPr/>
        </p:nvSpPr>
        <p:spPr>
          <a:xfrm>
            <a:off x="6845317" y="3232374"/>
            <a:ext cx="2302764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-10" dirty="0">
                <a:solidFill>
                  <a:srgbClr val="FFFFFF"/>
                </a:solidFill>
                <a:latin typeface="Tahoma"/>
                <a:cs typeface="Tahoma"/>
              </a:rPr>
              <a:t>Predicate Logic /</a:t>
            </a:r>
            <a:r>
              <a:rPr sz="19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87487B04-B620-B3F8-9E79-C8B48928DB0C}"/>
              </a:ext>
            </a:extLst>
          </p:cNvPr>
          <p:cNvSpPr/>
          <p:nvPr/>
        </p:nvSpPr>
        <p:spPr>
          <a:xfrm>
            <a:off x="2945130" y="3493642"/>
            <a:ext cx="6403975" cy="85725"/>
          </a:xfrm>
          <a:custGeom>
            <a:avLst/>
            <a:gdLst/>
            <a:ahLst/>
            <a:cxnLst/>
            <a:rect l="l" t="t" r="r" b="b"/>
            <a:pathLst>
              <a:path w="6403975" h="85725">
                <a:moveTo>
                  <a:pt x="599186" y="42799"/>
                </a:moveTo>
                <a:lnTo>
                  <a:pt x="570687" y="28575"/>
                </a:lnTo>
                <a:lnTo>
                  <a:pt x="513461" y="0"/>
                </a:lnTo>
                <a:lnTo>
                  <a:pt x="513461" y="28575"/>
                </a:lnTo>
                <a:lnTo>
                  <a:pt x="0" y="28575"/>
                </a:lnTo>
                <a:lnTo>
                  <a:pt x="0" y="57150"/>
                </a:lnTo>
                <a:lnTo>
                  <a:pt x="513461" y="57150"/>
                </a:lnTo>
                <a:lnTo>
                  <a:pt x="513461" y="85725"/>
                </a:lnTo>
                <a:lnTo>
                  <a:pt x="570522" y="57150"/>
                </a:lnTo>
                <a:lnTo>
                  <a:pt x="599186" y="42799"/>
                </a:lnTo>
                <a:close/>
              </a:path>
              <a:path w="6403975" h="85725">
                <a:moveTo>
                  <a:pt x="3500755" y="42799"/>
                </a:moveTo>
                <a:lnTo>
                  <a:pt x="3472256" y="28575"/>
                </a:lnTo>
                <a:lnTo>
                  <a:pt x="3415030" y="0"/>
                </a:lnTo>
                <a:lnTo>
                  <a:pt x="3415030" y="28575"/>
                </a:lnTo>
                <a:lnTo>
                  <a:pt x="2901696" y="28575"/>
                </a:lnTo>
                <a:lnTo>
                  <a:pt x="2901696" y="57150"/>
                </a:lnTo>
                <a:lnTo>
                  <a:pt x="3415030" y="57150"/>
                </a:lnTo>
                <a:lnTo>
                  <a:pt x="3415030" y="85725"/>
                </a:lnTo>
                <a:lnTo>
                  <a:pt x="3472091" y="57150"/>
                </a:lnTo>
                <a:lnTo>
                  <a:pt x="3500755" y="42799"/>
                </a:lnTo>
                <a:close/>
              </a:path>
              <a:path w="6403975" h="85725">
                <a:moveTo>
                  <a:pt x="6403975" y="42799"/>
                </a:moveTo>
                <a:lnTo>
                  <a:pt x="6375476" y="28575"/>
                </a:lnTo>
                <a:lnTo>
                  <a:pt x="6318250" y="0"/>
                </a:lnTo>
                <a:lnTo>
                  <a:pt x="6318250" y="28575"/>
                </a:lnTo>
                <a:lnTo>
                  <a:pt x="5804916" y="28575"/>
                </a:lnTo>
                <a:lnTo>
                  <a:pt x="5804916" y="57150"/>
                </a:lnTo>
                <a:lnTo>
                  <a:pt x="6318250" y="57150"/>
                </a:lnTo>
                <a:lnTo>
                  <a:pt x="6318250" y="85725"/>
                </a:lnTo>
                <a:lnTo>
                  <a:pt x="6375311" y="57150"/>
                </a:lnTo>
                <a:lnTo>
                  <a:pt x="6403975" y="42799"/>
                </a:lnTo>
                <a:close/>
              </a:path>
            </a:pathLst>
          </a:custGeom>
          <a:solidFill>
            <a:srgbClr val="9282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4F28F356-B6E6-951A-C1FA-5B2C1408C193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ABCCCDD3-4EEB-F9BA-8BEC-99622652A21C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6D8F54C1-2576-7654-AC10-2D3F8D76429C}"/>
              </a:ext>
            </a:extLst>
          </p:cNvPr>
          <p:cNvSpPr txBox="1"/>
          <p:nvPr/>
        </p:nvSpPr>
        <p:spPr>
          <a:xfrm>
            <a:off x="9921240" y="3336162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14" name="Graphic 13" descr="Badge Tick1 met effen opvulling">
            <a:extLst>
              <a:ext uri="{FF2B5EF4-FFF2-40B4-BE49-F238E27FC236}">
                <a16:creationId xmlns:a16="http://schemas.microsoft.com/office/drawing/2014/main" id="{BD67FFB8-43B5-9F4E-3601-C2B71B82CA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0728" y="23604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7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Exam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87710" y="1272618"/>
            <a:ext cx="3016577" cy="46191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Analysis 201</a:t>
            </a:r>
            <a:r>
              <a:rPr lang="en-GB" sz="1800">
                <a:solidFill>
                  <a:schemeClr val="dk1"/>
                </a:solidFill>
              </a:rPr>
              <a:t>9-2023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38" y="1914032"/>
            <a:ext cx="7429500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" descr="A green and blue squares with white numbers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46678" y="3366294"/>
            <a:ext cx="8771924" cy="13827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 txBox="1"/>
          <p:nvPr/>
        </p:nvSpPr>
        <p:spPr>
          <a:xfrm>
            <a:off x="1992543" y="2967335"/>
            <a:ext cx="84801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How much confidence do you have in your knowledge?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7AB5-DE8D-1983-7408-F98AA49E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4D8C2A-C682-7063-6366-AB770F096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9515">
              <a:lnSpc>
                <a:spcPct val="100000"/>
              </a:lnSpc>
              <a:spcBef>
                <a:spcPts val="95"/>
              </a:spcBef>
            </a:pPr>
            <a:r>
              <a:t>Planning</a:t>
            </a:r>
            <a:r>
              <a:rPr spc="-114"/>
              <a:t> </a:t>
            </a:r>
            <a:r>
              <a:t>Day</a:t>
            </a:r>
            <a:r>
              <a:rPr spc="-135"/>
              <a:t> </a:t>
            </a:r>
            <a:r>
              <a:rPr spc="-50"/>
              <a:t>1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345AA07-3644-5E82-FBA0-97E1743AADA8}"/>
              </a:ext>
            </a:extLst>
          </p:cNvPr>
          <p:cNvGrpSpPr/>
          <p:nvPr/>
        </p:nvGrpSpPr>
        <p:grpSpPr>
          <a:xfrm>
            <a:off x="812101" y="2986849"/>
            <a:ext cx="2137410" cy="1097915"/>
            <a:chOff x="812101" y="2986849"/>
            <a:chExt cx="2137410" cy="109791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378CD53-50F3-4263-1D6B-EC713646A5B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63" y="2991611"/>
              <a:ext cx="2127504" cy="1088136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5ECEEBD-479F-F92E-2163-6F647840159D}"/>
                </a:ext>
              </a:extLst>
            </p:cNvPr>
            <p:cNvSpPr/>
            <p:nvPr/>
          </p:nvSpPr>
          <p:spPr>
            <a:xfrm>
              <a:off x="816863" y="2991611"/>
              <a:ext cx="2127885" cy="1088390"/>
            </a:xfrm>
            <a:custGeom>
              <a:avLst/>
              <a:gdLst/>
              <a:ahLst/>
              <a:cxnLst/>
              <a:rect l="l" t="t" r="r" b="b"/>
              <a:pathLst>
                <a:path w="2127885" h="1088389">
                  <a:moveTo>
                    <a:pt x="0" y="181355"/>
                  </a:moveTo>
                  <a:lnTo>
                    <a:pt x="6477" y="133129"/>
                  </a:lnTo>
                  <a:lnTo>
                    <a:pt x="24759" y="89803"/>
                  </a:lnTo>
                  <a:lnTo>
                    <a:pt x="53116" y="53101"/>
                  </a:lnTo>
                  <a:lnTo>
                    <a:pt x="89820" y="24750"/>
                  </a:lnTo>
                  <a:lnTo>
                    <a:pt x="133142" y="6475"/>
                  </a:lnTo>
                  <a:lnTo>
                    <a:pt x="181356" y="0"/>
                  </a:lnTo>
                  <a:lnTo>
                    <a:pt x="1946148" y="0"/>
                  </a:lnTo>
                  <a:lnTo>
                    <a:pt x="1994374" y="6475"/>
                  </a:lnTo>
                  <a:lnTo>
                    <a:pt x="2037700" y="24750"/>
                  </a:lnTo>
                  <a:lnTo>
                    <a:pt x="2074402" y="53101"/>
                  </a:lnTo>
                  <a:lnTo>
                    <a:pt x="2102753" y="89803"/>
                  </a:lnTo>
                  <a:lnTo>
                    <a:pt x="2121028" y="133129"/>
                  </a:lnTo>
                  <a:lnTo>
                    <a:pt x="2127504" y="181355"/>
                  </a:lnTo>
                  <a:lnTo>
                    <a:pt x="2127504" y="906780"/>
                  </a:lnTo>
                  <a:lnTo>
                    <a:pt x="2121028" y="955006"/>
                  </a:lnTo>
                  <a:lnTo>
                    <a:pt x="2102753" y="998332"/>
                  </a:lnTo>
                  <a:lnTo>
                    <a:pt x="2074402" y="1035034"/>
                  </a:lnTo>
                  <a:lnTo>
                    <a:pt x="2037700" y="1063385"/>
                  </a:lnTo>
                  <a:lnTo>
                    <a:pt x="1994374" y="1081660"/>
                  </a:lnTo>
                  <a:lnTo>
                    <a:pt x="1946148" y="1088136"/>
                  </a:lnTo>
                  <a:lnTo>
                    <a:pt x="181356" y="1088136"/>
                  </a:lnTo>
                  <a:lnTo>
                    <a:pt x="133142" y="1081660"/>
                  </a:lnTo>
                  <a:lnTo>
                    <a:pt x="89820" y="1063385"/>
                  </a:lnTo>
                  <a:lnTo>
                    <a:pt x="53116" y="1035034"/>
                  </a:lnTo>
                  <a:lnTo>
                    <a:pt x="24759" y="998332"/>
                  </a:lnTo>
                  <a:lnTo>
                    <a:pt x="6477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2CCED2E-7B43-E4BD-EC41-F9901DD0B82E}"/>
              </a:ext>
            </a:extLst>
          </p:cNvPr>
          <p:cNvSpPr txBox="1"/>
          <p:nvPr/>
        </p:nvSpPr>
        <p:spPr>
          <a:xfrm>
            <a:off x="1164132" y="3373373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97204AAC-F95C-17CD-7BB0-37FC1ACA9608}"/>
              </a:ext>
            </a:extLst>
          </p:cNvPr>
          <p:cNvGrpSpPr/>
          <p:nvPr/>
        </p:nvGrpSpPr>
        <p:grpSpPr>
          <a:xfrm>
            <a:off x="3538537" y="2986849"/>
            <a:ext cx="2312670" cy="1097915"/>
            <a:chOff x="3538537" y="2986849"/>
            <a:chExt cx="2312670" cy="109791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7C56DF3-4469-463A-BF81-2B574B5E81F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300" y="2991611"/>
              <a:ext cx="2302764" cy="1088136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84884E0-96E0-9767-60AE-30CCEC86420E}"/>
                </a:ext>
              </a:extLst>
            </p:cNvPr>
            <p:cNvSpPr/>
            <p:nvPr/>
          </p:nvSpPr>
          <p:spPr>
            <a:xfrm>
              <a:off x="3543300" y="2991611"/>
              <a:ext cx="2303145" cy="1088390"/>
            </a:xfrm>
            <a:custGeom>
              <a:avLst/>
              <a:gdLst/>
              <a:ahLst/>
              <a:cxnLst/>
              <a:rect l="l" t="t" r="r" b="b"/>
              <a:pathLst>
                <a:path w="230314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1408" y="0"/>
                  </a:lnTo>
                  <a:lnTo>
                    <a:pt x="2169634" y="6475"/>
                  </a:lnTo>
                  <a:lnTo>
                    <a:pt x="2212960" y="24750"/>
                  </a:lnTo>
                  <a:lnTo>
                    <a:pt x="2249662" y="53101"/>
                  </a:lnTo>
                  <a:lnTo>
                    <a:pt x="2278013" y="89803"/>
                  </a:lnTo>
                  <a:lnTo>
                    <a:pt x="2296288" y="133129"/>
                  </a:lnTo>
                  <a:lnTo>
                    <a:pt x="2302764" y="181355"/>
                  </a:lnTo>
                  <a:lnTo>
                    <a:pt x="2302764" y="906780"/>
                  </a:lnTo>
                  <a:lnTo>
                    <a:pt x="2296288" y="955006"/>
                  </a:lnTo>
                  <a:lnTo>
                    <a:pt x="2278013" y="998332"/>
                  </a:lnTo>
                  <a:lnTo>
                    <a:pt x="2249662" y="1035034"/>
                  </a:lnTo>
                  <a:lnTo>
                    <a:pt x="2212960" y="1063385"/>
                  </a:lnTo>
                  <a:lnTo>
                    <a:pt x="2169634" y="1081660"/>
                  </a:lnTo>
                  <a:lnTo>
                    <a:pt x="2121408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AC683767-A0BB-2F8B-9C98-CFA83B92BF87}"/>
              </a:ext>
            </a:extLst>
          </p:cNvPr>
          <p:cNvSpPr txBox="1"/>
          <p:nvPr/>
        </p:nvSpPr>
        <p:spPr>
          <a:xfrm>
            <a:off x="4037390" y="3236155"/>
            <a:ext cx="1460502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40">
                <a:solidFill>
                  <a:srgbClr val="FFFFFF"/>
                </a:solidFill>
                <a:latin typeface="Tahoma"/>
                <a:cs typeface="Tahoma"/>
              </a:rPr>
              <a:t>Exam Analysis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492B1B66-9215-1A6A-8C94-C9C061B0D0E9}"/>
              </a:ext>
            </a:extLst>
          </p:cNvPr>
          <p:cNvGrpSpPr/>
          <p:nvPr/>
        </p:nvGrpSpPr>
        <p:grpSpPr>
          <a:xfrm>
            <a:off x="6440233" y="2986849"/>
            <a:ext cx="2313940" cy="1097915"/>
            <a:chOff x="6440233" y="2986849"/>
            <a:chExt cx="2313940" cy="109791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68670AA5-7067-F9D5-E901-E72CA2E5633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996" y="2991611"/>
              <a:ext cx="2304287" cy="1088136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F4B1FED-7409-B590-5828-21075C20DCCF}"/>
                </a:ext>
              </a:extLst>
            </p:cNvPr>
            <p:cNvSpPr/>
            <p:nvPr/>
          </p:nvSpPr>
          <p:spPr>
            <a:xfrm>
              <a:off x="644499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F3237AF6-E8CC-7FE2-07C7-EF18441E5EE8}"/>
              </a:ext>
            </a:extLst>
          </p:cNvPr>
          <p:cNvGrpSpPr/>
          <p:nvPr/>
        </p:nvGrpSpPr>
        <p:grpSpPr>
          <a:xfrm>
            <a:off x="9343453" y="2986849"/>
            <a:ext cx="2313940" cy="1097915"/>
            <a:chOff x="9343453" y="2986849"/>
            <a:chExt cx="2313940" cy="1097915"/>
          </a:xfrm>
        </p:grpSpPr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76433FE5-5031-6613-C8D4-397E322C532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216" y="2991611"/>
              <a:ext cx="2304287" cy="1088136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F6DD987-6225-265D-27C4-2B95073708C5}"/>
                </a:ext>
              </a:extLst>
            </p:cNvPr>
            <p:cNvSpPr/>
            <p:nvPr/>
          </p:nvSpPr>
          <p:spPr>
            <a:xfrm>
              <a:off x="934821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EFE4533F-392C-E809-E46A-47E56E1F8BCC}"/>
              </a:ext>
            </a:extLst>
          </p:cNvPr>
          <p:cNvSpPr txBox="1"/>
          <p:nvPr/>
        </p:nvSpPr>
        <p:spPr>
          <a:xfrm>
            <a:off x="6845317" y="3232374"/>
            <a:ext cx="2302764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-10" dirty="0">
                <a:solidFill>
                  <a:srgbClr val="FFFFFF"/>
                </a:solidFill>
                <a:latin typeface="Tahoma"/>
                <a:cs typeface="Tahoma"/>
              </a:rPr>
              <a:t>Predicate Logic /</a:t>
            </a:r>
            <a:r>
              <a:rPr sz="19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EA0CA22B-E0FA-6208-65F5-9732C556EB58}"/>
              </a:ext>
            </a:extLst>
          </p:cNvPr>
          <p:cNvSpPr/>
          <p:nvPr/>
        </p:nvSpPr>
        <p:spPr>
          <a:xfrm>
            <a:off x="2945130" y="3493642"/>
            <a:ext cx="6403975" cy="85725"/>
          </a:xfrm>
          <a:custGeom>
            <a:avLst/>
            <a:gdLst/>
            <a:ahLst/>
            <a:cxnLst/>
            <a:rect l="l" t="t" r="r" b="b"/>
            <a:pathLst>
              <a:path w="6403975" h="85725">
                <a:moveTo>
                  <a:pt x="599186" y="42799"/>
                </a:moveTo>
                <a:lnTo>
                  <a:pt x="570687" y="28575"/>
                </a:lnTo>
                <a:lnTo>
                  <a:pt x="513461" y="0"/>
                </a:lnTo>
                <a:lnTo>
                  <a:pt x="513461" y="28575"/>
                </a:lnTo>
                <a:lnTo>
                  <a:pt x="0" y="28575"/>
                </a:lnTo>
                <a:lnTo>
                  <a:pt x="0" y="57150"/>
                </a:lnTo>
                <a:lnTo>
                  <a:pt x="513461" y="57150"/>
                </a:lnTo>
                <a:lnTo>
                  <a:pt x="513461" y="85725"/>
                </a:lnTo>
                <a:lnTo>
                  <a:pt x="570522" y="57150"/>
                </a:lnTo>
                <a:lnTo>
                  <a:pt x="599186" y="42799"/>
                </a:lnTo>
                <a:close/>
              </a:path>
              <a:path w="6403975" h="85725">
                <a:moveTo>
                  <a:pt x="3500755" y="42799"/>
                </a:moveTo>
                <a:lnTo>
                  <a:pt x="3472256" y="28575"/>
                </a:lnTo>
                <a:lnTo>
                  <a:pt x="3415030" y="0"/>
                </a:lnTo>
                <a:lnTo>
                  <a:pt x="3415030" y="28575"/>
                </a:lnTo>
                <a:lnTo>
                  <a:pt x="2901696" y="28575"/>
                </a:lnTo>
                <a:lnTo>
                  <a:pt x="2901696" y="57150"/>
                </a:lnTo>
                <a:lnTo>
                  <a:pt x="3415030" y="57150"/>
                </a:lnTo>
                <a:lnTo>
                  <a:pt x="3415030" y="85725"/>
                </a:lnTo>
                <a:lnTo>
                  <a:pt x="3472091" y="57150"/>
                </a:lnTo>
                <a:lnTo>
                  <a:pt x="3500755" y="42799"/>
                </a:lnTo>
                <a:close/>
              </a:path>
              <a:path w="6403975" h="85725">
                <a:moveTo>
                  <a:pt x="6403975" y="42799"/>
                </a:moveTo>
                <a:lnTo>
                  <a:pt x="6375476" y="28575"/>
                </a:lnTo>
                <a:lnTo>
                  <a:pt x="6318250" y="0"/>
                </a:lnTo>
                <a:lnTo>
                  <a:pt x="6318250" y="28575"/>
                </a:lnTo>
                <a:lnTo>
                  <a:pt x="5804916" y="28575"/>
                </a:lnTo>
                <a:lnTo>
                  <a:pt x="5804916" y="57150"/>
                </a:lnTo>
                <a:lnTo>
                  <a:pt x="6318250" y="57150"/>
                </a:lnTo>
                <a:lnTo>
                  <a:pt x="6318250" y="85725"/>
                </a:lnTo>
                <a:lnTo>
                  <a:pt x="6375311" y="57150"/>
                </a:lnTo>
                <a:lnTo>
                  <a:pt x="6403975" y="42799"/>
                </a:lnTo>
                <a:close/>
              </a:path>
            </a:pathLst>
          </a:custGeom>
          <a:solidFill>
            <a:srgbClr val="9282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58C5D494-C08D-5B27-40F8-387F9A68D66D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1439B80A-8CAF-9D4F-BC35-AB90E1532ABF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925318D7-A6D8-5B37-E4BB-65BC01E847C0}"/>
              </a:ext>
            </a:extLst>
          </p:cNvPr>
          <p:cNvSpPr txBox="1"/>
          <p:nvPr/>
        </p:nvSpPr>
        <p:spPr>
          <a:xfrm>
            <a:off x="9921240" y="3336162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14" name="Graphic 13" descr="Badge Tick1 met effen opvulling">
            <a:extLst>
              <a:ext uri="{FF2B5EF4-FFF2-40B4-BE49-F238E27FC236}">
                <a16:creationId xmlns:a16="http://schemas.microsoft.com/office/drawing/2014/main" id="{BEB120F7-8A1C-E255-9EE6-7AA8E9226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7404" y="2328227"/>
            <a:ext cx="914400" cy="914400"/>
          </a:xfrm>
          <a:prstGeom prst="rect">
            <a:avLst/>
          </a:prstGeom>
        </p:spPr>
      </p:pic>
      <p:pic>
        <p:nvPicPr>
          <p:cNvPr id="22" name="Graphic 21" descr="Badge Tick1 met effen opvulling">
            <a:extLst>
              <a:ext uri="{FF2B5EF4-FFF2-40B4-BE49-F238E27FC236}">
                <a16:creationId xmlns:a16="http://schemas.microsoft.com/office/drawing/2014/main" id="{063E62E2-D3C9-A46D-BF50-BB2683E8E2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778" y="2344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9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95494" y="2981325"/>
            <a:ext cx="200215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>
                <a:solidFill>
                  <a:srgbClr val="000000"/>
                </a:solidFill>
                <a:latin typeface="Tahoma"/>
                <a:cs typeface="Tahoma"/>
              </a:rPr>
              <a:t>Models</a:t>
            </a:r>
            <a:endParaRPr sz="5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5025">
              <a:lnSpc>
                <a:spcPct val="100000"/>
              </a:lnSpc>
              <a:spcBef>
                <a:spcPts val="95"/>
              </a:spcBef>
            </a:pPr>
            <a:r>
              <a:rPr spc="-1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4139" y="1354836"/>
            <a:ext cx="6903719" cy="4785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9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785" name="Google Shape;785;p69"/>
          <p:cNvPicPr preferRelativeResize="0"/>
          <p:nvPr/>
        </p:nvPicPr>
        <p:blipFill rotWithShape="1">
          <a:blip r:embed="rId3">
            <a:alphaModFix/>
          </a:blip>
          <a:srcRect b="55619"/>
          <a:stretch/>
        </p:blipFill>
        <p:spPr>
          <a:xfrm>
            <a:off x="1295883" y="1062785"/>
            <a:ext cx="6782388" cy="2100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0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791" name="Google Shape;791;p70"/>
          <p:cNvPicPr preferRelativeResize="0"/>
          <p:nvPr/>
        </p:nvPicPr>
        <p:blipFill rotWithShape="1">
          <a:blip r:embed="rId3">
            <a:alphaModFix/>
          </a:blip>
          <a:srcRect t="-1" b="43790"/>
          <a:stretch/>
        </p:blipFill>
        <p:spPr>
          <a:xfrm>
            <a:off x="1295883" y="1062785"/>
            <a:ext cx="6782388" cy="2660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1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797" name="Google Shape;797;p71"/>
          <p:cNvPicPr preferRelativeResize="0"/>
          <p:nvPr/>
        </p:nvPicPr>
        <p:blipFill rotWithShape="1">
          <a:blip r:embed="rId3">
            <a:alphaModFix/>
          </a:blip>
          <a:srcRect t="-1" b="43790"/>
          <a:stretch/>
        </p:blipFill>
        <p:spPr>
          <a:xfrm>
            <a:off x="1295883" y="1062785"/>
            <a:ext cx="6782388" cy="2660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71"/>
          <p:cNvPicPr preferRelativeResize="0"/>
          <p:nvPr/>
        </p:nvPicPr>
        <p:blipFill rotWithShape="1">
          <a:blip r:embed="rId3">
            <a:alphaModFix/>
          </a:blip>
          <a:srcRect t="75467" b="12703"/>
          <a:stretch/>
        </p:blipFill>
        <p:spPr>
          <a:xfrm>
            <a:off x="1295883" y="3900195"/>
            <a:ext cx="6782388" cy="559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2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804" name="Google Shape;80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1509469"/>
            <a:ext cx="8242811" cy="410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3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810" name="Google Shape;810;p73"/>
          <p:cNvPicPr preferRelativeResize="0"/>
          <p:nvPr/>
        </p:nvPicPr>
        <p:blipFill rotWithShape="1">
          <a:blip r:embed="rId3">
            <a:alphaModFix/>
          </a:blip>
          <a:srcRect b="17805"/>
          <a:stretch/>
        </p:blipFill>
        <p:spPr>
          <a:xfrm>
            <a:off x="1388918" y="974757"/>
            <a:ext cx="8459924" cy="4595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4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816" name="Google Shape;81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974757"/>
            <a:ext cx="8459924" cy="5591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5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822" name="Google Shape;822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990725"/>
            <a:ext cx="8053662" cy="4980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6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828" name="Google Shape;828;p76"/>
          <p:cNvPicPr preferRelativeResize="0"/>
          <p:nvPr/>
        </p:nvPicPr>
        <p:blipFill rotWithShape="1">
          <a:blip r:embed="rId3">
            <a:alphaModFix/>
          </a:blip>
          <a:srcRect t="-27958" b="27958"/>
          <a:stretch/>
        </p:blipFill>
        <p:spPr>
          <a:xfrm>
            <a:off x="1388918" y="-343498"/>
            <a:ext cx="6805250" cy="483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7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</a:t>
            </a:r>
            <a:endParaRPr/>
          </a:p>
        </p:txBody>
      </p:sp>
      <p:pic>
        <p:nvPicPr>
          <p:cNvPr id="834" name="Google Shape;834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1009440"/>
            <a:ext cx="6805250" cy="483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8035">
              <a:lnSpc>
                <a:spcPct val="100000"/>
              </a:lnSpc>
              <a:spcBef>
                <a:spcPts val="95"/>
              </a:spcBef>
            </a:pPr>
            <a:r>
              <a:t>Models:</a:t>
            </a:r>
            <a:r>
              <a:rPr spc="-120"/>
              <a:t> </a:t>
            </a:r>
            <a:r>
              <a:t>Important</a:t>
            </a:r>
            <a:r>
              <a:rPr spc="-95"/>
              <a:t> </a:t>
            </a:r>
            <a:r>
              <a:t>sem.</a:t>
            </a:r>
            <a:r>
              <a:rPr spc="-135"/>
              <a:t> </a:t>
            </a:r>
            <a:r>
              <a:rPr spc="-10"/>
              <a:t>equiv.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520" y="1002791"/>
            <a:ext cx="6918959" cy="55031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4725">
              <a:lnSpc>
                <a:spcPct val="100000"/>
              </a:lnSpc>
              <a:spcBef>
                <a:spcPts val="95"/>
              </a:spcBef>
            </a:pPr>
            <a:r>
              <a:t>Models:</a:t>
            </a:r>
            <a:r>
              <a:rPr spc="-114"/>
              <a:t> </a:t>
            </a:r>
            <a:r>
              <a:rPr spc="-1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1004316"/>
            <a:ext cx="7437119" cy="251155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1AD3C43D-EC9E-726A-32FD-A6D3970CB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00" y="4734832"/>
            <a:ext cx="30607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2B2D-A37C-D55A-BF9B-E04B79E77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84F7DA-3737-8792-D01F-B2A0ACC0D4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4725">
              <a:lnSpc>
                <a:spcPct val="100000"/>
              </a:lnSpc>
              <a:spcBef>
                <a:spcPts val="95"/>
              </a:spcBef>
            </a:pPr>
            <a:r>
              <a:t>Models:</a:t>
            </a:r>
            <a:r>
              <a:rPr spc="-114"/>
              <a:t> </a:t>
            </a:r>
            <a:r>
              <a:rPr spc="-10"/>
              <a:t>Example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223F963-E13A-7C5A-7AB3-887BE138DF5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1004316"/>
            <a:ext cx="7437119" cy="251155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CD9D1E28-20AC-5443-1020-A9189DAF2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48" y="4155059"/>
            <a:ext cx="5956300" cy="6350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814E2FAD-176D-6A69-3636-8F6EBB5E2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00" y="4734832"/>
            <a:ext cx="3060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81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F5308-B72C-D166-8821-F83D0270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FFDA92-0AA9-7278-FF33-CA26B6866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4725">
              <a:lnSpc>
                <a:spcPct val="100000"/>
              </a:lnSpc>
              <a:spcBef>
                <a:spcPts val="95"/>
              </a:spcBef>
            </a:pPr>
            <a:r>
              <a:t>Models:</a:t>
            </a:r>
            <a:r>
              <a:rPr spc="-114"/>
              <a:t> </a:t>
            </a:r>
            <a:r>
              <a:rPr spc="-10"/>
              <a:t>Example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5520689-47B3-1066-AE49-7359274D74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1004316"/>
            <a:ext cx="7437119" cy="251155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EC27F182-F45A-A9CA-E5C1-F4D88C78C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48" y="4155059"/>
            <a:ext cx="5956300" cy="6350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71D85725-9B3D-56FC-6C2C-4C2B054FB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848" y="4892056"/>
            <a:ext cx="4724400" cy="5461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25042165-7681-4F07-F34F-E3BFA1E6B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100" y="4734832"/>
            <a:ext cx="3060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87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8DBA-51EA-8CEC-7583-0D8489B57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51B8FD-8A4B-075B-C543-90D448ECC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4725">
              <a:lnSpc>
                <a:spcPct val="100000"/>
              </a:lnSpc>
              <a:spcBef>
                <a:spcPts val="95"/>
              </a:spcBef>
            </a:pPr>
            <a:r>
              <a:t>Models:</a:t>
            </a:r>
            <a:r>
              <a:rPr spc="-114"/>
              <a:t> </a:t>
            </a:r>
            <a:r>
              <a:rPr spc="-10"/>
              <a:t>Example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BC6D40C-B1E0-2D18-248A-A7AD023B66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9" y="1004316"/>
            <a:ext cx="7437119" cy="2511552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E5C3F36B-8B03-258F-747E-D30D16A83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48" y="4155059"/>
            <a:ext cx="5956300" cy="6350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BEDA5BAC-387F-E649-05D2-A9ABE85D0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848" y="4892056"/>
            <a:ext cx="4724400" cy="5461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8D59F34B-BA5A-B55F-81B6-4290D233B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848" y="5625084"/>
            <a:ext cx="2514600" cy="4572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D414C14-887B-F7A1-3691-C71E428F80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0" y="4734832"/>
            <a:ext cx="30607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94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Models: Example</a:t>
            </a:r>
            <a:endParaRPr/>
          </a:p>
        </p:txBody>
      </p:sp>
      <p:sp>
        <p:nvSpPr>
          <p:cNvPr id="847" name="Google Shape;847;p79"/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resit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Docent met effen opvulling">
            <a:extLst>
              <a:ext uri="{FF2B5EF4-FFF2-40B4-BE49-F238E27FC236}">
                <a16:creationId xmlns:a16="http://schemas.microsoft.com/office/drawing/2014/main" id="{4540D01A-4206-3899-AEAB-3255261D2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2543" y="5943600"/>
            <a:ext cx="914400" cy="91440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4DAD772F-9B55-0767-B3C5-89E28D3CB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97" y="1554332"/>
            <a:ext cx="70993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>
          <a:extLst>
            <a:ext uri="{FF2B5EF4-FFF2-40B4-BE49-F238E27FC236}">
              <a16:creationId xmlns:a16="http://schemas.microsoft.com/office/drawing/2014/main" id="{0EB26D38-FCF3-F7EC-51B9-58356E93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>
            <a:extLst>
              <a:ext uri="{FF2B5EF4-FFF2-40B4-BE49-F238E27FC236}">
                <a16:creationId xmlns:a16="http://schemas.microsoft.com/office/drawing/2014/main" id="{F44D9D25-309E-E937-55FB-0981B39154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Models: Example</a:t>
            </a:r>
            <a:endParaRPr/>
          </a:p>
        </p:txBody>
      </p:sp>
      <p:sp>
        <p:nvSpPr>
          <p:cNvPr id="847" name="Google Shape;847;p79">
            <a:extLst>
              <a:ext uri="{FF2B5EF4-FFF2-40B4-BE49-F238E27FC236}">
                <a16:creationId xmlns:a16="http://schemas.microsoft.com/office/drawing/2014/main" id="{12B8F16A-A987-BE99-DEA5-AACA64D83A93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resit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Docent met effen opvulling">
            <a:extLst>
              <a:ext uri="{FF2B5EF4-FFF2-40B4-BE49-F238E27FC236}">
                <a16:creationId xmlns:a16="http://schemas.microsoft.com/office/drawing/2014/main" id="{0DCACB33-49BA-5680-B22E-2687DC08C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2543" y="5943600"/>
            <a:ext cx="914400" cy="91440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C4A047FD-9FD9-CCF6-0695-1117D8277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697" y="1554332"/>
            <a:ext cx="7099300" cy="14224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877AF7A7-5301-107B-CEBE-4F361D567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8390" y="3182018"/>
            <a:ext cx="70739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36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>
          <a:extLst>
            <a:ext uri="{FF2B5EF4-FFF2-40B4-BE49-F238E27FC236}">
              <a16:creationId xmlns:a16="http://schemas.microsoft.com/office/drawing/2014/main" id="{72A8AF74-ABA2-A4B3-13D9-15726FF0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>
            <a:extLst>
              <a:ext uri="{FF2B5EF4-FFF2-40B4-BE49-F238E27FC236}">
                <a16:creationId xmlns:a16="http://schemas.microsoft.com/office/drawing/2014/main" id="{F7F349F5-85F6-1C76-A628-9F15668FC5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Models: Example</a:t>
            </a:r>
            <a:endParaRPr/>
          </a:p>
        </p:txBody>
      </p:sp>
      <p:pic>
        <p:nvPicPr>
          <p:cNvPr id="846" name="Google Shape;846;p79">
            <a:extLst>
              <a:ext uri="{FF2B5EF4-FFF2-40B4-BE49-F238E27FC236}">
                <a16:creationId xmlns:a16="http://schemas.microsoft.com/office/drawing/2014/main" id="{AD31FF16-416D-F558-4D47-83B181EB9F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080" y="1349046"/>
            <a:ext cx="7132675" cy="3397779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9">
            <a:extLst>
              <a:ext uri="{FF2B5EF4-FFF2-40B4-BE49-F238E27FC236}">
                <a16:creationId xmlns:a16="http://schemas.microsoft.com/office/drawing/2014/main" id="{C613B395-C73F-DC6A-4CB8-A2BA641CB2E1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resit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raphic 5" descr="Docent met effen opvulling">
            <a:extLst>
              <a:ext uri="{FF2B5EF4-FFF2-40B4-BE49-F238E27FC236}">
                <a16:creationId xmlns:a16="http://schemas.microsoft.com/office/drawing/2014/main" id="{73DC8C7B-D733-191A-9D53-A3310492D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2543" y="5943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8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3A3C-1379-E51D-FBB1-E7D672B9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5;p79">
            <a:extLst>
              <a:ext uri="{FF2B5EF4-FFF2-40B4-BE49-F238E27FC236}">
                <a16:creationId xmlns:a16="http://schemas.microsoft.com/office/drawing/2014/main" id="{1ACA3284-9534-E5DC-AAB0-F144C19F8E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Models: Exercise</a:t>
            </a:r>
            <a:endParaRPr/>
          </a:p>
        </p:txBody>
      </p:sp>
      <p:sp>
        <p:nvSpPr>
          <p:cNvPr id="2" name="Google Shape;847;p79">
            <a:extLst>
              <a:ext uri="{FF2B5EF4-FFF2-40B4-BE49-F238E27FC236}">
                <a16:creationId xmlns:a16="http://schemas.microsoft.com/office/drawing/2014/main" id="{B7AF5181-B8E8-A475-1681-B0956EFE4FB4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resit 2017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aphic 2" descr="Krabbelen met effen opvulling">
            <a:extLst>
              <a:ext uri="{FF2B5EF4-FFF2-40B4-BE49-F238E27FC236}">
                <a16:creationId xmlns:a16="http://schemas.microsoft.com/office/drawing/2014/main" id="{F8A70CC6-9B03-0C2F-5FFD-B7A052267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0221310F-9B05-7CA4-B71C-DE47305B0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17" y="1645994"/>
            <a:ext cx="8347749" cy="191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00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289E-282D-E6C3-801D-43C4D2B0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5;p79">
            <a:extLst>
              <a:ext uri="{FF2B5EF4-FFF2-40B4-BE49-F238E27FC236}">
                <a16:creationId xmlns:a16="http://schemas.microsoft.com/office/drawing/2014/main" id="{F3CB5B5D-ECA6-55CB-65F8-BE08B3C49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Models: Exercise</a:t>
            </a:r>
            <a:endParaRPr/>
          </a:p>
        </p:txBody>
      </p:sp>
      <p:sp>
        <p:nvSpPr>
          <p:cNvPr id="2" name="Google Shape;847;p79">
            <a:extLst>
              <a:ext uri="{FF2B5EF4-FFF2-40B4-BE49-F238E27FC236}">
                <a16:creationId xmlns:a16="http://schemas.microsoft.com/office/drawing/2014/main" id="{82503532-547E-EF0C-198C-7251D96EFAA6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resit 2017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aphic 2" descr="Krabbelen met effen opvulling">
            <a:extLst>
              <a:ext uri="{FF2B5EF4-FFF2-40B4-BE49-F238E27FC236}">
                <a16:creationId xmlns:a16="http://schemas.microsoft.com/office/drawing/2014/main" id="{3BC49DC0-973C-BC06-A058-C0225CDF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00D158E-4996-8B66-2E2B-00DFD4790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17" y="1645994"/>
            <a:ext cx="8347749" cy="191499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98CF70F-3902-D329-9713-05CA27F6C1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0509"/>
          <a:stretch>
            <a:fillRect/>
          </a:stretch>
        </p:blipFill>
        <p:spPr>
          <a:xfrm>
            <a:off x="1621366" y="3857933"/>
            <a:ext cx="8108950" cy="91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08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5207-4CE1-EE0C-EC05-932303CB4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5;p79">
            <a:extLst>
              <a:ext uri="{FF2B5EF4-FFF2-40B4-BE49-F238E27FC236}">
                <a16:creationId xmlns:a16="http://schemas.microsoft.com/office/drawing/2014/main" id="{C2DF9BF4-97AE-199B-839E-B7D39DB83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Models: Exercise</a:t>
            </a:r>
            <a:endParaRPr/>
          </a:p>
        </p:txBody>
      </p:sp>
      <p:sp>
        <p:nvSpPr>
          <p:cNvPr id="2" name="Google Shape;847;p79">
            <a:extLst>
              <a:ext uri="{FF2B5EF4-FFF2-40B4-BE49-F238E27FC236}">
                <a16:creationId xmlns:a16="http://schemas.microsoft.com/office/drawing/2014/main" id="{C1BEF6E9-A0D9-E250-3B9A-8F00828D3729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resit 2017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aphic 2" descr="Krabbelen met effen opvulling">
            <a:extLst>
              <a:ext uri="{FF2B5EF4-FFF2-40B4-BE49-F238E27FC236}">
                <a16:creationId xmlns:a16="http://schemas.microsoft.com/office/drawing/2014/main" id="{1BC209A0-6592-35AA-8188-D2A5181B5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4E20011E-5894-84E8-CA87-12F5AFE5D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917" y="1645994"/>
            <a:ext cx="8347749" cy="1914992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05CB7574-5E00-BAB5-5DC5-394EC98719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0509"/>
          <a:stretch>
            <a:fillRect/>
          </a:stretch>
        </p:blipFill>
        <p:spPr>
          <a:xfrm>
            <a:off x="1621366" y="3857933"/>
            <a:ext cx="8108950" cy="91726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C6B4EED0-9636-D575-B7DF-0CC68C3460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591" y="4775200"/>
            <a:ext cx="7772400" cy="154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84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6145D-96CA-6A14-6877-31B6DFB2B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EC9AAC-5B8C-8D0F-658C-008D87C27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9515">
              <a:lnSpc>
                <a:spcPct val="100000"/>
              </a:lnSpc>
              <a:spcBef>
                <a:spcPts val="95"/>
              </a:spcBef>
            </a:pPr>
            <a:r>
              <a:t>Planning</a:t>
            </a:r>
            <a:r>
              <a:rPr spc="-114"/>
              <a:t> </a:t>
            </a:r>
            <a:r>
              <a:t>Day</a:t>
            </a:r>
            <a:r>
              <a:rPr spc="-135"/>
              <a:t> </a:t>
            </a:r>
            <a:r>
              <a:rPr spc="-50"/>
              <a:t>1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264D8DD-0ABA-A812-D68C-4B923E696252}"/>
              </a:ext>
            </a:extLst>
          </p:cNvPr>
          <p:cNvGrpSpPr/>
          <p:nvPr/>
        </p:nvGrpSpPr>
        <p:grpSpPr>
          <a:xfrm>
            <a:off x="812101" y="2986849"/>
            <a:ext cx="2137410" cy="1097915"/>
            <a:chOff x="812101" y="2986849"/>
            <a:chExt cx="2137410" cy="109791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746175B-DB33-CC46-32D7-82FF1FC7029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63" y="2991611"/>
              <a:ext cx="2127504" cy="1088136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32461E-3C1F-607D-4088-E30DF83053CD}"/>
                </a:ext>
              </a:extLst>
            </p:cNvPr>
            <p:cNvSpPr/>
            <p:nvPr/>
          </p:nvSpPr>
          <p:spPr>
            <a:xfrm>
              <a:off x="816863" y="2991611"/>
              <a:ext cx="2127885" cy="1088390"/>
            </a:xfrm>
            <a:custGeom>
              <a:avLst/>
              <a:gdLst/>
              <a:ahLst/>
              <a:cxnLst/>
              <a:rect l="l" t="t" r="r" b="b"/>
              <a:pathLst>
                <a:path w="2127885" h="1088389">
                  <a:moveTo>
                    <a:pt x="0" y="181355"/>
                  </a:moveTo>
                  <a:lnTo>
                    <a:pt x="6477" y="133129"/>
                  </a:lnTo>
                  <a:lnTo>
                    <a:pt x="24759" y="89803"/>
                  </a:lnTo>
                  <a:lnTo>
                    <a:pt x="53116" y="53101"/>
                  </a:lnTo>
                  <a:lnTo>
                    <a:pt x="89820" y="24750"/>
                  </a:lnTo>
                  <a:lnTo>
                    <a:pt x="133142" y="6475"/>
                  </a:lnTo>
                  <a:lnTo>
                    <a:pt x="181356" y="0"/>
                  </a:lnTo>
                  <a:lnTo>
                    <a:pt x="1946148" y="0"/>
                  </a:lnTo>
                  <a:lnTo>
                    <a:pt x="1994374" y="6475"/>
                  </a:lnTo>
                  <a:lnTo>
                    <a:pt x="2037700" y="24750"/>
                  </a:lnTo>
                  <a:lnTo>
                    <a:pt x="2074402" y="53101"/>
                  </a:lnTo>
                  <a:lnTo>
                    <a:pt x="2102753" y="89803"/>
                  </a:lnTo>
                  <a:lnTo>
                    <a:pt x="2121028" y="133129"/>
                  </a:lnTo>
                  <a:lnTo>
                    <a:pt x="2127504" y="181355"/>
                  </a:lnTo>
                  <a:lnTo>
                    <a:pt x="2127504" y="906780"/>
                  </a:lnTo>
                  <a:lnTo>
                    <a:pt x="2121028" y="955006"/>
                  </a:lnTo>
                  <a:lnTo>
                    <a:pt x="2102753" y="998332"/>
                  </a:lnTo>
                  <a:lnTo>
                    <a:pt x="2074402" y="1035034"/>
                  </a:lnTo>
                  <a:lnTo>
                    <a:pt x="2037700" y="1063385"/>
                  </a:lnTo>
                  <a:lnTo>
                    <a:pt x="1994374" y="1081660"/>
                  </a:lnTo>
                  <a:lnTo>
                    <a:pt x="1946148" y="1088136"/>
                  </a:lnTo>
                  <a:lnTo>
                    <a:pt x="181356" y="1088136"/>
                  </a:lnTo>
                  <a:lnTo>
                    <a:pt x="133142" y="1081660"/>
                  </a:lnTo>
                  <a:lnTo>
                    <a:pt x="89820" y="1063385"/>
                  </a:lnTo>
                  <a:lnTo>
                    <a:pt x="53116" y="1035034"/>
                  </a:lnTo>
                  <a:lnTo>
                    <a:pt x="24759" y="998332"/>
                  </a:lnTo>
                  <a:lnTo>
                    <a:pt x="6477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BC38D63-D006-57AB-6576-D5A10F27E59F}"/>
              </a:ext>
            </a:extLst>
          </p:cNvPr>
          <p:cNvSpPr txBox="1"/>
          <p:nvPr/>
        </p:nvSpPr>
        <p:spPr>
          <a:xfrm>
            <a:off x="1164132" y="3373373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14DF8A8-A5EA-1121-A398-CEF0C1145351}"/>
              </a:ext>
            </a:extLst>
          </p:cNvPr>
          <p:cNvGrpSpPr/>
          <p:nvPr/>
        </p:nvGrpSpPr>
        <p:grpSpPr>
          <a:xfrm>
            <a:off x="3538537" y="2986849"/>
            <a:ext cx="2312670" cy="1097915"/>
            <a:chOff x="3538537" y="2986849"/>
            <a:chExt cx="2312670" cy="109791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F2BE5FE-2DD1-F226-B08F-F84AC8E6F09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300" y="2991611"/>
              <a:ext cx="2302764" cy="1088136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B02E23E-05A1-A23E-0978-CECA05ACCB9B}"/>
                </a:ext>
              </a:extLst>
            </p:cNvPr>
            <p:cNvSpPr/>
            <p:nvPr/>
          </p:nvSpPr>
          <p:spPr>
            <a:xfrm>
              <a:off x="3543300" y="2991611"/>
              <a:ext cx="2303145" cy="1088390"/>
            </a:xfrm>
            <a:custGeom>
              <a:avLst/>
              <a:gdLst/>
              <a:ahLst/>
              <a:cxnLst/>
              <a:rect l="l" t="t" r="r" b="b"/>
              <a:pathLst>
                <a:path w="230314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1408" y="0"/>
                  </a:lnTo>
                  <a:lnTo>
                    <a:pt x="2169634" y="6475"/>
                  </a:lnTo>
                  <a:lnTo>
                    <a:pt x="2212960" y="24750"/>
                  </a:lnTo>
                  <a:lnTo>
                    <a:pt x="2249662" y="53101"/>
                  </a:lnTo>
                  <a:lnTo>
                    <a:pt x="2278013" y="89803"/>
                  </a:lnTo>
                  <a:lnTo>
                    <a:pt x="2296288" y="133129"/>
                  </a:lnTo>
                  <a:lnTo>
                    <a:pt x="2302764" y="181355"/>
                  </a:lnTo>
                  <a:lnTo>
                    <a:pt x="2302764" y="906780"/>
                  </a:lnTo>
                  <a:lnTo>
                    <a:pt x="2296288" y="955006"/>
                  </a:lnTo>
                  <a:lnTo>
                    <a:pt x="2278013" y="998332"/>
                  </a:lnTo>
                  <a:lnTo>
                    <a:pt x="2249662" y="1035034"/>
                  </a:lnTo>
                  <a:lnTo>
                    <a:pt x="2212960" y="1063385"/>
                  </a:lnTo>
                  <a:lnTo>
                    <a:pt x="2169634" y="1081660"/>
                  </a:lnTo>
                  <a:lnTo>
                    <a:pt x="2121408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59A9200A-5B67-01AF-A11F-6060E2F6E2AF}"/>
              </a:ext>
            </a:extLst>
          </p:cNvPr>
          <p:cNvSpPr txBox="1"/>
          <p:nvPr/>
        </p:nvSpPr>
        <p:spPr>
          <a:xfrm>
            <a:off x="4037390" y="3236155"/>
            <a:ext cx="1460502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40">
                <a:solidFill>
                  <a:srgbClr val="FFFFFF"/>
                </a:solidFill>
                <a:latin typeface="Tahoma"/>
                <a:cs typeface="Tahoma"/>
              </a:rPr>
              <a:t>Exam Analysis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28E561F5-8C3C-21BB-3031-658C556FBE4E}"/>
              </a:ext>
            </a:extLst>
          </p:cNvPr>
          <p:cNvGrpSpPr/>
          <p:nvPr/>
        </p:nvGrpSpPr>
        <p:grpSpPr>
          <a:xfrm>
            <a:off x="6440233" y="2986849"/>
            <a:ext cx="2313940" cy="1097915"/>
            <a:chOff x="6440233" y="2986849"/>
            <a:chExt cx="2313940" cy="109791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976DB569-7C30-ACEC-FE27-5B6FE072091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996" y="2991611"/>
              <a:ext cx="2304287" cy="1088136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5562284-BAA8-022C-06AE-5A393EEBC429}"/>
                </a:ext>
              </a:extLst>
            </p:cNvPr>
            <p:cNvSpPr/>
            <p:nvPr/>
          </p:nvSpPr>
          <p:spPr>
            <a:xfrm>
              <a:off x="644499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D8CB0E5D-B484-047B-FC3E-B6D4A924FDA3}"/>
              </a:ext>
            </a:extLst>
          </p:cNvPr>
          <p:cNvGrpSpPr/>
          <p:nvPr/>
        </p:nvGrpSpPr>
        <p:grpSpPr>
          <a:xfrm>
            <a:off x="9343453" y="2986849"/>
            <a:ext cx="2313940" cy="1097915"/>
            <a:chOff x="9343453" y="2986849"/>
            <a:chExt cx="2313940" cy="1097915"/>
          </a:xfrm>
        </p:grpSpPr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FF021A62-D53F-77E6-8D0F-8F3373A5E74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216" y="2991611"/>
              <a:ext cx="2304287" cy="1088136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7E6EDBB-CC0C-97C4-418E-03EA9244E841}"/>
                </a:ext>
              </a:extLst>
            </p:cNvPr>
            <p:cNvSpPr/>
            <p:nvPr/>
          </p:nvSpPr>
          <p:spPr>
            <a:xfrm>
              <a:off x="934821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A688F686-D2F4-070C-C811-D83F55793711}"/>
              </a:ext>
            </a:extLst>
          </p:cNvPr>
          <p:cNvSpPr txBox="1"/>
          <p:nvPr/>
        </p:nvSpPr>
        <p:spPr>
          <a:xfrm>
            <a:off x="6845317" y="3232374"/>
            <a:ext cx="2302764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-10" dirty="0">
                <a:solidFill>
                  <a:srgbClr val="FFFFFF"/>
                </a:solidFill>
                <a:latin typeface="Tahoma"/>
                <a:cs typeface="Tahoma"/>
              </a:rPr>
              <a:t>Predicate Logic /</a:t>
            </a:r>
            <a:r>
              <a:rPr sz="19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9F22334-0D85-C17E-CFED-293A207EB7EF}"/>
              </a:ext>
            </a:extLst>
          </p:cNvPr>
          <p:cNvSpPr/>
          <p:nvPr/>
        </p:nvSpPr>
        <p:spPr>
          <a:xfrm>
            <a:off x="2945130" y="3493642"/>
            <a:ext cx="6403975" cy="85725"/>
          </a:xfrm>
          <a:custGeom>
            <a:avLst/>
            <a:gdLst/>
            <a:ahLst/>
            <a:cxnLst/>
            <a:rect l="l" t="t" r="r" b="b"/>
            <a:pathLst>
              <a:path w="6403975" h="85725">
                <a:moveTo>
                  <a:pt x="599186" y="42799"/>
                </a:moveTo>
                <a:lnTo>
                  <a:pt x="570687" y="28575"/>
                </a:lnTo>
                <a:lnTo>
                  <a:pt x="513461" y="0"/>
                </a:lnTo>
                <a:lnTo>
                  <a:pt x="513461" y="28575"/>
                </a:lnTo>
                <a:lnTo>
                  <a:pt x="0" y="28575"/>
                </a:lnTo>
                <a:lnTo>
                  <a:pt x="0" y="57150"/>
                </a:lnTo>
                <a:lnTo>
                  <a:pt x="513461" y="57150"/>
                </a:lnTo>
                <a:lnTo>
                  <a:pt x="513461" y="85725"/>
                </a:lnTo>
                <a:lnTo>
                  <a:pt x="570522" y="57150"/>
                </a:lnTo>
                <a:lnTo>
                  <a:pt x="599186" y="42799"/>
                </a:lnTo>
                <a:close/>
              </a:path>
              <a:path w="6403975" h="85725">
                <a:moveTo>
                  <a:pt x="3500755" y="42799"/>
                </a:moveTo>
                <a:lnTo>
                  <a:pt x="3472256" y="28575"/>
                </a:lnTo>
                <a:lnTo>
                  <a:pt x="3415030" y="0"/>
                </a:lnTo>
                <a:lnTo>
                  <a:pt x="3415030" y="28575"/>
                </a:lnTo>
                <a:lnTo>
                  <a:pt x="2901696" y="28575"/>
                </a:lnTo>
                <a:lnTo>
                  <a:pt x="2901696" y="57150"/>
                </a:lnTo>
                <a:lnTo>
                  <a:pt x="3415030" y="57150"/>
                </a:lnTo>
                <a:lnTo>
                  <a:pt x="3415030" y="85725"/>
                </a:lnTo>
                <a:lnTo>
                  <a:pt x="3472091" y="57150"/>
                </a:lnTo>
                <a:lnTo>
                  <a:pt x="3500755" y="42799"/>
                </a:lnTo>
                <a:close/>
              </a:path>
              <a:path w="6403975" h="85725">
                <a:moveTo>
                  <a:pt x="6403975" y="42799"/>
                </a:moveTo>
                <a:lnTo>
                  <a:pt x="6375476" y="28575"/>
                </a:lnTo>
                <a:lnTo>
                  <a:pt x="6318250" y="0"/>
                </a:lnTo>
                <a:lnTo>
                  <a:pt x="6318250" y="28575"/>
                </a:lnTo>
                <a:lnTo>
                  <a:pt x="5804916" y="28575"/>
                </a:lnTo>
                <a:lnTo>
                  <a:pt x="5804916" y="57150"/>
                </a:lnTo>
                <a:lnTo>
                  <a:pt x="6318250" y="57150"/>
                </a:lnTo>
                <a:lnTo>
                  <a:pt x="6318250" y="85725"/>
                </a:lnTo>
                <a:lnTo>
                  <a:pt x="6375311" y="57150"/>
                </a:lnTo>
                <a:lnTo>
                  <a:pt x="6403975" y="42799"/>
                </a:lnTo>
                <a:close/>
              </a:path>
            </a:pathLst>
          </a:custGeom>
          <a:solidFill>
            <a:srgbClr val="9282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1829BA9-B86F-6942-95E6-A339ADD1A24B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70987C23-1589-7B42-FDA5-FA03095AED9D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34505D30-1E84-EE1D-F0B0-695727B88940}"/>
              </a:ext>
            </a:extLst>
          </p:cNvPr>
          <p:cNvSpPr txBox="1"/>
          <p:nvPr/>
        </p:nvSpPr>
        <p:spPr>
          <a:xfrm>
            <a:off x="9921240" y="3336162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14" name="Graphic 13" descr="Badge Tick1 met effen opvulling">
            <a:extLst>
              <a:ext uri="{FF2B5EF4-FFF2-40B4-BE49-F238E27FC236}">
                <a16:creationId xmlns:a16="http://schemas.microsoft.com/office/drawing/2014/main" id="{AE21D7B6-9166-E1A0-4294-4A27D07808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7404" y="2328227"/>
            <a:ext cx="914400" cy="914400"/>
          </a:xfrm>
          <a:prstGeom prst="rect">
            <a:avLst/>
          </a:prstGeom>
        </p:spPr>
      </p:pic>
      <p:pic>
        <p:nvPicPr>
          <p:cNvPr id="22" name="Graphic 21" descr="Badge Tick1 met effen opvulling">
            <a:extLst>
              <a:ext uri="{FF2B5EF4-FFF2-40B4-BE49-F238E27FC236}">
                <a16:creationId xmlns:a16="http://schemas.microsoft.com/office/drawing/2014/main" id="{00B934F4-2033-0B4F-3CDC-F3E6EEA30C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778" y="2344065"/>
            <a:ext cx="914400" cy="914400"/>
          </a:xfrm>
          <a:prstGeom prst="rect">
            <a:avLst/>
          </a:prstGeom>
        </p:spPr>
      </p:pic>
      <p:pic>
        <p:nvPicPr>
          <p:cNvPr id="24" name="Graphic 23" descr="Badge Tick1 met effen opvulling">
            <a:extLst>
              <a:ext uri="{FF2B5EF4-FFF2-40B4-BE49-F238E27FC236}">
                <a16:creationId xmlns:a16="http://schemas.microsoft.com/office/drawing/2014/main" id="{7C625EBA-F599-346F-32BA-ACE65E71B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4286" y="2344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05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98B1-D720-5910-3EA1-20F66D76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9278C36-C93B-4D07-98B1-C119AACD94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6C18D55-7F09-78C0-27E7-CB0D671003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95494" y="2981325"/>
            <a:ext cx="200215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000" spc="-10">
                <a:solidFill>
                  <a:srgbClr val="000000"/>
                </a:solidFill>
                <a:latin typeface="Tahoma"/>
                <a:cs typeface="Tahoma"/>
              </a:rPr>
              <a:t>Break</a:t>
            </a:r>
            <a:endParaRPr sz="5000">
              <a:latin typeface="Tahoma"/>
              <a:cs typeface="Tahoma"/>
            </a:endParaRPr>
          </a:p>
        </p:txBody>
      </p:sp>
      <p:pic>
        <p:nvPicPr>
          <p:cNvPr id="5" name="Graphic 4" descr="Koffie met effen opvulling">
            <a:extLst>
              <a:ext uri="{FF2B5EF4-FFF2-40B4-BE49-F238E27FC236}">
                <a16:creationId xmlns:a16="http://schemas.microsoft.com/office/drawing/2014/main" id="{EC8E8266-4435-FA89-A901-702169BA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97649" y="29181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20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B5693-BB72-CD0B-5236-C913E05E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6A4920E-71E3-B36F-5C0D-8C87DBD7DA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408F0C0-5FC5-A178-48D5-0BBF32FC3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2811" y="3031133"/>
            <a:ext cx="3346377" cy="7957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000" spc="-10">
                <a:solidFill>
                  <a:srgbClr val="000000"/>
                </a:solidFill>
                <a:latin typeface="Tahoma"/>
                <a:cs typeface="Tahoma"/>
              </a:rPr>
              <a:t>Functions</a:t>
            </a:r>
            <a:endParaRPr sz="5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67833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342" name="Google Shape;34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1503948"/>
            <a:ext cx="6591871" cy="3383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348" name="Google Shape;348;p25"/>
          <p:cNvPicPr preferRelativeResize="0"/>
          <p:nvPr/>
        </p:nvPicPr>
        <p:blipFill rotWithShape="1">
          <a:blip r:embed="rId3">
            <a:alphaModFix/>
          </a:blip>
          <a:srcRect b="23607"/>
          <a:stretch/>
        </p:blipFill>
        <p:spPr>
          <a:xfrm>
            <a:off x="1388918" y="1372055"/>
            <a:ext cx="6790008" cy="29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354" name="Google Shape;35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1372054"/>
            <a:ext cx="6790008" cy="3871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384" name="Google Shape;384;p30"/>
          <p:cNvPicPr preferRelativeResize="0"/>
          <p:nvPr/>
        </p:nvPicPr>
        <p:blipFill rotWithShape="1">
          <a:blip r:embed="rId3">
            <a:alphaModFix/>
          </a:blip>
          <a:srcRect b="44773"/>
          <a:stretch/>
        </p:blipFill>
        <p:spPr>
          <a:xfrm>
            <a:off x="1388918" y="1335177"/>
            <a:ext cx="7186283" cy="241573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0"/>
          <p:cNvSpPr txBox="1"/>
          <p:nvPr/>
        </p:nvSpPr>
        <p:spPr>
          <a:xfrm>
            <a:off x="8770776" y="1856791"/>
            <a:ext cx="3069771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582" t="-4628" b="-12957"/>
            </a:stretch>
          </a:blip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391" name="Google Shape;39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8918" y="1335176"/>
            <a:ext cx="7186283" cy="437425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1"/>
          <p:cNvSpPr txBox="1"/>
          <p:nvPr/>
        </p:nvSpPr>
        <p:spPr>
          <a:xfrm>
            <a:off x="8770776" y="1856791"/>
            <a:ext cx="3069771" cy="64633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582" t="-4628" b="-12957"/>
            </a:stretch>
          </a:blip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31"/>
          <p:cNvPicPr preferRelativeResize="0"/>
          <p:nvPr/>
        </p:nvPicPr>
        <p:blipFill rotWithShape="1">
          <a:blip r:embed="rId5">
            <a:alphaModFix/>
          </a:blip>
          <a:srcRect t="75347" r="574"/>
          <a:stretch/>
        </p:blipFill>
        <p:spPr>
          <a:xfrm>
            <a:off x="1388918" y="5859624"/>
            <a:ext cx="4833805" cy="29127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 txBox="1"/>
          <p:nvPr/>
        </p:nvSpPr>
        <p:spPr>
          <a:xfrm>
            <a:off x="8770775" y="4031713"/>
            <a:ext cx="3069771" cy="64633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582" t="-3699" b="-12959"/>
            </a:stretch>
          </a:blip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Example</a:t>
            </a:r>
            <a:endParaRPr/>
          </a:p>
        </p:txBody>
      </p:sp>
      <p:pic>
        <p:nvPicPr>
          <p:cNvPr id="360" name="Google Shape;360;p27"/>
          <p:cNvPicPr preferRelativeResize="0"/>
          <p:nvPr/>
        </p:nvPicPr>
        <p:blipFill rotWithShape="1">
          <a:blip r:embed="rId3">
            <a:alphaModFix/>
          </a:blip>
          <a:srcRect t="26051" b="32285"/>
          <a:stretch/>
        </p:blipFill>
        <p:spPr>
          <a:xfrm>
            <a:off x="5066522" y="4982547"/>
            <a:ext cx="7012600" cy="1612957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1" name="Google Shape;36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247" y="1273712"/>
            <a:ext cx="6736664" cy="3452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942392" y="989045"/>
            <a:ext cx="48799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5165A588-5D72-FFFC-3968-D70A871CE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28" y="1795524"/>
            <a:ext cx="7772400" cy="1876533"/>
          </a:xfrm>
          <a:prstGeom prst="rect">
            <a:avLst/>
          </a:prstGeom>
        </p:spPr>
      </p:pic>
      <p:pic>
        <p:nvPicPr>
          <p:cNvPr id="3" name="Google Shape;400;p32">
            <a:extLst>
              <a:ext uri="{FF2B5EF4-FFF2-40B4-BE49-F238E27FC236}">
                <a16:creationId xmlns:a16="http://schemas.microsoft.com/office/drawing/2014/main" id="{FBC3B0DB-BC27-0CF3-540B-8372AB6B99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42635"/>
          <a:stretch/>
        </p:blipFill>
        <p:spPr>
          <a:xfrm>
            <a:off x="191169" y="4672371"/>
            <a:ext cx="5631133" cy="19662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p32">
            <a:extLst>
              <a:ext uri="{FF2B5EF4-FFF2-40B4-BE49-F238E27FC236}">
                <a16:creationId xmlns:a16="http://schemas.microsoft.com/office/drawing/2014/main" id="{4B0E9AE6-C9D9-172D-DB15-B50E8DBEA9FF}"/>
              </a:ext>
            </a:extLst>
          </p:cNvPr>
          <p:cNvSpPr txBox="1"/>
          <p:nvPr/>
        </p:nvSpPr>
        <p:spPr>
          <a:xfrm>
            <a:off x="191169" y="4026040"/>
            <a:ext cx="3069771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582" t="-4628" b="-12957"/>
            </a:stretch>
          </a:blip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80609765-01C9-BCC7-B4FB-0041CBA0F5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7239D26D-DDE2-5684-B2C3-CA846C01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>
            <a:extLst>
              <a:ext uri="{FF2B5EF4-FFF2-40B4-BE49-F238E27FC236}">
                <a16:creationId xmlns:a16="http://schemas.microsoft.com/office/drawing/2014/main" id="{5386F0A5-C23B-C7A2-1E98-A75A46BBB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369" name="Google Shape;369;p28">
            <a:extLst>
              <a:ext uri="{FF2B5EF4-FFF2-40B4-BE49-F238E27FC236}">
                <a16:creationId xmlns:a16="http://schemas.microsoft.com/office/drawing/2014/main" id="{853EE127-44E0-BCBE-81E2-A585F9C66692}"/>
              </a:ext>
            </a:extLst>
          </p:cNvPr>
          <p:cNvSpPr txBox="1"/>
          <p:nvPr/>
        </p:nvSpPr>
        <p:spPr>
          <a:xfrm>
            <a:off x="942392" y="989045"/>
            <a:ext cx="48799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203B421A-DADA-0FE0-95C7-4FE5E3AC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27" y="1552212"/>
            <a:ext cx="7913755" cy="1910661"/>
          </a:xfrm>
          <a:prstGeom prst="rect">
            <a:avLst/>
          </a:prstGeom>
        </p:spPr>
      </p:pic>
      <p:pic>
        <p:nvPicPr>
          <p:cNvPr id="3" name="Google Shape;400;p32">
            <a:extLst>
              <a:ext uri="{FF2B5EF4-FFF2-40B4-BE49-F238E27FC236}">
                <a16:creationId xmlns:a16="http://schemas.microsoft.com/office/drawing/2014/main" id="{E9D6CB35-20B7-424E-7F0B-65E7D189F2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42635"/>
          <a:stretch/>
        </p:blipFill>
        <p:spPr>
          <a:xfrm>
            <a:off x="191169" y="4672371"/>
            <a:ext cx="5631133" cy="19662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03;p32">
            <a:extLst>
              <a:ext uri="{FF2B5EF4-FFF2-40B4-BE49-F238E27FC236}">
                <a16:creationId xmlns:a16="http://schemas.microsoft.com/office/drawing/2014/main" id="{57AF7AA2-1738-2552-B4D7-559609E7B67F}"/>
              </a:ext>
            </a:extLst>
          </p:cNvPr>
          <p:cNvSpPr txBox="1"/>
          <p:nvPr/>
        </p:nvSpPr>
        <p:spPr>
          <a:xfrm>
            <a:off x="191169" y="4026040"/>
            <a:ext cx="3069771" cy="64633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1582" t="-4628" b="-12957"/>
            </a:stretch>
          </a:blipFill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59C34D5-A92C-1D29-2411-68E892506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4620" y="3651825"/>
            <a:ext cx="7028461" cy="1074332"/>
          </a:xfrm>
          <a:prstGeom prst="rect">
            <a:avLst/>
          </a:prstGeom>
        </p:spPr>
      </p:pic>
      <p:pic>
        <p:nvPicPr>
          <p:cNvPr id="6" name="Graphic 5" descr="Krabbelen met effen opvulling">
            <a:extLst>
              <a:ext uri="{FF2B5EF4-FFF2-40B4-BE49-F238E27FC236}">
                <a16:creationId xmlns:a16="http://schemas.microsoft.com/office/drawing/2014/main" id="{88CA2D8B-D7CD-AA1A-29D3-AE17DC1E52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706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06B7E-6C55-807E-2223-1109AA87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Functions</a:t>
            </a:r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7DF9DA1-0B4C-E085-0954-D8E116BD0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878" y="1426029"/>
            <a:ext cx="3759200" cy="42672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BE86E5E-6341-29DE-FB50-E02949DC7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943" y="1669308"/>
            <a:ext cx="5588000" cy="431800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2EE0D056-566D-6F5A-9950-11FB47D89694}"/>
              </a:ext>
            </a:extLst>
          </p:cNvPr>
          <p:cNvSpPr txBox="1"/>
          <p:nvPr/>
        </p:nvSpPr>
        <p:spPr>
          <a:xfrm>
            <a:off x="1211943" y="2915005"/>
            <a:ext cx="5450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/>
              <a:t>f(x) = y </a:t>
            </a:r>
            <a:r>
              <a:rPr lang="nl-NL" sz="1800" b="1"/>
              <a:t>∧ </a:t>
            </a:r>
            <a:r>
              <a:rPr lang="nl-NL" sz="1800"/>
              <a:t>g(y) = </a:t>
            </a:r>
            <a:r>
              <a:rPr lang="nl-NL" sz="1800" err="1"/>
              <a:t>z</a:t>
            </a:r>
            <a:r>
              <a:rPr lang="nl-NL" sz="1800"/>
              <a:t>       ⇒     (g ○ f)(x) = g(f(x)) = </a:t>
            </a:r>
            <a:r>
              <a:rPr lang="nl-NL" sz="1800" err="1"/>
              <a:t>z</a:t>
            </a:r>
            <a:endParaRPr lang="nl-NL" sz="1800"/>
          </a:p>
          <a:p>
            <a:endParaRPr lang="nl-NL" sz="1800"/>
          </a:p>
          <a:p>
            <a:endParaRPr lang="nl-NL" sz="1800"/>
          </a:p>
        </p:txBody>
      </p:sp>
    </p:spTree>
    <p:extLst>
      <p:ext uri="{BB962C8B-B14F-4D97-AF65-F5344CB8AC3E}">
        <p14:creationId xmlns:p14="http://schemas.microsoft.com/office/powerpoint/2010/main" val="1241357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424" name="Google Shape;42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6162" y="1424766"/>
            <a:ext cx="6820491" cy="4008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</a:t>
            </a:r>
            <a:endParaRPr/>
          </a:p>
        </p:txBody>
      </p:sp>
      <p:pic>
        <p:nvPicPr>
          <p:cNvPr id="430" name="Google Shape;43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2805" y="1504862"/>
            <a:ext cx="3856054" cy="2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3143" y="1348560"/>
            <a:ext cx="3010161" cy="2080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CFA7D06F-1511-8D56-013C-1CE9B25A0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461" y="3910328"/>
            <a:ext cx="3162507" cy="428618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F994970E-588D-B9EE-890C-B74DF92BB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918" y="4070267"/>
            <a:ext cx="254000" cy="22860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2C1B9AF-B703-2AF0-2298-C2D47B184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461" y="5428598"/>
            <a:ext cx="2590800" cy="5969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81AC5A00-7CC9-0601-6E3F-0DBCA9522C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083" y="5522659"/>
            <a:ext cx="254000" cy="22860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C504239-B998-AE30-7C72-5222D1AA8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192" y="4552883"/>
            <a:ext cx="254000" cy="2286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D4857550-AE1E-5A8F-8880-8779D2E780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848" y="4476683"/>
            <a:ext cx="2984500" cy="60960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BEA45E4-001A-AB18-2AA0-57D2BE0EBB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6461" y="5086283"/>
            <a:ext cx="1066800" cy="3302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35B955-B4B6-E38C-F0F9-B96ABF5A22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848" y="3952838"/>
            <a:ext cx="12446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7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Example</a:t>
            </a:r>
            <a:endParaRPr/>
          </a:p>
        </p:txBody>
      </p:sp>
      <p:pic>
        <p:nvPicPr>
          <p:cNvPr id="437" name="Google Shape;437;p37"/>
          <p:cNvPicPr preferRelativeResize="0"/>
          <p:nvPr/>
        </p:nvPicPr>
        <p:blipFill rotWithShape="1">
          <a:blip r:embed="rId3">
            <a:alphaModFix/>
          </a:blip>
          <a:srcRect t="70451" b="22149"/>
          <a:stretch/>
        </p:blipFill>
        <p:spPr>
          <a:xfrm>
            <a:off x="857074" y="2797629"/>
            <a:ext cx="8108383" cy="3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7"/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resit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37"/>
          <p:cNvPicPr preferRelativeResize="0"/>
          <p:nvPr/>
        </p:nvPicPr>
        <p:blipFill rotWithShape="1">
          <a:blip r:embed="rId3">
            <a:alphaModFix/>
          </a:blip>
          <a:srcRect b="72888"/>
          <a:stretch/>
        </p:blipFill>
        <p:spPr>
          <a:xfrm>
            <a:off x="972152" y="1429884"/>
            <a:ext cx="8108383" cy="136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 descr="Docent met effen opvulling">
            <a:extLst>
              <a:ext uri="{FF2B5EF4-FFF2-40B4-BE49-F238E27FC236}">
                <a16:creationId xmlns:a16="http://schemas.microsoft.com/office/drawing/2014/main" id="{DF13F3DF-1871-E4F4-70BB-693C3D1667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2543" y="5943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Example</a:t>
            </a:r>
            <a:endParaRPr/>
          </a:p>
        </p:txBody>
      </p:sp>
      <p:pic>
        <p:nvPicPr>
          <p:cNvPr id="445" name="Google Shape;445;p38"/>
          <p:cNvPicPr preferRelativeResize="0"/>
          <p:nvPr/>
        </p:nvPicPr>
        <p:blipFill rotWithShape="1">
          <a:blip r:embed="rId3">
            <a:alphaModFix/>
          </a:blip>
          <a:srcRect t="70451" b="22149"/>
          <a:stretch/>
        </p:blipFill>
        <p:spPr>
          <a:xfrm>
            <a:off x="857074" y="2797629"/>
            <a:ext cx="8108383" cy="3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8"/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resit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38"/>
          <p:cNvPicPr preferRelativeResize="0"/>
          <p:nvPr/>
        </p:nvPicPr>
        <p:blipFill rotWithShape="1">
          <a:blip r:embed="rId3">
            <a:alphaModFix/>
          </a:blip>
          <a:srcRect b="72888"/>
          <a:stretch/>
        </p:blipFill>
        <p:spPr>
          <a:xfrm>
            <a:off x="972152" y="1429884"/>
            <a:ext cx="8108383" cy="136774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8"/>
          <p:cNvSpPr txBox="1"/>
          <p:nvPr/>
        </p:nvSpPr>
        <p:spPr>
          <a:xfrm>
            <a:off x="2267339" y="3601616"/>
            <a:ext cx="4096139" cy="67326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raphic 1" descr="Docent met effen opvulling">
            <a:extLst>
              <a:ext uri="{FF2B5EF4-FFF2-40B4-BE49-F238E27FC236}">
                <a16:creationId xmlns:a16="http://schemas.microsoft.com/office/drawing/2014/main" id="{103493DE-6B5E-BC84-2667-F82F9FAF0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2543" y="5943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Example</a:t>
            </a:r>
            <a:endParaRPr/>
          </a:p>
        </p:txBody>
      </p:sp>
      <p:pic>
        <p:nvPicPr>
          <p:cNvPr id="454" name="Google Shape;454;p39"/>
          <p:cNvPicPr preferRelativeResize="0"/>
          <p:nvPr/>
        </p:nvPicPr>
        <p:blipFill rotWithShape="1">
          <a:blip r:embed="rId3">
            <a:alphaModFix/>
          </a:blip>
          <a:srcRect t="70451" b="22149"/>
          <a:stretch/>
        </p:blipFill>
        <p:spPr>
          <a:xfrm>
            <a:off x="857074" y="2797629"/>
            <a:ext cx="8108383" cy="37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resit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39"/>
          <p:cNvPicPr preferRelativeResize="0"/>
          <p:nvPr/>
        </p:nvPicPr>
        <p:blipFill rotWithShape="1">
          <a:blip r:embed="rId3">
            <a:alphaModFix/>
          </a:blip>
          <a:srcRect b="72888"/>
          <a:stretch/>
        </p:blipFill>
        <p:spPr>
          <a:xfrm>
            <a:off x="972152" y="1429884"/>
            <a:ext cx="8108383" cy="136774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9"/>
          <p:cNvSpPr txBox="1"/>
          <p:nvPr/>
        </p:nvSpPr>
        <p:spPr>
          <a:xfrm>
            <a:off x="2267339" y="3601616"/>
            <a:ext cx="4096139" cy="15604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Docent met effen opvulling">
            <a:extLst>
              <a:ext uri="{FF2B5EF4-FFF2-40B4-BE49-F238E27FC236}">
                <a16:creationId xmlns:a16="http://schemas.microsoft.com/office/drawing/2014/main" id="{4F121890-2A3A-C3D6-8A84-958D05D9E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2543" y="5943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" descr="A green and blue squares with white numbers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46678" y="3366294"/>
            <a:ext cx="8771924" cy="13827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 txBox="1"/>
          <p:nvPr/>
        </p:nvSpPr>
        <p:spPr>
          <a:xfrm>
            <a:off x="1992543" y="2967335"/>
            <a:ext cx="84801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How much confidence do you have in your knowledge?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</a:pPr>
            <a:r>
              <a:rPr lang="en-US" noProof="0"/>
              <a:t>Evaluation form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 Light"/>
              <a:buNone/>
            </a:pPr>
            <a:r>
              <a:rPr lang="en-NL" b="1"/>
              <a:t>Free </a:t>
            </a:r>
            <a:r>
              <a:rPr lang="en-NL">
                <a:latin typeface="Helvetica Neue Light"/>
                <a:ea typeface="Helvetica Neue Light"/>
                <a:cs typeface="Helvetica Neue Light"/>
                <a:sym typeface="Helvetica Neue Light"/>
              </a:rPr>
              <a:t>vs</a:t>
            </a:r>
            <a:r>
              <a:rPr lang="en-NL" b="1"/>
              <a:t> full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D0E313-423E-7BD7-97EB-C082FEF4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7121" y="-206375"/>
            <a:ext cx="2737758" cy="1325563"/>
          </a:xfrm>
        </p:spPr>
        <p:txBody>
          <a:bodyPr/>
          <a:lstStyle/>
          <a:p>
            <a:r>
              <a:rPr lang="nl-NL"/>
              <a:t>Full Course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E41CFB8-5144-77AF-27DB-6C0D20528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91"/>
          <a:stretch>
            <a:fillRect/>
          </a:stretch>
        </p:blipFill>
        <p:spPr>
          <a:xfrm>
            <a:off x="2473778" y="1119188"/>
            <a:ext cx="7244443" cy="510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197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463" name="Google Shape;463;p40"/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1E3D81BD-18C5-43D9-9B54-DD01BDF58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7A84AB6-CAFE-9A10-56AB-4DEB87CDB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6863" y="1779814"/>
            <a:ext cx="8265337" cy="1417679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E4AC2D1-998C-32B2-819B-D5AF522C9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2819" y="3250220"/>
            <a:ext cx="8008731" cy="931876"/>
          </a:xfrm>
          <a:prstGeom prst="rect">
            <a:avLst/>
          </a:prstGeom>
        </p:spPr>
      </p:pic>
      <p:pic>
        <p:nvPicPr>
          <p:cNvPr id="8" name="Google Shape;367;p28">
            <a:extLst>
              <a:ext uri="{FF2B5EF4-FFF2-40B4-BE49-F238E27FC236}">
                <a16:creationId xmlns:a16="http://schemas.microsoft.com/office/drawing/2014/main" id="{563D9712-BFE9-1A27-1FD5-72D33A4E517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26051" b="32285"/>
          <a:stretch/>
        </p:blipFill>
        <p:spPr>
          <a:xfrm>
            <a:off x="114300" y="5118978"/>
            <a:ext cx="7012600" cy="1612957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834D6004-9C7C-94FA-7A07-616C8CAD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524A2BD5-6D8F-8716-1DC3-CC474855F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B9ADFB72-4314-738A-0993-933CCF4F8A7C}"/>
              </a:ext>
            </a:extLst>
          </p:cNvPr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9F6F8D5A-6A87-9ADB-FE4C-6E6B7509C6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AECE56D-C3F0-B3D3-AF18-02C8807C3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538933"/>
            <a:ext cx="7772400" cy="133313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9CAAA9B-9577-7E62-28F3-83EA5007E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0450" y="2980366"/>
            <a:ext cx="7531100" cy="87630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1D7A9313-57A4-2458-FE47-ED6A6B6178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9933" y="4191588"/>
            <a:ext cx="6908800" cy="533400"/>
          </a:xfrm>
          <a:prstGeom prst="rect">
            <a:avLst/>
          </a:prstGeom>
        </p:spPr>
      </p:pic>
      <p:pic>
        <p:nvPicPr>
          <p:cNvPr id="3" name="Google Shape;367;p28">
            <a:extLst>
              <a:ext uri="{FF2B5EF4-FFF2-40B4-BE49-F238E27FC236}">
                <a16:creationId xmlns:a16="http://schemas.microsoft.com/office/drawing/2014/main" id="{9A181F2C-8AD0-8671-74F1-88327FAF264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t="26051" b="32285"/>
          <a:stretch/>
        </p:blipFill>
        <p:spPr>
          <a:xfrm>
            <a:off x="114300" y="5118978"/>
            <a:ext cx="7012600" cy="1612957"/>
          </a:xfrm>
          <a:prstGeom prst="rect">
            <a:avLst/>
          </a:prstGeom>
          <a:noFill/>
          <a:ln w="9525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8839361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39FFAB58-3A9A-BDF7-B796-BDF104203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07A03C60-B5A6-8FB5-4975-35679CE4F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6FDA3C4F-5CF2-083C-2954-03696F88B886}"/>
              </a:ext>
            </a:extLst>
          </p:cNvPr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66946ED0-E0E9-DC1D-1ED1-C5F94F690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E0EE586A-C4E7-22A4-8E1C-2F048C1AC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864363"/>
            <a:ext cx="7772400" cy="133313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D5080FD7-18F5-025F-9989-8BB0FDFF59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684"/>
          <a:stretch>
            <a:fillRect/>
          </a:stretch>
        </p:blipFill>
        <p:spPr>
          <a:xfrm>
            <a:off x="2499933" y="3660508"/>
            <a:ext cx="6451600" cy="7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022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CB7D2789-4207-B909-F2DF-135C3E2D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866A355C-6247-32EB-C711-EB4FD92C89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160A1291-E83C-AD95-6971-FB46AED20055}"/>
              </a:ext>
            </a:extLst>
          </p:cNvPr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3BD1E1E3-A8FF-DB9D-45AA-744A5A999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6CDB245-3BCF-720B-E743-C9746913B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864363"/>
            <a:ext cx="7772400" cy="133313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BA18EB3B-D78C-2EB0-A153-89AA788FB6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213"/>
          <a:stretch>
            <a:fillRect/>
          </a:stretch>
        </p:blipFill>
        <p:spPr>
          <a:xfrm>
            <a:off x="2499933" y="3543300"/>
            <a:ext cx="6451600" cy="890814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59425697-F0B6-CC41-99F7-830082271D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3002" y="4683764"/>
            <a:ext cx="1232226" cy="55880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004B0B5E-FC43-FAFB-2E8D-96C1177920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750" y="5111777"/>
            <a:ext cx="2004994" cy="7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194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2558D67E-0175-546D-C593-FF6B402B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7B7563C5-4012-7320-FD22-3F207BE6A4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8832F8B5-DF57-337D-0E46-64991251B02D}"/>
              </a:ext>
            </a:extLst>
          </p:cNvPr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8A9C6A5A-A2FC-DC18-5515-211BD9ED5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E39AA55-6EC4-9C44-2CBA-4DF80752E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864363"/>
            <a:ext cx="7772400" cy="133313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B056E80-AC85-BBA2-AE8D-B7CEAA89B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555446"/>
            <a:ext cx="61976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327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B8D641F6-F2D0-10C1-94CF-5BA3BC822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>
            <a:extLst>
              <a:ext uri="{FF2B5EF4-FFF2-40B4-BE49-F238E27FC236}">
                <a16:creationId xmlns:a16="http://schemas.microsoft.com/office/drawing/2014/main" id="{EF298830-E69D-7EBB-8F27-C3457C1C2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8918" y="85297"/>
            <a:ext cx="9414164" cy="70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Functions: Exercise!</a:t>
            </a:r>
            <a:endParaRPr/>
          </a:p>
        </p:txBody>
      </p:sp>
      <p:sp>
        <p:nvSpPr>
          <p:cNvPr id="463" name="Google Shape;463;p40">
            <a:extLst>
              <a:ext uri="{FF2B5EF4-FFF2-40B4-BE49-F238E27FC236}">
                <a16:creationId xmlns:a16="http://schemas.microsoft.com/office/drawing/2014/main" id="{5D383373-8A92-F6DC-E883-A8FD9DEE0234}"/>
              </a:ext>
            </a:extLst>
          </p:cNvPr>
          <p:cNvSpPr txBox="1"/>
          <p:nvPr/>
        </p:nvSpPr>
        <p:spPr>
          <a:xfrm>
            <a:off x="857074" y="980459"/>
            <a:ext cx="3285719" cy="37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Krabbelen met effen opvulling">
            <a:extLst>
              <a:ext uri="{FF2B5EF4-FFF2-40B4-BE49-F238E27FC236}">
                <a16:creationId xmlns:a16="http://schemas.microsoft.com/office/drawing/2014/main" id="{4957E80D-9407-F097-CC53-0112FB6FD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2696" y="5817535"/>
            <a:ext cx="914400" cy="9144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0CAC525C-2AD7-F116-0B13-B2BB39012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864363"/>
            <a:ext cx="7772400" cy="133313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90F8AF62-8804-ABAB-A71A-42631FD6B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3555446"/>
            <a:ext cx="6197600" cy="14224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5CA62F29-141A-3F2C-77D2-196DA923B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699" y="5615198"/>
            <a:ext cx="2912249" cy="446853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20C2D753-5196-B628-905F-F8679E01C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9933" y="5240549"/>
            <a:ext cx="1232226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708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CD55-BF3F-338D-CA42-AB57FDC6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0EA533-7D9B-506F-E153-35A7EDBBFD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9515">
              <a:lnSpc>
                <a:spcPct val="100000"/>
              </a:lnSpc>
              <a:spcBef>
                <a:spcPts val="95"/>
              </a:spcBef>
            </a:pPr>
            <a:r>
              <a:t>Planning</a:t>
            </a:r>
            <a:r>
              <a:rPr spc="-114"/>
              <a:t> </a:t>
            </a:r>
            <a:r>
              <a:t>Day</a:t>
            </a:r>
            <a:r>
              <a:rPr spc="-135"/>
              <a:t> </a:t>
            </a:r>
            <a:r>
              <a:rPr spc="-50"/>
              <a:t>1</a:t>
            </a: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0DD3A41-2366-8A65-66DF-C1D4DF3A04BE}"/>
              </a:ext>
            </a:extLst>
          </p:cNvPr>
          <p:cNvGrpSpPr/>
          <p:nvPr/>
        </p:nvGrpSpPr>
        <p:grpSpPr>
          <a:xfrm>
            <a:off x="812101" y="2986849"/>
            <a:ext cx="2137410" cy="1097915"/>
            <a:chOff x="812101" y="2986849"/>
            <a:chExt cx="2137410" cy="109791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DAA533A-0438-81A9-84CC-1AF8EBE85F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6863" y="2991611"/>
              <a:ext cx="2127504" cy="1088136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BF68A35-2147-DB74-BBD0-97F2DE39B02E}"/>
                </a:ext>
              </a:extLst>
            </p:cNvPr>
            <p:cNvSpPr/>
            <p:nvPr/>
          </p:nvSpPr>
          <p:spPr>
            <a:xfrm>
              <a:off x="816863" y="2991611"/>
              <a:ext cx="2127885" cy="1088390"/>
            </a:xfrm>
            <a:custGeom>
              <a:avLst/>
              <a:gdLst/>
              <a:ahLst/>
              <a:cxnLst/>
              <a:rect l="l" t="t" r="r" b="b"/>
              <a:pathLst>
                <a:path w="2127885" h="1088389">
                  <a:moveTo>
                    <a:pt x="0" y="181355"/>
                  </a:moveTo>
                  <a:lnTo>
                    <a:pt x="6477" y="133129"/>
                  </a:lnTo>
                  <a:lnTo>
                    <a:pt x="24759" y="89803"/>
                  </a:lnTo>
                  <a:lnTo>
                    <a:pt x="53116" y="53101"/>
                  </a:lnTo>
                  <a:lnTo>
                    <a:pt x="89820" y="24750"/>
                  </a:lnTo>
                  <a:lnTo>
                    <a:pt x="133142" y="6475"/>
                  </a:lnTo>
                  <a:lnTo>
                    <a:pt x="181356" y="0"/>
                  </a:lnTo>
                  <a:lnTo>
                    <a:pt x="1946148" y="0"/>
                  </a:lnTo>
                  <a:lnTo>
                    <a:pt x="1994374" y="6475"/>
                  </a:lnTo>
                  <a:lnTo>
                    <a:pt x="2037700" y="24750"/>
                  </a:lnTo>
                  <a:lnTo>
                    <a:pt x="2074402" y="53101"/>
                  </a:lnTo>
                  <a:lnTo>
                    <a:pt x="2102753" y="89803"/>
                  </a:lnTo>
                  <a:lnTo>
                    <a:pt x="2121028" y="133129"/>
                  </a:lnTo>
                  <a:lnTo>
                    <a:pt x="2127504" y="181355"/>
                  </a:lnTo>
                  <a:lnTo>
                    <a:pt x="2127504" y="906780"/>
                  </a:lnTo>
                  <a:lnTo>
                    <a:pt x="2121028" y="955006"/>
                  </a:lnTo>
                  <a:lnTo>
                    <a:pt x="2102753" y="998332"/>
                  </a:lnTo>
                  <a:lnTo>
                    <a:pt x="2074402" y="1035034"/>
                  </a:lnTo>
                  <a:lnTo>
                    <a:pt x="2037700" y="1063385"/>
                  </a:lnTo>
                  <a:lnTo>
                    <a:pt x="1994374" y="1081660"/>
                  </a:lnTo>
                  <a:lnTo>
                    <a:pt x="1946148" y="1088136"/>
                  </a:lnTo>
                  <a:lnTo>
                    <a:pt x="181356" y="1088136"/>
                  </a:lnTo>
                  <a:lnTo>
                    <a:pt x="133142" y="1081660"/>
                  </a:lnTo>
                  <a:lnTo>
                    <a:pt x="89820" y="1063385"/>
                  </a:lnTo>
                  <a:lnTo>
                    <a:pt x="53116" y="1035034"/>
                  </a:lnTo>
                  <a:lnTo>
                    <a:pt x="24759" y="998332"/>
                  </a:lnTo>
                  <a:lnTo>
                    <a:pt x="6477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61FDF22-B660-D8C1-08CF-92CE42E2251F}"/>
              </a:ext>
            </a:extLst>
          </p:cNvPr>
          <p:cNvSpPr txBox="1"/>
          <p:nvPr/>
        </p:nvSpPr>
        <p:spPr>
          <a:xfrm>
            <a:off x="1164132" y="3373373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endParaRPr sz="1900" dirty="0">
              <a:latin typeface="Tahoma"/>
              <a:cs typeface="Tahoma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9A02169A-651A-59BD-1FCA-6C26C66F9712}"/>
              </a:ext>
            </a:extLst>
          </p:cNvPr>
          <p:cNvGrpSpPr/>
          <p:nvPr/>
        </p:nvGrpSpPr>
        <p:grpSpPr>
          <a:xfrm>
            <a:off x="3538537" y="2986849"/>
            <a:ext cx="2312670" cy="1097915"/>
            <a:chOff x="3538537" y="2986849"/>
            <a:chExt cx="2312670" cy="109791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889AC51-F246-72A9-5537-6A657B30E1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300" y="2991611"/>
              <a:ext cx="2302764" cy="1088136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2E67D32-941E-4C0A-8318-DEABCF50346A}"/>
                </a:ext>
              </a:extLst>
            </p:cNvPr>
            <p:cNvSpPr/>
            <p:nvPr/>
          </p:nvSpPr>
          <p:spPr>
            <a:xfrm>
              <a:off x="3543300" y="2991611"/>
              <a:ext cx="2303145" cy="1088390"/>
            </a:xfrm>
            <a:custGeom>
              <a:avLst/>
              <a:gdLst/>
              <a:ahLst/>
              <a:cxnLst/>
              <a:rect l="l" t="t" r="r" b="b"/>
              <a:pathLst>
                <a:path w="230314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1408" y="0"/>
                  </a:lnTo>
                  <a:lnTo>
                    <a:pt x="2169634" y="6475"/>
                  </a:lnTo>
                  <a:lnTo>
                    <a:pt x="2212960" y="24750"/>
                  </a:lnTo>
                  <a:lnTo>
                    <a:pt x="2249662" y="53101"/>
                  </a:lnTo>
                  <a:lnTo>
                    <a:pt x="2278013" y="89803"/>
                  </a:lnTo>
                  <a:lnTo>
                    <a:pt x="2296288" y="133129"/>
                  </a:lnTo>
                  <a:lnTo>
                    <a:pt x="2302764" y="181355"/>
                  </a:lnTo>
                  <a:lnTo>
                    <a:pt x="2302764" y="906780"/>
                  </a:lnTo>
                  <a:lnTo>
                    <a:pt x="2296288" y="955006"/>
                  </a:lnTo>
                  <a:lnTo>
                    <a:pt x="2278013" y="998332"/>
                  </a:lnTo>
                  <a:lnTo>
                    <a:pt x="2249662" y="1035034"/>
                  </a:lnTo>
                  <a:lnTo>
                    <a:pt x="2212960" y="1063385"/>
                  </a:lnTo>
                  <a:lnTo>
                    <a:pt x="2169634" y="1081660"/>
                  </a:lnTo>
                  <a:lnTo>
                    <a:pt x="2121408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982F072D-0755-4979-0979-1B226D45A35A}"/>
              </a:ext>
            </a:extLst>
          </p:cNvPr>
          <p:cNvSpPr txBox="1"/>
          <p:nvPr/>
        </p:nvSpPr>
        <p:spPr>
          <a:xfrm>
            <a:off x="4037390" y="3236155"/>
            <a:ext cx="1460502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40">
                <a:solidFill>
                  <a:srgbClr val="FFFFFF"/>
                </a:solidFill>
                <a:latin typeface="Tahoma"/>
                <a:cs typeface="Tahoma"/>
              </a:rPr>
              <a:t>Exam Analysis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E76B8605-1FB1-6DA5-F82F-ED670DDCB102}"/>
              </a:ext>
            </a:extLst>
          </p:cNvPr>
          <p:cNvGrpSpPr/>
          <p:nvPr/>
        </p:nvGrpSpPr>
        <p:grpSpPr>
          <a:xfrm>
            <a:off x="6440233" y="2986849"/>
            <a:ext cx="2313940" cy="1097915"/>
            <a:chOff x="6440233" y="2986849"/>
            <a:chExt cx="2313940" cy="109791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D177B700-B028-CF5D-B7D2-71444E31201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4996" y="2991611"/>
              <a:ext cx="2304287" cy="1088136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837776E-1340-B427-98AD-829D3AE2965E}"/>
                </a:ext>
              </a:extLst>
            </p:cNvPr>
            <p:cNvSpPr/>
            <p:nvPr/>
          </p:nvSpPr>
          <p:spPr>
            <a:xfrm>
              <a:off x="644499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D8ED98C6-FA2A-EC25-6636-220D59A651DE}"/>
              </a:ext>
            </a:extLst>
          </p:cNvPr>
          <p:cNvGrpSpPr/>
          <p:nvPr/>
        </p:nvGrpSpPr>
        <p:grpSpPr>
          <a:xfrm>
            <a:off x="9343453" y="2986849"/>
            <a:ext cx="2313940" cy="1097915"/>
            <a:chOff x="9343453" y="2986849"/>
            <a:chExt cx="2313940" cy="1097915"/>
          </a:xfrm>
        </p:grpSpPr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3F33147F-DB0F-147F-78ED-AB817545B49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8216" y="2991611"/>
              <a:ext cx="2304287" cy="1088136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858EBDC-2645-8B23-CD1D-BDA71D3BE2CE}"/>
                </a:ext>
              </a:extLst>
            </p:cNvPr>
            <p:cNvSpPr/>
            <p:nvPr/>
          </p:nvSpPr>
          <p:spPr>
            <a:xfrm>
              <a:off x="9348216" y="2991611"/>
              <a:ext cx="2304415" cy="1088390"/>
            </a:xfrm>
            <a:custGeom>
              <a:avLst/>
              <a:gdLst/>
              <a:ahLst/>
              <a:cxnLst/>
              <a:rect l="l" t="t" r="r" b="b"/>
              <a:pathLst>
                <a:path w="2304415" h="1088389">
                  <a:moveTo>
                    <a:pt x="0" y="181355"/>
                  </a:moveTo>
                  <a:lnTo>
                    <a:pt x="6475" y="133129"/>
                  </a:lnTo>
                  <a:lnTo>
                    <a:pt x="24750" y="89803"/>
                  </a:lnTo>
                  <a:lnTo>
                    <a:pt x="53101" y="53101"/>
                  </a:lnTo>
                  <a:lnTo>
                    <a:pt x="89803" y="24750"/>
                  </a:lnTo>
                  <a:lnTo>
                    <a:pt x="133129" y="6475"/>
                  </a:lnTo>
                  <a:lnTo>
                    <a:pt x="181355" y="0"/>
                  </a:lnTo>
                  <a:lnTo>
                    <a:pt x="2122931" y="0"/>
                  </a:lnTo>
                  <a:lnTo>
                    <a:pt x="2171158" y="6475"/>
                  </a:lnTo>
                  <a:lnTo>
                    <a:pt x="2214484" y="24750"/>
                  </a:lnTo>
                  <a:lnTo>
                    <a:pt x="2251186" y="53101"/>
                  </a:lnTo>
                  <a:lnTo>
                    <a:pt x="2279537" y="89803"/>
                  </a:lnTo>
                  <a:lnTo>
                    <a:pt x="2297812" y="133129"/>
                  </a:lnTo>
                  <a:lnTo>
                    <a:pt x="2304287" y="181355"/>
                  </a:lnTo>
                  <a:lnTo>
                    <a:pt x="2304287" y="906780"/>
                  </a:lnTo>
                  <a:lnTo>
                    <a:pt x="2297812" y="955006"/>
                  </a:lnTo>
                  <a:lnTo>
                    <a:pt x="2279537" y="998332"/>
                  </a:lnTo>
                  <a:lnTo>
                    <a:pt x="2251186" y="1035034"/>
                  </a:lnTo>
                  <a:lnTo>
                    <a:pt x="2214484" y="1063385"/>
                  </a:lnTo>
                  <a:lnTo>
                    <a:pt x="2171158" y="1081660"/>
                  </a:lnTo>
                  <a:lnTo>
                    <a:pt x="2122931" y="1088136"/>
                  </a:lnTo>
                  <a:lnTo>
                    <a:pt x="181355" y="1088136"/>
                  </a:lnTo>
                  <a:lnTo>
                    <a:pt x="133129" y="1081660"/>
                  </a:lnTo>
                  <a:lnTo>
                    <a:pt x="89803" y="1063385"/>
                  </a:lnTo>
                  <a:lnTo>
                    <a:pt x="53101" y="1035034"/>
                  </a:lnTo>
                  <a:lnTo>
                    <a:pt x="24750" y="998332"/>
                  </a:lnTo>
                  <a:lnTo>
                    <a:pt x="6475" y="955006"/>
                  </a:lnTo>
                  <a:lnTo>
                    <a:pt x="0" y="906780"/>
                  </a:lnTo>
                  <a:lnTo>
                    <a:pt x="0" y="181355"/>
                  </a:lnTo>
                  <a:close/>
                </a:path>
              </a:pathLst>
            </a:custGeom>
            <a:ln w="9525">
              <a:solidFill>
                <a:srgbClr val="444D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B0587B67-0CFD-90A8-47F1-EB5D90087949}"/>
              </a:ext>
            </a:extLst>
          </p:cNvPr>
          <p:cNvSpPr txBox="1"/>
          <p:nvPr/>
        </p:nvSpPr>
        <p:spPr>
          <a:xfrm>
            <a:off x="6845317" y="3232374"/>
            <a:ext cx="2302764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spc="-10" dirty="0">
                <a:solidFill>
                  <a:srgbClr val="FFFFFF"/>
                </a:solidFill>
                <a:latin typeface="Tahoma"/>
                <a:cs typeface="Tahoma"/>
              </a:rPr>
              <a:t>Predicate Logic /</a:t>
            </a:r>
            <a:r>
              <a:rPr sz="1900" spc="-1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900" dirty="0">
              <a:latin typeface="Tahoma"/>
              <a:cs typeface="Tahoma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3994E65-0047-FC03-6B9F-7E92C908F5CA}"/>
              </a:ext>
            </a:extLst>
          </p:cNvPr>
          <p:cNvSpPr/>
          <p:nvPr/>
        </p:nvSpPr>
        <p:spPr>
          <a:xfrm>
            <a:off x="2945130" y="3493642"/>
            <a:ext cx="6403975" cy="85725"/>
          </a:xfrm>
          <a:custGeom>
            <a:avLst/>
            <a:gdLst/>
            <a:ahLst/>
            <a:cxnLst/>
            <a:rect l="l" t="t" r="r" b="b"/>
            <a:pathLst>
              <a:path w="6403975" h="85725">
                <a:moveTo>
                  <a:pt x="599186" y="42799"/>
                </a:moveTo>
                <a:lnTo>
                  <a:pt x="570687" y="28575"/>
                </a:lnTo>
                <a:lnTo>
                  <a:pt x="513461" y="0"/>
                </a:lnTo>
                <a:lnTo>
                  <a:pt x="513461" y="28575"/>
                </a:lnTo>
                <a:lnTo>
                  <a:pt x="0" y="28575"/>
                </a:lnTo>
                <a:lnTo>
                  <a:pt x="0" y="57150"/>
                </a:lnTo>
                <a:lnTo>
                  <a:pt x="513461" y="57150"/>
                </a:lnTo>
                <a:lnTo>
                  <a:pt x="513461" y="85725"/>
                </a:lnTo>
                <a:lnTo>
                  <a:pt x="570522" y="57150"/>
                </a:lnTo>
                <a:lnTo>
                  <a:pt x="599186" y="42799"/>
                </a:lnTo>
                <a:close/>
              </a:path>
              <a:path w="6403975" h="85725">
                <a:moveTo>
                  <a:pt x="3500755" y="42799"/>
                </a:moveTo>
                <a:lnTo>
                  <a:pt x="3472256" y="28575"/>
                </a:lnTo>
                <a:lnTo>
                  <a:pt x="3415030" y="0"/>
                </a:lnTo>
                <a:lnTo>
                  <a:pt x="3415030" y="28575"/>
                </a:lnTo>
                <a:lnTo>
                  <a:pt x="2901696" y="28575"/>
                </a:lnTo>
                <a:lnTo>
                  <a:pt x="2901696" y="57150"/>
                </a:lnTo>
                <a:lnTo>
                  <a:pt x="3415030" y="57150"/>
                </a:lnTo>
                <a:lnTo>
                  <a:pt x="3415030" y="85725"/>
                </a:lnTo>
                <a:lnTo>
                  <a:pt x="3472091" y="57150"/>
                </a:lnTo>
                <a:lnTo>
                  <a:pt x="3500755" y="42799"/>
                </a:lnTo>
                <a:close/>
              </a:path>
              <a:path w="6403975" h="85725">
                <a:moveTo>
                  <a:pt x="6403975" y="42799"/>
                </a:moveTo>
                <a:lnTo>
                  <a:pt x="6375476" y="28575"/>
                </a:lnTo>
                <a:lnTo>
                  <a:pt x="6318250" y="0"/>
                </a:lnTo>
                <a:lnTo>
                  <a:pt x="6318250" y="28575"/>
                </a:lnTo>
                <a:lnTo>
                  <a:pt x="5804916" y="28575"/>
                </a:lnTo>
                <a:lnTo>
                  <a:pt x="5804916" y="57150"/>
                </a:lnTo>
                <a:lnTo>
                  <a:pt x="6318250" y="57150"/>
                </a:lnTo>
                <a:lnTo>
                  <a:pt x="6318250" y="85725"/>
                </a:lnTo>
                <a:lnTo>
                  <a:pt x="6375311" y="57150"/>
                </a:lnTo>
                <a:lnTo>
                  <a:pt x="6403975" y="42799"/>
                </a:lnTo>
                <a:close/>
              </a:path>
            </a:pathLst>
          </a:custGeom>
          <a:solidFill>
            <a:srgbClr val="9282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1CC544C0-2980-F29C-EF52-DBE2ACCC4FA3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E6BDEEEB-A051-8C4D-F3EF-3DC97A342C25}"/>
              </a:ext>
            </a:extLst>
          </p:cNvPr>
          <p:cNvSpPr txBox="1"/>
          <p:nvPr/>
        </p:nvSpPr>
        <p:spPr>
          <a:xfrm>
            <a:off x="3049361" y="3275112"/>
            <a:ext cx="6098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>
                <a:effectLst/>
              </a:rPr>
              <a:t> </a:t>
            </a:r>
            <a:endParaRPr lang="nl-NL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33059B2A-D305-309F-2E42-063D9BD4471C}"/>
              </a:ext>
            </a:extLst>
          </p:cNvPr>
          <p:cNvSpPr txBox="1"/>
          <p:nvPr/>
        </p:nvSpPr>
        <p:spPr>
          <a:xfrm>
            <a:off x="9921240" y="3336162"/>
            <a:ext cx="14325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900" dirty="0">
                <a:solidFill>
                  <a:srgbClr val="FFFFFF"/>
                </a:solidFill>
                <a:latin typeface="Tahoma"/>
                <a:cs typeface="Tahoma"/>
              </a:rPr>
              <a:t>Functions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14" name="Graphic 13" descr="Badge Tick1 met effen opvulling">
            <a:extLst>
              <a:ext uri="{FF2B5EF4-FFF2-40B4-BE49-F238E27FC236}">
                <a16:creationId xmlns:a16="http://schemas.microsoft.com/office/drawing/2014/main" id="{0F5F69CB-7E94-A051-BF65-5C2575461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7404" y="2328227"/>
            <a:ext cx="914400" cy="914400"/>
          </a:xfrm>
          <a:prstGeom prst="rect">
            <a:avLst/>
          </a:prstGeom>
        </p:spPr>
      </p:pic>
      <p:pic>
        <p:nvPicPr>
          <p:cNvPr id="22" name="Graphic 21" descr="Badge Tick1 met effen opvulling">
            <a:extLst>
              <a:ext uri="{FF2B5EF4-FFF2-40B4-BE49-F238E27FC236}">
                <a16:creationId xmlns:a16="http://schemas.microsoft.com/office/drawing/2014/main" id="{085B1E4C-0229-9CA2-0680-3E95A1AED0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778" y="2344065"/>
            <a:ext cx="914400" cy="914400"/>
          </a:xfrm>
          <a:prstGeom prst="rect">
            <a:avLst/>
          </a:prstGeom>
        </p:spPr>
      </p:pic>
      <p:pic>
        <p:nvPicPr>
          <p:cNvPr id="24" name="Graphic 23" descr="Badge Tick1 met effen opvulling">
            <a:extLst>
              <a:ext uri="{FF2B5EF4-FFF2-40B4-BE49-F238E27FC236}">
                <a16:creationId xmlns:a16="http://schemas.microsoft.com/office/drawing/2014/main" id="{E984B459-A0EA-C14F-23F4-6C471435F7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4286" y="2344065"/>
            <a:ext cx="914400" cy="914400"/>
          </a:xfrm>
          <a:prstGeom prst="rect">
            <a:avLst/>
          </a:prstGeom>
        </p:spPr>
      </p:pic>
      <p:pic>
        <p:nvPicPr>
          <p:cNvPr id="25" name="Graphic 24" descr="Badge Tick1 met effen opvulling">
            <a:extLst>
              <a:ext uri="{FF2B5EF4-FFF2-40B4-BE49-F238E27FC236}">
                <a16:creationId xmlns:a16="http://schemas.microsoft.com/office/drawing/2014/main" id="{3110109F-00D4-9A7C-2463-3470C36B6A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20256" y="23310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435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DAF957-3641-331A-72B5-DEBAF066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097" y="0"/>
            <a:ext cx="3630561" cy="958645"/>
          </a:xfrm>
        </p:spPr>
        <p:txBody>
          <a:bodyPr/>
          <a:lstStyle/>
          <a:p>
            <a:r>
              <a:rPr lang="nl-NL"/>
              <a:t>Extra</a:t>
            </a:r>
          </a:p>
        </p:txBody>
      </p:sp>
      <p:sp>
        <p:nvSpPr>
          <p:cNvPr id="3" name="Google Shape;847;p79">
            <a:extLst>
              <a:ext uri="{FF2B5EF4-FFF2-40B4-BE49-F238E27FC236}">
                <a16:creationId xmlns:a16="http://schemas.microsoft.com/office/drawing/2014/main" id="{4F22DDAB-40A7-ABCD-FC5A-AADA4A0C5B1D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4F03DA8-01B4-A60A-8AC0-1C640FAE8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658" y="1725561"/>
            <a:ext cx="7772400" cy="13716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719B1E6D-AC61-DD58-9D3B-618D70836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097" y="3219450"/>
            <a:ext cx="4660900" cy="419100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96E2598C-BA13-74AB-D26C-D3959A05156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5339" y="2906486"/>
            <a:ext cx="4411979" cy="359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190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0AB89-A7BE-F403-6A57-DCFA9C1E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9F92D-6159-11AC-DC90-B84A5D1E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097" y="0"/>
            <a:ext cx="3630561" cy="958645"/>
          </a:xfrm>
        </p:spPr>
        <p:txBody>
          <a:bodyPr/>
          <a:lstStyle/>
          <a:p>
            <a:r>
              <a:rPr lang="nl-NL"/>
              <a:t>Extra</a:t>
            </a:r>
          </a:p>
        </p:txBody>
      </p:sp>
      <p:sp>
        <p:nvSpPr>
          <p:cNvPr id="3" name="Google Shape;847;p79">
            <a:extLst>
              <a:ext uri="{FF2B5EF4-FFF2-40B4-BE49-F238E27FC236}">
                <a16:creationId xmlns:a16="http://schemas.microsoft.com/office/drawing/2014/main" id="{46039A2B-1664-F664-A302-183B67139974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D66EC49-BC53-A982-935E-35DA1A11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658" y="1725561"/>
            <a:ext cx="7772400" cy="13716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45032CD-6B0C-0704-5DCD-14AF22A7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097" y="3219450"/>
            <a:ext cx="4660900" cy="419100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5A2696D3-B4E2-3F9A-5AE7-1D1EAAFFF3D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5339" y="2906486"/>
            <a:ext cx="4411979" cy="359946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B1BD3A45-9FE5-E7C1-ADC8-3B914618C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97" y="4026447"/>
            <a:ext cx="69977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9897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4D03-42D8-47C6-80D8-D8F2F538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C32CA6-769A-81BF-D224-F8BC6EBE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097" y="0"/>
            <a:ext cx="3630561" cy="958645"/>
          </a:xfrm>
        </p:spPr>
        <p:txBody>
          <a:bodyPr/>
          <a:lstStyle/>
          <a:p>
            <a:r>
              <a:rPr lang="nl-NL"/>
              <a:t>Extra</a:t>
            </a:r>
          </a:p>
        </p:txBody>
      </p:sp>
      <p:sp>
        <p:nvSpPr>
          <p:cNvPr id="3" name="Google Shape;847;p79">
            <a:extLst>
              <a:ext uri="{FF2B5EF4-FFF2-40B4-BE49-F238E27FC236}">
                <a16:creationId xmlns:a16="http://schemas.microsoft.com/office/drawing/2014/main" id="{CA5CBABE-2C6D-EAD3-F59E-5E0D0543CA27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10E88C6-86E9-3F29-4E05-F356ABB3A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658" y="1725561"/>
            <a:ext cx="7772400" cy="1371600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9C27ECF2-6559-B60E-DB15-E6DC9E5422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35339" y="2906486"/>
            <a:ext cx="4411979" cy="3599468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23393144-C959-62AB-BAE4-C0C851F6F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83" y="3325763"/>
            <a:ext cx="47371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689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69DE-37DC-7CD6-8BCA-62AD5607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3506B4-F4CB-0F6D-F36A-8AA38B8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097" y="0"/>
            <a:ext cx="3630561" cy="958645"/>
          </a:xfrm>
        </p:spPr>
        <p:txBody>
          <a:bodyPr/>
          <a:lstStyle/>
          <a:p>
            <a:r>
              <a:rPr lang="nl-NL"/>
              <a:t>Extra</a:t>
            </a:r>
          </a:p>
        </p:txBody>
      </p:sp>
      <p:sp>
        <p:nvSpPr>
          <p:cNvPr id="3" name="Google Shape;847;p79">
            <a:extLst>
              <a:ext uri="{FF2B5EF4-FFF2-40B4-BE49-F238E27FC236}">
                <a16:creationId xmlns:a16="http://schemas.microsoft.com/office/drawing/2014/main" id="{26F2D10B-F0F6-AB46-E096-483BED0AB156}"/>
              </a:ext>
            </a:extLst>
          </p:cNvPr>
          <p:cNvSpPr txBox="1"/>
          <p:nvPr/>
        </p:nvSpPr>
        <p:spPr>
          <a:xfrm>
            <a:off x="1035697" y="979714"/>
            <a:ext cx="328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 Question: final 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45FA67C-7B7E-A1C0-8C7D-19D4676B4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61" y="1476528"/>
            <a:ext cx="7772400" cy="1371600"/>
          </a:xfrm>
          <a:prstGeom prst="rect">
            <a:avLst/>
          </a:prstGeom>
        </p:spPr>
      </p:pic>
      <p:pic>
        <p:nvPicPr>
          <p:cNvPr id="6" name="object 3">
            <a:extLst>
              <a:ext uri="{FF2B5EF4-FFF2-40B4-BE49-F238E27FC236}">
                <a16:creationId xmlns:a16="http://schemas.microsoft.com/office/drawing/2014/main" id="{A43501CC-B62A-38DE-AD75-5DDD8700AE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35339" y="2906486"/>
            <a:ext cx="4411979" cy="3599468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74EE687-582E-C901-4242-4E90F61D8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83" y="2897742"/>
            <a:ext cx="4737100" cy="4572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4E5E661-B9CB-FA86-D456-116B3BD3C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33" y="3429000"/>
            <a:ext cx="7264400" cy="18796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BB078F66-9C40-8B77-8D3D-169DD8723B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539" y="5434896"/>
            <a:ext cx="70358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864"/>
      </p:ext>
    </p:extLst>
  </p:cSld>
  <p:clrMapOvr>
    <a:masterClrMapping/>
  </p:clrMapOvr>
</p:sld>
</file>

<file path=ppt/theme/theme1.xml><?xml version="1.0" encoding="utf-8"?>
<a:theme xmlns:a="http://schemas.openxmlformats.org/drawingml/2006/main" name="Voorpagin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2a9c9c-2da6-4bfb-b318-0f83043fe49b}" enabled="0" method="" siteId="{462a9c9c-2da6-4bfb-b318-0f83043fe49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Macintosh PowerPoint</Application>
  <PresentationFormat>Widescreen</PresentationFormat>
  <Paragraphs>140</Paragraphs>
  <Slides>65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Calibri</vt:lpstr>
      <vt:lpstr>Tahoma</vt:lpstr>
      <vt:lpstr>Arial MT</vt:lpstr>
      <vt:lpstr>Helvetica Neue</vt:lpstr>
      <vt:lpstr>Helvetica Neue Light</vt:lpstr>
      <vt:lpstr>Arial</vt:lpstr>
      <vt:lpstr>Voorpagina</vt:lpstr>
      <vt:lpstr>Custom Design</vt:lpstr>
      <vt:lpstr>Logic &amp; Sets </vt:lpstr>
      <vt:lpstr>Welcome!</vt:lpstr>
      <vt:lpstr>WhatsApp</vt:lpstr>
      <vt:lpstr>Planning Day 1</vt:lpstr>
      <vt:lpstr>Is this familiar?</vt:lpstr>
      <vt:lpstr>Pro-active participation</vt:lpstr>
      <vt:lpstr>Structure</vt:lpstr>
      <vt:lpstr>Planning Day 1</vt:lpstr>
      <vt:lpstr>Exam</vt:lpstr>
      <vt:lpstr>PowerPoint Presentation</vt:lpstr>
      <vt:lpstr>Planning Day 1</vt:lpstr>
      <vt:lpstr>Models</vt:lpstr>
      <vt:lpstr>Models</vt:lpstr>
      <vt:lpstr>Models</vt:lpstr>
      <vt:lpstr>Models</vt:lpstr>
      <vt:lpstr>Models</vt:lpstr>
      <vt:lpstr>Models</vt:lpstr>
      <vt:lpstr>Models</vt:lpstr>
      <vt:lpstr>Models</vt:lpstr>
      <vt:lpstr>Models</vt:lpstr>
      <vt:lpstr>Models</vt:lpstr>
      <vt:lpstr>Models</vt:lpstr>
      <vt:lpstr>Models: Important sem. equiv.</vt:lpstr>
      <vt:lpstr>Models: Example</vt:lpstr>
      <vt:lpstr>Models: Example</vt:lpstr>
      <vt:lpstr>Models: Example</vt:lpstr>
      <vt:lpstr>Models: Example</vt:lpstr>
      <vt:lpstr>Models: Example</vt:lpstr>
      <vt:lpstr>Models: Example</vt:lpstr>
      <vt:lpstr>Models: Example</vt:lpstr>
      <vt:lpstr>Models: Exercise</vt:lpstr>
      <vt:lpstr>Models: Exercise</vt:lpstr>
      <vt:lpstr>Models: Exercise</vt:lpstr>
      <vt:lpstr>Planning Day 1</vt:lpstr>
      <vt:lpstr>Break</vt:lpstr>
      <vt:lpstr>Functions</vt:lpstr>
      <vt:lpstr>Functions</vt:lpstr>
      <vt:lpstr>Functions</vt:lpstr>
      <vt:lpstr>Functions</vt:lpstr>
      <vt:lpstr>Functions</vt:lpstr>
      <vt:lpstr>Functions</vt:lpstr>
      <vt:lpstr>Functions: Example</vt:lpstr>
      <vt:lpstr>Functions: Exercise!</vt:lpstr>
      <vt:lpstr>Functions: Exercise!</vt:lpstr>
      <vt:lpstr>Functions</vt:lpstr>
      <vt:lpstr>Functions</vt:lpstr>
      <vt:lpstr>Functions</vt:lpstr>
      <vt:lpstr>Functions: Example</vt:lpstr>
      <vt:lpstr>Functions: Example</vt:lpstr>
      <vt:lpstr>Functions: Example</vt:lpstr>
      <vt:lpstr>PowerPoint Presentation</vt:lpstr>
      <vt:lpstr>Evaluation form</vt:lpstr>
      <vt:lpstr>Free vs full</vt:lpstr>
      <vt:lpstr>Full Course</vt:lpstr>
      <vt:lpstr>Functions: Exercise!</vt:lpstr>
      <vt:lpstr>Functions: Exercise!</vt:lpstr>
      <vt:lpstr>Functions: Exercise!</vt:lpstr>
      <vt:lpstr>Functions: Exercise!</vt:lpstr>
      <vt:lpstr>Functions: Exercise!</vt:lpstr>
      <vt:lpstr>Functions: Exercise!</vt:lpstr>
      <vt:lpstr>Planning Day 1</vt:lpstr>
      <vt:lpstr>Extra</vt:lpstr>
      <vt:lpstr>Extra</vt:lpstr>
      <vt:lpstr>Extra</vt:lpstr>
      <vt:lpstr>Extra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&amp; Sets Day 1</dc:title>
  <cp:lastModifiedBy>DEFNE OZYIGIT</cp:lastModifiedBy>
  <cp:revision>1</cp:revision>
  <dcterms:modified xsi:type="dcterms:W3CDTF">2025-10-15T07:43:38Z</dcterms:modified>
</cp:coreProperties>
</file>