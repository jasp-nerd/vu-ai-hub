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6"/>
  </p:notesMasterIdLst>
  <p:sldIdLst>
    <p:sldId id="270" r:id="rId2"/>
    <p:sldId id="656" r:id="rId3"/>
    <p:sldId id="659" r:id="rId4"/>
    <p:sldId id="273" r:id="rId5"/>
    <p:sldId id="274" r:id="rId6"/>
    <p:sldId id="275" r:id="rId7"/>
    <p:sldId id="276" r:id="rId8"/>
    <p:sldId id="277" r:id="rId9"/>
    <p:sldId id="278" r:id="rId10"/>
    <p:sldId id="347" r:id="rId11"/>
    <p:sldId id="348" r:id="rId12"/>
    <p:sldId id="658" r:id="rId13"/>
    <p:sldId id="475" r:id="rId14"/>
    <p:sldId id="34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o Cangelli" userId="5dfdaa81-86a5-4922-b3b2-b618269ecbdb" providerId="ADAL" clId="{228D69CA-A0CC-46F1-862C-E6ACF4A0CD82}"/>
    <pc:docChg chg="custSel addSld delSld modSld sldOrd">
      <pc:chgData name="Alessandro Cangelli" userId="5dfdaa81-86a5-4922-b3b2-b618269ecbdb" providerId="ADAL" clId="{228D69CA-A0CC-46F1-862C-E6ACF4A0CD82}" dt="2025-05-06T10:22:06.976" v="38" actId="2696"/>
      <pc:docMkLst>
        <pc:docMk/>
      </pc:docMkLst>
      <pc:sldChg chg="modSp new del mod ord">
        <pc:chgData name="Alessandro Cangelli" userId="5dfdaa81-86a5-4922-b3b2-b618269ecbdb" providerId="ADAL" clId="{228D69CA-A0CC-46F1-862C-E6ACF4A0CD82}" dt="2025-05-06T10:22:06.976" v="38" actId="2696"/>
        <pc:sldMkLst>
          <pc:docMk/>
          <pc:sldMk cId="788976103" sldId="660"/>
        </pc:sldMkLst>
        <pc:spChg chg="mod">
          <ac:chgData name="Alessandro Cangelli" userId="5dfdaa81-86a5-4922-b3b2-b618269ecbdb" providerId="ADAL" clId="{228D69CA-A0CC-46F1-862C-E6ACF4A0CD82}" dt="2025-05-06T10:13:25.603" v="37" actId="5793"/>
          <ac:spMkLst>
            <pc:docMk/>
            <pc:sldMk cId="788976103" sldId="660"/>
            <ac:spMk id="2" creationId="{A2B3E0EA-C82D-6A03-2607-D8311AAFFB28}"/>
          </ac:spMkLst>
        </pc:spChg>
      </pc:sldChg>
    </pc:docChg>
  </pc:docChgLst>
  <pc:docChgLst>
    <pc:chgData name="Jens Branum" userId="5814b418-714d-434b-a603-468617293e1d" providerId="ADAL" clId="{5B054174-588B-4F03-A341-65C5A5ED17C7}"/>
    <pc:docChg chg="delSld">
      <pc:chgData name="Jens Branum" userId="5814b418-714d-434b-a603-468617293e1d" providerId="ADAL" clId="{5B054174-588B-4F03-A341-65C5A5ED17C7}" dt="2022-12-19T11:07:28.390" v="0" actId="47"/>
      <pc:docMkLst>
        <pc:docMk/>
      </pc:docMkLst>
      <pc:sldChg chg="del">
        <pc:chgData name="Jens Branum" userId="5814b418-714d-434b-a603-468617293e1d" providerId="ADAL" clId="{5B054174-588B-4F03-A341-65C5A5ED17C7}" dt="2022-12-19T11:07:28.390" v="0" actId="47"/>
        <pc:sldMkLst>
          <pc:docMk/>
          <pc:sldMk cId="1093577423" sldId="660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CBDAB1-B903-47F3-90D1-3501E87C17D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04D281A-B4BD-4811-80EA-1857ADFBA2C8}">
      <dgm:prSet/>
      <dgm:spPr/>
      <dgm:t>
        <a:bodyPr/>
        <a:lstStyle/>
        <a:p>
          <a:r>
            <a:rPr lang="en-US"/>
            <a:t>Editing is part of a cyclical writing process.</a:t>
          </a:r>
        </a:p>
      </dgm:t>
    </dgm:pt>
    <dgm:pt modelId="{AB40BCC9-09B5-481D-9261-72E2B1300898}" type="parTrans" cxnId="{2DCFEA1F-7979-41F1-98E1-93A97EA94A83}">
      <dgm:prSet/>
      <dgm:spPr/>
      <dgm:t>
        <a:bodyPr/>
        <a:lstStyle/>
        <a:p>
          <a:endParaRPr lang="en-US"/>
        </a:p>
      </dgm:t>
    </dgm:pt>
    <dgm:pt modelId="{68303025-2847-4F43-AE28-E1831B244CB4}" type="sibTrans" cxnId="{2DCFEA1F-7979-41F1-98E1-93A97EA94A83}">
      <dgm:prSet/>
      <dgm:spPr/>
      <dgm:t>
        <a:bodyPr/>
        <a:lstStyle/>
        <a:p>
          <a:endParaRPr lang="en-US"/>
        </a:p>
      </dgm:t>
    </dgm:pt>
    <dgm:pt modelId="{ED4B4326-52BB-4281-924B-EBEC7ED39E44}">
      <dgm:prSet/>
      <dgm:spPr/>
      <dgm:t>
        <a:bodyPr/>
        <a:lstStyle/>
        <a:p>
          <a:r>
            <a:rPr lang="en-US"/>
            <a:t>Always make final editing an independent process that you set time aside for.</a:t>
          </a:r>
        </a:p>
      </dgm:t>
    </dgm:pt>
    <dgm:pt modelId="{B112075E-99B2-4078-A310-F0A0137D4ADA}" type="parTrans" cxnId="{514D4586-9673-4D93-A9FC-DCC1D0293354}">
      <dgm:prSet/>
      <dgm:spPr/>
      <dgm:t>
        <a:bodyPr/>
        <a:lstStyle/>
        <a:p>
          <a:endParaRPr lang="en-US"/>
        </a:p>
      </dgm:t>
    </dgm:pt>
    <dgm:pt modelId="{1896CF87-B8E1-4AF0-8C1F-C1CE942E50CA}" type="sibTrans" cxnId="{514D4586-9673-4D93-A9FC-DCC1D0293354}">
      <dgm:prSet/>
      <dgm:spPr/>
      <dgm:t>
        <a:bodyPr/>
        <a:lstStyle/>
        <a:p>
          <a:endParaRPr lang="en-US"/>
        </a:p>
      </dgm:t>
    </dgm:pt>
    <dgm:pt modelId="{7CFD97CD-674D-4E78-A499-790E1B824686}">
      <dgm:prSet/>
      <dgm:spPr/>
      <dgm:t>
        <a:bodyPr/>
        <a:lstStyle/>
        <a:p>
          <a:r>
            <a:rPr lang="en-US" dirty="0"/>
            <a:t>Editing involves looking at a range of features of your text, BUT it can be more effective to </a:t>
          </a:r>
          <a:r>
            <a:rPr lang="en-US" dirty="0" err="1"/>
            <a:t>priotise</a:t>
          </a:r>
          <a:r>
            <a:rPr lang="en-US" dirty="0"/>
            <a:t> certain areas.</a:t>
          </a:r>
        </a:p>
      </dgm:t>
    </dgm:pt>
    <dgm:pt modelId="{C4B40404-BAE9-44A8-B4A7-287C2B80A727}" type="parTrans" cxnId="{3F372DAE-0A42-403E-9872-065B41529FB6}">
      <dgm:prSet/>
      <dgm:spPr/>
      <dgm:t>
        <a:bodyPr/>
        <a:lstStyle/>
        <a:p>
          <a:endParaRPr lang="en-US"/>
        </a:p>
      </dgm:t>
    </dgm:pt>
    <dgm:pt modelId="{84BCE3F7-E7E8-42CC-B879-ACA4B4A8212B}" type="sibTrans" cxnId="{3F372DAE-0A42-403E-9872-065B41529FB6}">
      <dgm:prSet/>
      <dgm:spPr/>
      <dgm:t>
        <a:bodyPr/>
        <a:lstStyle/>
        <a:p>
          <a:endParaRPr lang="en-US"/>
        </a:p>
      </dgm:t>
    </dgm:pt>
    <dgm:pt modelId="{FA87581B-F00F-4233-B8DF-ED634F8C08BA}" type="pres">
      <dgm:prSet presAssocID="{B5CBDAB1-B903-47F3-90D1-3501E87C17DF}" presName="root" presStyleCnt="0">
        <dgm:presLayoutVars>
          <dgm:dir/>
          <dgm:resizeHandles val="exact"/>
        </dgm:presLayoutVars>
      </dgm:prSet>
      <dgm:spPr/>
    </dgm:pt>
    <dgm:pt modelId="{1341DFFA-0F8E-44E0-B16F-4DAAF611E7E4}" type="pres">
      <dgm:prSet presAssocID="{B04D281A-B4BD-4811-80EA-1857ADFBA2C8}" presName="compNode" presStyleCnt="0"/>
      <dgm:spPr/>
    </dgm:pt>
    <dgm:pt modelId="{1DC49020-6C6A-40A8-BFF0-14839425E6F3}" type="pres">
      <dgm:prSet presAssocID="{B04D281A-B4BD-4811-80EA-1857ADFBA2C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465207ED-5C0C-49A7-8E65-8B709393FBBE}" type="pres">
      <dgm:prSet presAssocID="{B04D281A-B4BD-4811-80EA-1857ADFBA2C8}" presName="spaceRect" presStyleCnt="0"/>
      <dgm:spPr/>
    </dgm:pt>
    <dgm:pt modelId="{785FC238-CC99-4A80-8611-8CAAB5DE1578}" type="pres">
      <dgm:prSet presAssocID="{B04D281A-B4BD-4811-80EA-1857ADFBA2C8}" presName="textRect" presStyleLbl="revTx" presStyleIdx="0" presStyleCnt="3">
        <dgm:presLayoutVars>
          <dgm:chMax val="1"/>
          <dgm:chPref val="1"/>
        </dgm:presLayoutVars>
      </dgm:prSet>
      <dgm:spPr/>
    </dgm:pt>
    <dgm:pt modelId="{7BAEDE5E-C950-490C-BD56-AA6A40022178}" type="pres">
      <dgm:prSet presAssocID="{68303025-2847-4F43-AE28-E1831B244CB4}" presName="sibTrans" presStyleCnt="0"/>
      <dgm:spPr/>
    </dgm:pt>
    <dgm:pt modelId="{AC19C049-63B3-4EDD-A64F-DF5CA72A7C98}" type="pres">
      <dgm:prSet presAssocID="{ED4B4326-52BB-4281-924B-EBEC7ED39E44}" presName="compNode" presStyleCnt="0"/>
      <dgm:spPr/>
    </dgm:pt>
    <dgm:pt modelId="{77E0B402-DDD9-4AFB-AC12-531FD8958973}" type="pres">
      <dgm:prSet presAssocID="{ED4B4326-52BB-4281-924B-EBEC7ED39E4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8DB896DA-8F99-424D-934F-4963F38A9C56}" type="pres">
      <dgm:prSet presAssocID="{ED4B4326-52BB-4281-924B-EBEC7ED39E44}" presName="spaceRect" presStyleCnt="0"/>
      <dgm:spPr/>
    </dgm:pt>
    <dgm:pt modelId="{C8E0AC71-24FA-4DED-9A40-B82971C6D516}" type="pres">
      <dgm:prSet presAssocID="{ED4B4326-52BB-4281-924B-EBEC7ED39E44}" presName="textRect" presStyleLbl="revTx" presStyleIdx="1" presStyleCnt="3">
        <dgm:presLayoutVars>
          <dgm:chMax val="1"/>
          <dgm:chPref val="1"/>
        </dgm:presLayoutVars>
      </dgm:prSet>
      <dgm:spPr/>
    </dgm:pt>
    <dgm:pt modelId="{DAE07C09-E485-4B55-B9DC-72D416C34F24}" type="pres">
      <dgm:prSet presAssocID="{1896CF87-B8E1-4AF0-8C1F-C1CE942E50CA}" presName="sibTrans" presStyleCnt="0"/>
      <dgm:spPr/>
    </dgm:pt>
    <dgm:pt modelId="{D180733F-C173-4C7D-A785-D4F4DF64B685}" type="pres">
      <dgm:prSet presAssocID="{7CFD97CD-674D-4E78-A499-790E1B824686}" presName="compNode" presStyleCnt="0"/>
      <dgm:spPr/>
    </dgm:pt>
    <dgm:pt modelId="{3355F858-4564-4D5B-81D7-5229116EC5BA}" type="pres">
      <dgm:prSet presAssocID="{7CFD97CD-674D-4E78-A499-790E1B82468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325006E2-0BD4-4DB1-9D9C-7E8F3F8E9A8D}" type="pres">
      <dgm:prSet presAssocID="{7CFD97CD-674D-4E78-A499-790E1B824686}" presName="spaceRect" presStyleCnt="0"/>
      <dgm:spPr/>
    </dgm:pt>
    <dgm:pt modelId="{483AE715-1BE3-49B3-A097-D9F867216DEC}" type="pres">
      <dgm:prSet presAssocID="{7CFD97CD-674D-4E78-A499-790E1B82468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DCFEA1F-7979-41F1-98E1-93A97EA94A83}" srcId="{B5CBDAB1-B903-47F3-90D1-3501E87C17DF}" destId="{B04D281A-B4BD-4811-80EA-1857ADFBA2C8}" srcOrd="0" destOrd="0" parTransId="{AB40BCC9-09B5-481D-9261-72E2B1300898}" sibTransId="{68303025-2847-4F43-AE28-E1831B244CB4}"/>
    <dgm:cxn modelId="{1ED69929-8AC8-46C3-933C-9583FA1C7EAF}" type="presOf" srcId="{ED4B4326-52BB-4281-924B-EBEC7ED39E44}" destId="{C8E0AC71-24FA-4DED-9A40-B82971C6D516}" srcOrd="0" destOrd="0" presId="urn:microsoft.com/office/officeart/2018/2/layout/IconLabelList"/>
    <dgm:cxn modelId="{8F96FA50-360A-4939-9A17-AB29244558FD}" type="presOf" srcId="{B5CBDAB1-B903-47F3-90D1-3501E87C17DF}" destId="{FA87581B-F00F-4233-B8DF-ED634F8C08BA}" srcOrd="0" destOrd="0" presId="urn:microsoft.com/office/officeart/2018/2/layout/IconLabelList"/>
    <dgm:cxn modelId="{514D4586-9673-4D93-A9FC-DCC1D0293354}" srcId="{B5CBDAB1-B903-47F3-90D1-3501E87C17DF}" destId="{ED4B4326-52BB-4281-924B-EBEC7ED39E44}" srcOrd="1" destOrd="0" parTransId="{B112075E-99B2-4078-A310-F0A0137D4ADA}" sibTransId="{1896CF87-B8E1-4AF0-8C1F-C1CE942E50CA}"/>
    <dgm:cxn modelId="{3F372DAE-0A42-403E-9872-065B41529FB6}" srcId="{B5CBDAB1-B903-47F3-90D1-3501E87C17DF}" destId="{7CFD97CD-674D-4E78-A499-790E1B824686}" srcOrd="2" destOrd="0" parTransId="{C4B40404-BAE9-44A8-B4A7-287C2B80A727}" sibTransId="{84BCE3F7-E7E8-42CC-B879-ACA4B4A8212B}"/>
    <dgm:cxn modelId="{020F6CB5-EC21-485D-B733-4A032FCAFFD8}" type="presOf" srcId="{7CFD97CD-674D-4E78-A499-790E1B824686}" destId="{483AE715-1BE3-49B3-A097-D9F867216DEC}" srcOrd="0" destOrd="0" presId="urn:microsoft.com/office/officeart/2018/2/layout/IconLabelList"/>
    <dgm:cxn modelId="{F6A89CC6-1E19-458C-88F8-0327B0B36DB6}" type="presOf" srcId="{B04D281A-B4BD-4811-80EA-1857ADFBA2C8}" destId="{785FC238-CC99-4A80-8611-8CAAB5DE1578}" srcOrd="0" destOrd="0" presId="urn:microsoft.com/office/officeart/2018/2/layout/IconLabelList"/>
    <dgm:cxn modelId="{36A85737-B61B-471B-8CB9-E4C26D423BB8}" type="presParOf" srcId="{FA87581B-F00F-4233-B8DF-ED634F8C08BA}" destId="{1341DFFA-0F8E-44E0-B16F-4DAAF611E7E4}" srcOrd="0" destOrd="0" presId="urn:microsoft.com/office/officeart/2018/2/layout/IconLabelList"/>
    <dgm:cxn modelId="{2BC4AB98-816F-42FF-9D7B-DF153164370F}" type="presParOf" srcId="{1341DFFA-0F8E-44E0-B16F-4DAAF611E7E4}" destId="{1DC49020-6C6A-40A8-BFF0-14839425E6F3}" srcOrd="0" destOrd="0" presId="urn:microsoft.com/office/officeart/2018/2/layout/IconLabelList"/>
    <dgm:cxn modelId="{30610C31-833F-422F-9668-9DC3B208493A}" type="presParOf" srcId="{1341DFFA-0F8E-44E0-B16F-4DAAF611E7E4}" destId="{465207ED-5C0C-49A7-8E65-8B709393FBBE}" srcOrd="1" destOrd="0" presId="urn:microsoft.com/office/officeart/2018/2/layout/IconLabelList"/>
    <dgm:cxn modelId="{2142B36E-399B-4A23-A83E-2E52B5CBEEFD}" type="presParOf" srcId="{1341DFFA-0F8E-44E0-B16F-4DAAF611E7E4}" destId="{785FC238-CC99-4A80-8611-8CAAB5DE1578}" srcOrd="2" destOrd="0" presId="urn:microsoft.com/office/officeart/2018/2/layout/IconLabelList"/>
    <dgm:cxn modelId="{184FD30B-DF9D-4C11-A010-E9B960F8F156}" type="presParOf" srcId="{FA87581B-F00F-4233-B8DF-ED634F8C08BA}" destId="{7BAEDE5E-C950-490C-BD56-AA6A40022178}" srcOrd="1" destOrd="0" presId="urn:microsoft.com/office/officeart/2018/2/layout/IconLabelList"/>
    <dgm:cxn modelId="{E188872B-3F56-4EE8-949C-8C8C6D26B429}" type="presParOf" srcId="{FA87581B-F00F-4233-B8DF-ED634F8C08BA}" destId="{AC19C049-63B3-4EDD-A64F-DF5CA72A7C98}" srcOrd="2" destOrd="0" presId="urn:microsoft.com/office/officeart/2018/2/layout/IconLabelList"/>
    <dgm:cxn modelId="{93C5DF16-AD0E-4C12-B771-2ED234AB1687}" type="presParOf" srcId="{AC19C049-63B3-4EDD-A64F-DF5CA72A7C98}" destId="{77E0B402-DDD9-4AFB-AC12-531FD8958973}" srcOrd="0" destOrd="0" presId="urn:microsoft.com/office/officeart/2018/2/layout/IconLabelList"/>
    <dgm:cxn modelId="{7D5430A8-DBAF-4877-961A-0EA556AD0492}" type="presParOf" srcId="{AC19C049-63B3-4EDD-A64F-DF5CA72A7C98}" destId="{8DB896DA-8F99-424D-934F-4963F38A9C56}" srcOrd="1" destOrd="0" presId="urn:microsoft.com/office/officeart/2018/2/layout/IconLabelList"/>
    <dgm:cxn modelId="{0FA0F3E0-9930-432B-A963-C6D99C0178A7}" type="presParOf" srcId="{AC19C049-63B3-4EDD-A64F-DF5CA72A7C98}" destId="{C8E0AC71-24FA-4DED-9A40-B82971C6D516}" srcOrd="2" destOrd="0" presId="urn:microsoft.com/office/officeart/2018/2/layout/IconLabelList"/>
    <dgm:cxn modelId="{4B6B4E05-D814-4321-8B57-9849F455D360}" type="presParOf" srcId="{FA87581B-F00F-4233-B8DF-ED634F8C08BA}" destId="{DAE07C09-E485-4B55-B9DC-72D416C34F24}" srcOrd="3" destOrd="0" presId="urn:microsoft.com/office/officeart/2018/2/layout/IconLabelList"/>
    <dgm:cxn modelId="{269BDD39-927D-419C-B9CF-6DE112D6537C}" type="presParOf" srcId="{FA87581B-F00F-4233-B8DF-ED634F8C08BA}" destId="{D180733F-C173-4C7D-A785-D4F4DF64B685}" srcOrd="4" destOrd="0" presId="urn:microsoft.com/office/officeart/2018/2/layout/IconLabelList"/>
    <dgm:cxn modelId="{8F439196-D4D2-4D18-831D-EFA6105FD709}" type="presParOf" srcId="{D180733F-C173-4C7D-A785-D4F4DF64B685}" destId="{3355F858-4564-4D5B-81D7-5229116EC5BA}" srcOrd="0" destOrd="0" presId="urn:microsoft.com/office/officeart/2018/2/layout/IconLabelList"/>
    <dgm:cxn modelId="{AE6D90F1-1CE5-4D1D-A83A-F39820BBA3F8}" type="presParOf" srcId="{D180733F-C173-4C7D-A785-D4F4DF64B685}" destId="{325006E2-0BD4-4DB1-9D9C-7E8F3F8E9A8D}" srcOrd="1" destOrd="0" presId="urn:microsoft.com/office/officeart/2018/2/layout/IconLabelList"/>
    <dgm:cxn modelId="{7CA9295F-23C4-491A-A9AC-DCD6FC5A340E}" type="presParOf" srcId="{D180733F-C173-4C7D-A785-D4F4DF64B685}" destId="{483AE715-1BE3-49B3-A097-D9F867216DE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501A48D-0FF8-49E1-835E-B6FF3A8B3D50}" type="doc">
      <dgm:prSet loTypeId="urn:microsoft.com/office/officeart/2005/8/layout/process4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85EE6C5-A140-48C6-8058-5E6F3277F380}">
      <dgm:prSet/>
      <dgm:spPr/>
      <dgm:t>
        <a:bodyPr/>
        <a:lstStyle/>
        <a:p>
          <a:r>
            <a:rPr lang="nl-NL"/>
            <a:t>Highlight all pronouns (it, she, etc.) and demonstratives (this, that, these, those) in your text.</a:t>
          </a:r>
          <a:endParaRPr lang="en-US"/>
        </a:p>
      </dgm:t>
    </dgm:pt>
    <dgm:pt modelId="{12767292-3DC5-491B-A121-9C112CBC9414}" type="parTrans" cxnId="{4EA4B9A1-9365-476F-AB92-10BCB21515BE}">
      <dgm:prSet/>
      <dgm:spPr/>
      <dgm:t>
        <a:bodyPr/>
        <a:lstStyle/>
        <a:p>
          <a:endParaRPr lang="en-US"/>
        </a:p>
      </dgm:t>
    </dgm:pt>
    <dgm:pt modelId="{38E125F2-DB8A-421C-B1FC-5714FB553EB5}" type="sibTrans" cxnId="{4EA4B9A1-9365-476F-AB92-10BCB21515BE}">
      <dgm:prSet/>
      <dgm:spPr/>
      <dgm:t>
        <a:bodyPr/>
        <a:lstStyle/>
        <a:p>
          <a:endParaRPr lang="en-US"/>
        </a:p>
      </dgm:t>
    </dgm:pt>
    <dgm:pt modelId="{8EE67FBD-9FBE-461E-8FCC-80730A73278D}">
      <dgm:prSet/>
      <dgm:spPr/>
      <dgm:t>
        <a:bodyPr/>
        <a:lstStyle/>
        <a:p>
          <a:r>
            <a:rPr lang="nl-NL"/>
            <a:t>Find the antecedent</a:t>
          </a:r>
          <a:endParaRPr lang="en-US"/>
        </a:p>
      </dgm:t>
    </dgm:pt>
    <dgm:pt modelId="{3D46EF5E-EF2A-4AB3-939B-D136E3FBA756}" type="parTrans" cxnId="{D3C5414E-219E-4903-9565-924980CEF5C2}">
      <dgm:prSet/>
      <dgm:spPr/>
      <dgm:t>
        <a:bodyPr/>
        <a:lstStyle/>
        <a:p>
          <a:endParaRPr lang="en-US"/>
        </a:p>
      </dgm:t>
    </dgm:pt>
    <dgm:pt modelId="{E543AE34-4F08-4743-A341-047FA99BD6AA}" type="sibTrans" cxnId="{D3C5414E-219E-4903-9565-924980CEF5C2}">
      <dgm:prSet/>
      <dgm:spPr/>
      <dgm:t>
        <a:bodyPr/>
        <a:lstStyle/>
        <a:p>
          <a:endParaRPr lang="en-US"/>
        </a:p>
      </dgm:t>
    </dgm:pt>
    <dgm:pt modelId="{F331F0A6-29F7-45F7-BAFD-81F98716EA69}">
      <dgm:prSet/>
      <dgm:spPr/>
      <dgm:t>
        <a:bodyPr/>
        <a:lstStyle/>
        <a:p>
          <a:r>
            <a:rPr lang="nl-NL"/>
            <a:t>If there isn’t one, add an antecedent or change the anaphor.</a:t>
          </a:r>
          <a:endParaRPr lang="en-US"/>
        </a:p>
      </dgm:t>
    </dgm:pt>
    <dgm:pt modelId="{8638BB06-50EC-4149-AC87-43CA3E461FAC}" type="parTrans" cxnId="{46268D2C-8DC4-447B-B48E-4D68847D4113}">
      <dgm:prSet/>
      <dgm:spPr/>
      <dgm:t>
        <a:bodyPr/>
        <a:lstStyle/>
        <a:p>
          <a:endParaRPr lang="en-US"/>
        </a:p>
      </dgm:t>
    </dgm:pt>
    <dgm:pt modelId="{F5AA0BC4-37C8-444E-B6FA-B1D886C2A3BB}" type="sibTrans" cxnId="{46268D2C-8DC4-447B-B48E-4D68847D4113}">
      <dgm:prSet/>
      <dgm:spPr/>
      <dgm:t>
        <a:bodyPr/>
        <a:lstStyle/>
        <a:p>
          <a:endParaRPr lang="en-US"/>
        </a:p>
      </dgm:t>
    </dgm:pt>
    <dgm:pt modelId="{C036FC96-04ED-4FD3-8A15-524F357CB782}">
      <dgm:prSet/>
      <dgm:spPr/>
      <dgm:t>
        <a:bodyPr/>
        <a:lstStyle/>
        <a:p>
          <a:r>
            <a:rPr lang="nl-NL"/>
            <a:t>Is there a match? Check number, gender, semantics. If necessary, change antecedent or anaphor.</a:t>
          </a:r>
          <a:endParaRPr lang="en-US"/>
        </a:p>
      </dgm:t>
    </dgm:pt>
    <dgm:pt modelId="{686444FF-56A0-44CF-83DD-5C68C9CB1A23}" type="parTrans" cxnId="{36F5C523-21E0-4492-A8F3-C74A2E69B8B3}">
      <dgm:prSet/>
      <dgm:spPr/>
      <dgm:t>
        <a:bodyPr/>
        <a:lstStyle/>
        <a:p>
          <a:endParaRPr lang="en-US"/>
        </a:p>
      </dgm:t>
    </dgm:pt>
    <dgm:pt modelId="{AC51D168-4CB6-457A-9FFF-729FA4783FBC}" type="sibTrans" cxnId="{36F5C523-21E0-4492-A8F3-C74A2E69B8B3}">
      <dgm:prSet/>
      <dgm:spPr/>
      <dgm:t>
        <a:bodyPr/>
        <a:lstStyle/>
        <a:p>
          <a:endParaRPr lang="en-US"/>
        </a:p>
      </dgm:t>
    </dgm:pt>
    <dgm:pt modelId="{56D434B8-C10A-41DA-A895-B65FA84FE574}" type="pres">
      <dgm:prSet presAssocID="{6501A48D-0FF8-49E1-835E-B6FF3A8B3D50}" presName="Name0" presStyleCnt="0">
        <dgm:presLayoutVars>
          <dgm:dir/>
          <dgm:animLvl val="lvl"/>
          <dgm:resizeHandles val="exact"/>
        </dgm:presLayoutVars>
      </dgm:prSet>
      <dgm:spPr/>
    </dgm:pt>
    <dgm:pt modelId="{539C15A6-72D8-4B75-9F25-042533064B13}" type="pres">
      <dgm:prSet presAssocID="{8EE67FBD-9FBE-461E-8FCC-80730A73278D}" presName="boxAndChildren" presStyleCnt="0"/>
      <dgm:spPr/>
    </dgm:pt>
    <dgm:pt modelId="{83A7F9DE-2AB7-4707-948F-5DA87EDAF5B9}" type="pres">
      <dgm:prSet presAssocID="{8EE67FBD-9FBE-461E-8FCC-80730A73278D}" presName="parentTextBox" presStyleLbl="node1" presStyleIdx="0" presStyleCnt="2"/>
      <dgm:spPr/>
    </dgm:pt>
    <dgm:pt modelId="{5CA8693A-DFA7-4DE8-81B2-502E6A42CB10}" type="pres">
      <dgm:prSet presAssocID="{8EE67FBD-9FBE-461E-8FCC-80730A73278D}" presName="entireBox" presStyleLbl="node1" presStyleIdx="0" presStyleCnt="2"/>
      <dgm:spPr/>
    </dgm:pt>
    <dgm:pt modelId="{5C902D9A-1D98-41D7-9515-89E6B6A87DA6}" type="pres">
      <dgm:prSet presAssocID="{8EE67FBD-9FBE-461E-8FCC-80730A73278D}" presName="descendantBox" presStyleCnt="0"/>
      <dgm:spPr/>
    </dgm:pt>
    <dgm:pt modelId="{85E4B75A-38B5-40B6-8AA8-D251EEA1A775}" type="pres">
      <dgm:prSet presAssocID="{F331F0A6-29F7-45F7-BAFD-81F98716EA69}" presName="childTextBox" presStyleLbl="fgAccFollowNode1" presStyleIdx="0" presStyleCnt="2">
        <dgm:presLayoutVars>
          <dgm:bulletEnabled val="1"/>
        </dgm:presLayoutVars>
      </dgm:prSet>
      <dgm:spPr/>
    </dgm:pt>
    <dgm:pt modelId="{E35DC7D4-A4AB-49DE-B31F-7412E9845B7C}" type="pres">
      <dgm:prSet presAssocID="{C036FC96-04ED-4FD3-8A15-524F357CB782}" presName="childTextBox" presStyleLbl="fgAccFollowNode1" presStyleIdx="1" presStyleCnt="2">
        <dgm:presLayoutVars>
          <dgm:bulletEnabled val="1"/>
        </dgm:presLayoutVars>
      </dgm:prSet>
      <dgm:spPr/>
    </dgm:pt>
    <dgm:pt modelId="{5B9B81A4-0405-4DD4-BF51-17A3C26C8DED}" type="pres">
      <dgm:prSet presAssocID="{38E125F2-DB8A-421C-B1FC-5714FB553EB5}" presName="sp" presStyleCnt="0"/>
      <dgm:spPr/>
    </dgm:pt>
    <dgm:pt modelId="{68129BBC-5906-4C6F-BE08-DCE5F3AACDE4}" type="pres">
      <dgm:prSet presAssocID="{585EE6C5-A140-48C6-8058-5E6F3277F380}" presName="arrowAndChildren" presStyleCnt="0"/>
      <dgm:spPr/>
    </dgm:pt>
    <dgm:pt modelId="{A32A7112-AC30-4A09-99B3-1D40DDC88073}" type="pres">
      <dgm:prSet presAssocID="{585EE6C5-A140-48C6-8058-5E6F3277F380}" presName="parentTextArrow" presStyleLbl="node1" presStyleIdx="1" presStyleCnt="2"/>
      <dgm:spPr/>
    </dgm:pt>
  </dgm:ptLst>
  <dgm:cxnLst>
    <dgm:cxn modelId="{36F5C523-21E0-4492-A8F3-C74A2E69B8B3}" srcId="{8EE67FBD-9FBE-461E-8FCC-80730A73278D}" destId="{C036FC96-04ED-4FD3-8A15-524F357CB782}" srcOrd="1" destOrd="0" parTransId="{686444FF-56A0-44CF-83DD-5C68C9CB1A23}" sibTransId="{AC51D168-4CB6-457A-9FFF-729FA4783FBC}"/>
    <dgm:cxn modelId="{E7362C2A-6D93-4319-8804-3BDDC4CDD50E}" type="presOf" srcId="{F331F0A6-29F7-45F7-BAFD-81F98716EA69}" destId="{85E4B75A-38B5-40B6-8AA8-D251EEA1A775}" srcOrd="0" destOrd="0" presId="urn:microsoft.com/office/officeart/2005/8/layout/process4"/>
    <dgm:cxn modelId="{46268D2C-8DC4-447B-B48E-4D68847D4113}" srcId="{8EE67FBD-9FBE-461E-8FCC-80730A73278D}" destId="{F331F0A6-29F7-45F7-BAFD-81F98716EA69}" srcOrd="0" destOrd="0" parTransId="{8638BB06-50EC-4149-AC87-43CA3E461FAC}" sibTransId="{F5AA0BC4-37C8-444E-B6FA-B1D886C2A3BB}"/>
    <dgm:cxn modelId="{D3C5414E-219E-4903-9565-924980CEF5C2}" srcId="{6501A48D-0FF8-49E1-835E-B6FF3A8B3D50}" destId="{8EE67FBD-9FBE-461E-8FCC-80730A73278D}" srcOrd="1" destOrd="0" parTransId="{3D46EF5E-EF2A-4AB3-939B-D136E3FBA756}" sibTransId="{E543AE34-4F08-4743-A341-047FA99BD6AA}"/>
    <dgm:cxn modelId="{BF9E567D-CA27-4FE7-8CA0-A680C515BCF9}" type="presOf" srcId="{6501A48D-0FF8-49E1-835E-B6FF3A8B3D50}" destId="{56D434B8-C10A-41DA-A895-B65FA84FE574}" srcOrd="0" destOrd="0" presId="urn:microsoft.com/office/officeart/2005/8/layout/process4"/>
    <dgm:cxn modelId="{56FFE588-4401-41A5-A5B9-36FC2C6636A7}" type="presOf" srcId="{8EE67FBD-9FBE-461E-8FCC-80730A73278D}" destId="{5CA8693A-DFA7-4DE8-81B2-502E6A42CB10}" srcOrd="1" destOrd="0" presId="urn:microsoft.com/office/officeart/2005/8/layout/process4"/>
    <dgm:cxn modelId="{4EA4B9A1-9365-476F-AB92-10BCB21515BE}" srcId="{6501A48D-0FF8-49E1-835E-B6FF3A8B3D50}" destId="{585EE6C5-A140-48C6-8058-5E6F3277F380}" srcOrd="0" destOrd="0" parTransId="{12767292-3DC5-491B-A121-9C112CBC9414}" sibTransId="{38E125F2-DB8A-421C-B1FC-5714FB553EB5}"/>
    <dgm:cxn modelId="{39FD53C9-E533-41D2-A3C4-7D5E1EB99081}" type="presOf" srcId="{8EE67FBD-9FBE-461E-8FCC-80730A73278D}" destId="{83A7F9DE-2AB7-4707-948F-5DA87EDAF5B9}" srcOrd="0" destOrd="0" presId="urn:microsoft.com/office/officeart/2005/8/layout/process4"/>
    <dgm:cxn modelId="{ED975CDE-928A-4E56-81D1-8F597B27D95C}" type="presOf" srcId="{C036FC96-04ED-4FD3-8A15-524F357CB782}" destId="{E35DC7D4-A4AB-49DE-B31F-7412E9845B7C}" srcOrd="0" destOrd="0" presId="urn:microsoft.com/office/officeart/2005/8/layout/process4"/>
    <dgm:cxn modelId="{CF0582EA-A5B4-40F2-8123-51158970F044}" type="presOf" srcId="{585EE6C5-A140-48C6-8058-5E6F3277F380}" destId="{A32A7112-AC30-4A09-99B3-1D40DDC88073}" srcOrd="0" destOrd="0" presId="urn:microsoft.com/office/officeart/2005/8/layout/process4"/>
    <dgm:cxn modelId="{A4E6D50B-2AAE-4F79-8195-0B5B98A5C0FB}" type="presParOf" srcId="{56D434B8-C10A-41DA-A895-B65FA84FE574}" destId="{539C15A6-72D8-4B75-9F25-042533064B13}" srcOrd="0" destOrd="0" presId="urn:microsoft.com/office/officeart/2005/8/layout/process4"/>
    <dgm:cxn modelId="{FD388378-A49E-4EF5-8A72-52A3B39B547F}" type="presParOf" srcId="{539C15A6-72D8-4B75-9F25-042533064B13}" destId="{83A7F9DE-2AB7-4707-948F-5DA87EDAF5B9}" srcOrd="0" destOrd="0" presId="urn:microsoft.com/office/officeart/2005/8/layout/process4"/>
    <dgm:cxn modelId="{A9682942-CFD2-4A34-9143-971110E9DAE7}" type="presParOf" srcId="{539C15A6-72D8-4B75-9F25-042533064B13}" destId="{5CA8693A-DFA7-4DE8-81B2-502E6A42CB10}" srcOrd="1" destOrd="0" presId="urn:microsoft.com/office/officeart/2005/8/layout/process4"/>
    <dgm:cxn modelId="{701EAD3B-6D67-4915-9A73-72952AF70381}" type="presParOf" srcId="{539C15A6-72D8-4B75-9F25-042533064B13}" destId="{5C902D9A-1D98-41D7-9515-89E6B6A87DA6}" srcOrd="2" destOrd="0" presId="urn:microsoft.com/office/officeart/2005/8/layout/process4"/>
    <dgm:cxn modelId="{91F9EC8B-4C59-4E22-97E0-D0D0C4074E44}" type="presParOf" srcId="{5C902D9A-1D98-41D7-9515-89E6B6A87DA6}" destId="{85E4B75A-38B5-40B6-8AA8-D251EEA1A775}" srcOrd="0" destOrd="0" presId="urn:microsoft.com/office/officeart/2005/8/layout/process4"/>
    <dgm:cxn modelId="{F0B0A890-24FC-4F32-BB20-D623DE21612D}" type="presParOf" srcId="{5C902D9A-1D98-41D7-9515-89E6B6A87DA6}" destId="{E35DC7D4-A4AB-49DE-B31F-7412E9845B7C}" srcOrd="1" destOrd="0" presId="urn:microsoft.com/office/officeart/2005/8/layout/process4"/>
    <dgm:cxn modelId="{139BF49F-645F-472A-B09C-09C7BF1AF2DE}" type="presParOf" srcId="{56D434B8-C10A-41DA-A895-B65FA84FE574}" destId="{5B9B81A4-0405-4DD4-BF51-17A3C26C8DED}" srcOrd="1" destOrd="0" presId="urn:microsoft.com/office/officeart/2005/8/layout/process4"/>
    <dgm:cxn modelId="{841B2C62-41A2-4F13-82A0-E766B1455B23}" type="presParOf" srcId="{56D434B8-C10A-41DA-A895-B65FA84FE574}" destId="{68129BBC-5906-4C6F-BE08-DCE5F3AACDE4}" srcOrd="2" destOrd="0" presId="urn:microsoft.com/office/officeart/2005/8/layout/process4"/>
    <dgm:cxn modelId="{73C74285-DC96-4122-95EF-703EEE2D9213}" type="presParOf" srcId="{68129BBC-5906-4C6F-BE08-DCE5F3AACDE4}" destId="{A32A7112-AC30-4A09-99B3-1D40DDC88073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A7A2524-0A5C-4687-9729-2DEA914D41B3}" type="doc">
      <dgm:prSet loTypeId="urn:microsoft.com/office/officeart/2005/8/layout/process4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DDFBEEA-0437-4923-B217-9C04DDE82AF0}">
      <dgm:prSet/>
      <dgm:spPr/>
      <dgm:t>
        <a:bodyPr/>
        <a:lstStyle/>
        <a:p>
          <a:r>
            <a:rPr lang="nl-NL"/>
            <a:t>Scan your text for parallel markers (</a:t>
          </a:r>
          <a:r>
            <a:rPr lang="nl-NL" i="1"/>
            <a:t>and, or, not only…but also</a:t>
          </a:r>
          <a:r>
            <a:rPr lang="nl-NL"/>
            <a:t>) and lists. </a:t>
          </a:r>
          <a:endParaRPr lang="en-US"/>
        </a:p>
      </dgm:t>
    </dgm:pt>
    <dgm:pt modelId="{83868FC7-05E4-46FD-B8B2-AE4B537A0F22}" type="parTrans" cxnId="{1B5B23CB-F50E-476D-ACC6-9B89FD673C39}">
      <dgm:prSet/>
      <dgm:spPr/>
      <dgm:t>
        <a:bodyPr/>
        <a:lstStyle/>
        <a:p>
          <a:endParaRPr lang="en-US"/>
        </a:p>
      </dgm:t>
    </dgm:pt>
    <dgm:pt modelId="{B8BF3D93-1600-4108-B0E6-F63B3FD98BF7}" type="sibTrans" cxnId="{1B5B23CB-F50E-476D-ACC6-9B89FD673C39}">
      <dgm:prSet/>
      <dgm:spPr/>
      <dgm:t>
        <a:bodyPr/>
        <a:lstStyle/>
        <a:p>
          <a:endParaRPr lang="en-US"/>
        </a:p>
      </dgm:t>
    </dgm:pt>
    <dgm:pt modelId="{163F3D68-68E5-48BA-9581-4D398D14D83C}">
      <dgm:prSet/>
      <dgm:spPr/>
      <dgm:t>
        <a:bodyPr/>
        <a:lstStyle/>
        <a:p>
          <a:r>
            <a:rPr lang="nl-NL"/>
            <a:t>Check whether the elements in the list are…</a:t>
          </a:r>
          <a:endParaRPr lang="en-US"/>
        </a:p>
      </dgm:t>
    </dgm:pt>
    <dgm:pt modelId="{47B6671D-F3F8-48E1-8B18-8F88DF8E9AC9}" type="parTrans" cxnId="{40574FD8-22AE-4219-8A72-C626EFC83FD5}">
      <dgm:prSet/>
      <dgm:spPr/>
      <dgm:t>
        <a:bodyPr/>
        <a:lstStyle/>
        <a:p>
          <a:endParaRPr lang="en-US"/>
        </a:p>
      </dgm:t>
    </dgm:pt>
    <dgm:pt modelId="{8A1E50E5-C5C9-45D5-AD4F-636866E27566}" type="sibTrans" cxnId="{40574FD8-22AE-4219-8A72-C626EFC83FD5}">
      <dgm:prSet/>
      <dgm:spPr/>
      <dgm:t>
        <a:bodyPr/>
        <a:lstStyle/>
        <a:p>
          <a:endParaRPr lang="en-US"/>
        </a:p>
      </dgm:t>
    </dgm:pt>
    <dgm:pt modelId="{BAF8B3B2-6F12-4556-A11E-43FBFA5F10A8}">
      <dgm:prSet/>
      <dgm:spPr/>
      <dgm:t>
        <a:bodyPr/>
        <a:lstStyle/>
        <a:p>
          <a:r>
            <a:rPr lang="nl-NL"/>
            <a:t>Easy to recognize (coordination)</a:t>
          </a:r>
          <a:endParaRPr lang="en-US"/>
        </a:p>
      </dgm:t>
    </dgm:pt>
    <dgm:pt modelId="{D53543F5-3A6D-44FF-98AB-FD218ED3FFDA}" type="parTrans" cxnId="{A95B6CF7-54EF-449A-8EE2-96E787A26369}">
      <dgm:prSet/>
      <dgm:spPr/>
      <dgm:t>
        <a:bodyPr/>
        <a:lstStyle/>
        <a:p>
          <a:endParaRPr lang="en-US"/>
        </a:p>
      </dgm:t>
    </dgm:pt>
    <dgm:pt modelId="{011DF5E9-1BD0-418F-A739-471CF34CA559}" type="sibTrans" cxnId="{A95B6CF7-54EF-449A-8EE2-96E787A26369}">
      <dgm:prSet/>
      <dgm:spPr/>
      <dgm:t>
        <a:bodyPr/>
        <a:lstStyle/>
        <a:p>
          <a:endParaRPr lang="en-US"/>
        </a:p>
      </dgm:t>
    </dgm:pt>
    <dgm:pt modelId="{01B33B2F-B010-43B2-9C38-B5A1B643771E}">
      <dgm:prSet/>
      <dgm:spPr/>
      <dgm:t>
        <a:bodyPr/>
        <a:lstStyle/>
        <a:p>
          <a:r>
            <a:rPr lang="nl-NL"/>
            <a:t>Syntactically uniform</a:t>
          </a:r>
          <a:endParaRPr lang="en-US"/>
        </a:p>
      </dgm:t>
    </dgm:pt>
    <dgm:pt modelId="{54B4300D-6E5E-41E7-B747-5E23D78C609A}" type="parTrans" cxnId="{CCA3A56B-F4FA-4DBA-8D6B-2A3B43A25D8E}">
      <dgm:prSet/>
      <dgm:spPr/>
      <dgm:t>
        <a:bodyPr/>
        <a:lstStyle/>
        <a:p>
          <a:endParaRPr lang="en-US"/>
        </a:p>
      </dgm:t>
    </dgm:pt>
    <dgm:pt modelId="{24D223C8-3ED1-4414-AF4C-C61D724B106B}" type="sibTrans" cxnId="{CCA3A56B-F4FA-4DBA-8D6B-2A3B43A25D8E}">
      <dgm:prSet/>
      <dgm:spPr/>
      <dgm:t>
        <a:bodyPr/>
        <a:lstStyle/>
        <a:p>
          <a:endParaRPr lang="en-US"/>
        </a:p>
      </dgm:t>
    </dgm:pt>
    <dgm:pt modelId="{BFF82DAC-710D-4E4C-8976-CE7BC2808324}">
      <dgm:prSet/>
      <dgm:spPr/>
      <dgm:t>
        <a:bodyPr/>
        <a:lstStyle/>
        <a:p>
          <a:r>
            <a:rPr lang="nl-NL"/>
            <a:t>Semantically uniform</a:t>
          </a:r>
          <a:endParaRPr lang="en-US"/>
        </a:p>
      </dgm:t>
    </dgm:pt>
    <dgm:pt modelId="{9B430688-4BCF-40B1-96CB-31AC2717A64D}" type="parTrans" cxnId="{10D7641B-CC0A-448C-9E9C-FB70972AC290}">
      <dgm:prSet/>
      <dgm:spPr/>
      <dgm:t>
        <a:bodyPr/>
        <a:lstStyle/>
        <a:p>
          <a:endParaRPr lang="en-US"/>
        </a:p>
      </dgm:t>
    </dgm:pt>
    <dgm:pt modelId="{886DA693-5723-4F68-A01C-8154AA6FC22B}" type="sibTrans" cxnId="{10D7641B-CC0A-448C-9E9C-FB70972AC290}">
      <dgm:prSet/>
      <dgm:spPr/>
      <dgm:t>
        <a:bodyPr/>
        <a:lstStyle/>
        <a:p>
          <a:endParaRPr lang="en-US"/>
        </a:p>
      </dgm:t>
    </dgm:pt>
    <dgm:pt modelId="{E3C266F3-5294-46E5-A756-2BED5A515987}" type="pres">
      <dgm:prSet presAssocID="{6A7A2524-0A5C-4687-9729-2DEA914D41B3}" presName="Name0" presStyleCnt="0">
        <dgm:presLayoutVars>
          <dgm:dir/>
          <dgm:animLvl val="lvl"/>
          <dgm:resizeHandles val="exact"/>
        </dgm:presLayoutVars>
      </dgm:prSet>
      <dgm:spPr/>
    </dgm:pt>
    <dgm:pt modelId="{FACFDF3A-6A8C-4E18-90F7-0465FFE59E4B}" type="pres">
      <dgm:prSet presAssocID="{163F3D68-68E5-48BA-9581-4D398D14D83C}" presName="boxAndChildren" presStyleCnt="0"/>
      <dgm:spPr/>
    </dgm:pt>
    <dgm:pt modelId="{3F6DDE84-5950-45BD-9AB1-8EEDA1BF4E12}" type="pres">
      <dgm:prSet presAssocID="{163F3D68-68E5-48BA-9581-4D398D14D83C}" presName="parentTextBox" presStyleLbl="node1" presStyleIdx="0" presStyleCnt="2"/>
      <dgm:spPr/>
    </dgm:pt>
    <dgm:pt modelId="{89F16642-B67F-4CBF-AA98-E102727F9560}" type="pres">
      <dgm:prSet presAssocID="{163F3D68-68E5-48BA-9581-4D398D14D83C}" presName="entireBox" presStyleLbl="node1" presStyleIdx="0" presStyleCnt="2"/>
      <dgm:spPr/>
    </dgm:pt>
    <dgm:pt modelId="{747D389D-4639-4E5C-807B-19045895ABBF}" type="pres">
      <dgm:prSet presAssocID="{163F3D68-68E5-48BA-9581-4D398D14D83C}" presName="descendantBox" presStyleCnt="0"/>
      <dgm:spPr/>
    </dgm:pt>
    <dgm:pt modelId="{D4E1A466-DEDF-4ED9-905C-59A9CF13C6F5}" type="pres">
      <dgm:prSet presAssocID="{BAF8B3B2-6F12-4556-A11E-43FBFA5F10A8}" presName="childTextBox" presStyleLbl="fgAccFollowNode1" presStyleIdx="0" presStyleCnt="3">
        <dgm:presLayoutVars>
          <dgm:bulletEnabled val="1"/>
        </dgm:presLayoutVars>
      </dgm:prSet>
      <dgm:spPr/>
    </dgm:pt>
    <dgm:pt modelId="{7E4026A1-5E51-4350-B079-6B2C78F8275F}" type="pres">
      <dgm:prSet presAssocID="{01B33B2F-B010-43B2-9C38-B5A1B643771E}" presName="childTextBox" presStyleLbl="fgAccFollowNode1" presStyleIdx="1" presStyleCnt="3">
        <dgm:presLayoutVars>
          <dgm:bulletEnabled val="1"/>
        </dgm:presLayoutVars>
      </dgm:prSet>
      <dgm:spPr/>
    </dgm:pt>
    <dgm:pt modelId="{C6F43805-02BE-4225-A945-78EC82EB0698}" type="pres">
      <dgm:prSet presAssocID="{BFF82DAC-710D-4E4C-8976-CE7BC2808324}" presName="childTextBox" presStyleLbl="fgAccFollowNode1" presStyleIdx="2" presStyleCnt="3">
        <dgm:presLayoutVars>
          <dgm:bulletEnabled val="1"/>
        </dgm:presLayoutVars>
      </dgm:prSet>
      <dgm:spPr/>
    </dgm:pt>
    <dgm:pt modelId="{269AB854-6C27-4ABD-A3F5-421606F97204}" type="pres">
      <dgm:prSet presAssocID="{B8BF3D93-1600-4108-B0E6-F63B3FD98BF7}" presName="sp" presStyleCnt="0"/>
      <dgm:spPr/>
    </dgm:pt>
    <dgm:pt modelId="{0A012CE5-860E-4C9D-89CF-4B06A75BF912}" type="pres">
      <dgm:prSet presAssocID="{DDDFBEEA-0437-4923-B217-9C04DDE82AF0}" presName="arrowAndChildren" presStyleCnt="0"/>
      <dgm:spPr/>
    </dgm:pt>
    <dgm:pt modelId="{3069246D-5091-4245-BC51-14F42A85957C}" type="pres">
      <dgm:prSet presAssocID="{DDDFBEEA-0437-4923-B217-9C04DDE82AF0}" presName="parentTextArrow" presStyleLbl="node1" presStyleIdx="1" presStyleCnt="2"/>
      <dgm:spPr/>
    </dgm:pt>
  </dgm:ptLst>
  <dgm:cxnLst>
    <dgm:cxn modelId="{3D479B02-9162-4EFF-84B2-A50567F9AB90}" type="presOf" srcId="{BFF82DAC-710D-4E4C-8976-CE7BC2808324}" destId="{C6F43805-02BE-4225-A945-78EC82EB0698}" srcOrd="0" destOrd="0" presId="urn:microsoft.com/office/officeart/2005/8/layout/process4"/>
    <dgm:cxn modelId="{13E53111-EA2B-44C5-9103-A0A65736ABFF}" type="presOf" srcId="{163F3D68-68E5-48BA-9581-4D398D14D83C}" destId="{3F6DDE84-5950-45BD-9AB1-8EEDA1BF4E12}" srcOrd="0" destOrd="0" presId="urn:microsoft.com/office/officeart/2005/8/layout/process4"/>
    <dgm:cxn modelId="{10D7641B-CC0A-448C-9E9C-FB70972AC290}" srcId="{163F3D68-68E5-48BA-9581-4D398D14D83C}" destId="{BFF82DAC-710D-4E4C-8976-CE7BC2808324}" srcOrd="2" destOrd="0" parTransId="{9B430688-4BCF-40B1-96CB-31AC2717A64D}" sibTransId="{886DA693-5723-4F68-A01C-8154AA6FC22B}"/>
    <dgm:cxn modelId="{CCA3A56B-F4FA-4DBA-8D6B-2A3B43A25D8E}" srcId="{163F3D68-68E5-48BA-9581-4D398D14D83C}" destId="{01B33B2F-B010-43B2-9C38-B5A1B643771E}" srcOrd="1" destOrd="0" parTransId="{54B4300D-6E5E-41E7-B747-5E23D78C609A}" sibTransId="{24D223C8-3ED1-4414-AF4C-C61D724B106B}"/>
    <dgm:cxn modelId="{C5B1679D-12C4-4A53-AF2C-AEB7A6DB4AA2}" type="presOf" srcId="{BAF8B3B2-6F12-4556-A11E-43FBFA5F10A8}" destId="{D4E1A466-DEDF-4ED9-905C-59A9CF13C6F5}" srcOrd="0" destOrd="0" presId="urn:microsoft.com/office/officeart/2005/8/layout/process4"/>
    <dgm:cxn modelId="{B31537A0-5B1E-4C0A-9F03-C55E53669F49}" type="presOf" srcId="{6A7A2524-0A5C-4687-9729-2DEA914D41B3}" destId="{E3C266F3-5294-46E5-A756-2BED5A515987}" srcOrd="0" destOrd="0" presId="urn:microsoft.com/office/officeart/2005/8/layout/process4"/>
    <dgm:cxn modelId="{EC4433C1-87E8-4C9F-812C-FBDB4906B1E4}" type="presOf" srcId="{DDDFBEEA-0437-4923-B217-9C04DDE82AF0}" destId="{3069246D-5091-4245-BC51-14F42A85957C}" srcOrd="0" destOrd="0" presId="urn:microsoft.com/office/officeart/2005/8/layout/process4"/>
    <dgm:cxn modelId="{A2DE15C7-BA5F-4154-8D46-15D7AB271372}" type="presOf" srcId="{01B33B2F-B010-43B2-9C38-B5A1B643771E}" destId="{7E4026A1-5E51-4350-B079-6B2C78F8275F}" srcOrd="0" destOrd="0" presId="urn:microsoft.com/office/officeart/2005/8/layout/process4"/>
    <dgm:cxn modelId="{1B5B23CB-F50E-476D-ACC6-9B89FD673C39}" srcId="{6A7A2524-0A5C-4687-9729-2DEA914D41B3}" destId="{DDDFBEEA-0437-4923-B217-9C04DDE82AF0}" srcOrd="0" destOrd="0" parTransId="{83868FC7-05E4-46FD-B8B2-AE4B537A0F22}" sibTransId="{B8BF3D93-1600-4108-B0E6-F63B3FD98BF7}"/>
    <dgm:cxn modelId="{40574FD8-22AE-4219-8A72-C626EFC83FD5}" srcId="{6A7A2524-0A5C-4687-9729-2DEA914D41B3}" destId="{163F3D68-68E5-48BA-9581-4D398D14D83C}" srcOrd="1" destOrd="0" parTransId="{47B6671D-F3F8-48E1-8B18-8F88DF8E9AC9}" sibTransId="{8A1E50E5-C5C9-45D5-AD4F-636866E27566}"/>
    <dgm:cxn modelId="{F9FD61E9-748B-4A73-8B17-19B2BE55B33F}" type="presOf" srcId="{163F3D68-68E5-48BA-9581-4D398D14D83C}" destId="{89F16642-B67F-4CBF-AA98-E102727F9560}" srcOrd="1" destOrd="0" presId="urn:microsoft.com/office/officeart/2005/8/layout/process4"/>
    <dgm:cxn modelId="{A95B6CF7-54EF-449A-8EE2-96E787A26369}" srcId="{163F3D68-68E5-48BA-9581-4D398D14D83C}" destId="{BAF8B3B2-6F12-4556-A11E-43FBFA5F10A8}" srcOrd="0" destOrd="0" parTransId="{D53543F5-3A6D-44FF-98AB-FD218ED3FFDA}" sibTransId="{011DF5E9-1BD0-418F-A739-471CF34CA559}"/>
    <dgm:cxn modelId="{8D69CD41-4B26-467E-B040-CA8F6B23B9C5}" type="presParOf" srcId="{E3C266F3-5294-46E5-A756-2BED5A515987}" destId="{FACFDF3A-6A8C-4E18-90F7-0465FFE59E4B}" srcOrd="0" destOrd="0" presId="urn:microsoft.com/office/officeart/2005/8/layout/process4"/>
    <dgm:cxn modelId="{205A234B-E297-4122-AE7B-44ADA96F3E68}" type="presParOf" srcId="{FACFDF3A-6A8C-4E18-90F7-0465FFE59E4B}" destId="{3F6DDE84-5950-45BD-9AB1-8EEDA1BF4E12}" srcOrd="0" destOrd="0" presId="urn:microsoft.com/office/officeart/2005/8/layout/process4"/>
    <dgm:cxn modelId="{A8255897-1398-4C48-A19C-6AEF63B09F58}" type="presParOf" srcId="{FACFDF3A-6A8C-4E18-90F7-0465FFE59E4B}" destId="{89F16642-B67F-4CBF-AA98-E102727F9560}" srcOrd="1" destOrd="0" presId="urn:microsoft.com/office/officeart/2005/8/layout/process4"/>
    <dgm:cxn modelId="{E3DD1402-CCA5-484F-A49D-684C8FB06EA6}" type="presParOf" srcId="{FACFDF3A-6A8C-4E18-90F7-0465FFE59E4B}" destId="{747D389D-4639-4E5C-807B-19045895ABBF}" srcOrd="2" destOrd="0" presId="urn:microsoft.com/office/officeart/2005/8/layout/process4"/>
    <dgm:cxn modelId="{266CB36B-37FE-467A-827D-B6F577362985}" type="presParOf" srcId="{747D389D-4639-4E5C-807B-19045895ABBF}" destId="{D4E1A466-DEDF-4ED9-905C-59A9CF13C6F5}" srcOrd="0" destOrd="0" presId="urn:microsoft.com/office/officeart/2005/8/layout/process4"/>
    <dgm:cxn modelId="{44124490-F752-4FE3-966D-B86451D56493}" type="presParOf" srcId="{747D389D-4639-4E5C-807B-19045895ABBF}" destId="{7E4026A1-5E51-4350-B079-6B2C78F8275F}" srcOrd="1" destOrd="0" presId="urn:microsoft.com/office/officeart/2005/8/layout/process4"/>
    <dgm:cxn modelId="{C0204DAA-98CC-4681-8F18-C92715D95916}" type="presParOf" srcId="{747D389D-4639-4E5C-807B-19045895ABBF}" destId="{C6F43805-02BE-4225-A945-78EC82EB0698}" srcOrd="2" destOrd="0" presId="urn:microsoft.com/office/officeart/2005/8/layout/process4"/>
    <dgm:cxn modelId="{96214F78-CF8A-4658-A906-E5ECB3EF2EC4}" type="presParOf" srcId="{E3C266F3-5294-46E5-A756-2BED5A515987}" destId="{269AB854-6C27-4ABD-A3F5-421606F97204}" srcOrd="1" destOrd="0" presId="urn:microsoft.com/office/officeart/2005/8/layout/process4"/>
    <dgm:cxn modelId="{D8ADF147-884A-46B4-AFBB-18C05626CC04}" type="presParOf" srcId="{E3C266F3-5294-46E5-A756-2BED5A515987}" destId="{0A012CE5-860E-4C9D-89CF-4B06A75BF912}" srcOrd="2" destOrd="0" presId="urn:microsoft.com/office/officeart/2005/8/layout/process4"/>
    <dgm:cxn modelId="{B6822D6F-5112-4638-932F-96140F9C1CE5}" type="presParOf" srcId="{0A012CE5-860E-4C9D-89CF-4B06A75BF912}" destId="{3069246D-5091-4245-BC51-14F42A85957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92F4A2D-252A-4BD7-9D4A-E7767CB82F62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36C7C1C-EBE5-42CF-84E7-91E833F36C30}">
      <dgm:prSet/>
      <dgm:spPr/>
      <dgm:t>
        <a:bodyPr/>
        <a:lstStyle/>
        <a:p>
          <a:r>
            <a:rPr lang="en-US"/>
            <a:t>Check for informal and vague vocabulary</a:t>
          </a:r>
        </a:p>
      </dgm:t>
    </dgm:pt>
    <dgm:pt modelId="{ED77B36E-A341-4555-8F17-7519B66813A4}" type="parTrans" cxnId="{B3C3E829-9BC9-4C06-938F-07297521BF5A}">
      <dgm:prSet/>
      <dgm:spPr/>
      <dgm:t>
        <a:bodyPr/>
        <a:lstStyle/>
        <a:p>
          <a:endParaRPr lang="en-US"/>
        </a:p>
      </dgm:t>
    </dgm:pt>
    <dgm:pt modelId="{2D3AF64B-C846-47DC-AF9E-5A7864965FF1}" type="sibTrans" cxnId="{B3C3E829-9BC9-4C06-938F-07297521BF5A}">
      <dgm:prSet/>
      <dgm:spPr/>
      <dgm:t>
        <a:bodyPr/>
        <a:lstStyle/>
        <a:p>
          <a:endParaRPr lang="en-US"/>
        </a:p>
      </dgm:t>
    </dgm:pt>
    <dgm:pt modelId="{DB24E33D-5BAB-4BAC-9014-576915808C6E}">
      <dgm:prSet/>
      <dgm:spPr/>
      <dgm:t>
        <a:bodyPr/>
        <a:lstStyle/>
        <a:p>
          <a:r>
            <a:rPr lang="en-US"/>
            <a:t>Do you use vague/imprecise terms such as “get”/ “big”/ “a lot of”?</a:t>
          </a:r>
        </a:p>
      </dgm:t>
    </dgm:pt>
    <dgm:pt modelId="{01146E58-52DD-479D-B49B-BC90E0748465}" type="parTrans" cxnId="{272AB828-D372-4507-922C-BFFA7134ECAC}">
      <dgm:prSet/>
      <dgm:spPr/>
      <dgm:t>
        <a:bodyPr/>
        <a:lstStyle/>
        <a:p>
          <a:endParaRPr lang="en-US"/>
        </a:p>
      </dgm:t>
    </dgm:pt>
    <dgm:pt modelId="{038D97F8-697A-40EA-8D14-9540A8A005C6}" type="sibTrans" cxnId="{272AB828-D372-4507-922C-BFFA7134ECAC}">
      <dgm:prSet/>
      <dgm:spPr/>
      <dgm:t>
        <a:bodyPr/>
        <a:lstStyle/>
        <a:p>
          <a:endParaRPr lang="en-US"/>
        </a:p>
      </dgm:t>
    </dgm:pt>
    <dgm:pt modelId="{1594F73C-22C7-471B-909D-D544359F35EC}">
      <dgm:prSet/>
      <dgm:spPr/>
      <dgm:t>
        <a:bodyPr/>
        <a:lstStyle/>
        <a:p>
          <a:r>
            <a:rPr lang="en-US"/>
            <a:t>Do you use informal expressions such as “so”?</a:t>
          </a:r>
        </a:p>
      </dgm:t>
    </dgm:pt>
    <dgm:pt modelId="{666A58AC-3A95-4358-A51A-F45D6F9DC640}" type="parTrans" cxnId="{8C83EEB9-F071-4C99-8C34-DFDF9391646B}">
      <dgm:prSet/>
      <dgm:spPr/>
      <dgm:t>
        <a:bodyPr/>
        <a:lstStyle/>
        <a:p>
          <a:endParaRPr lang="en-US"/>
        </a:p>
      </dgm:t>
    </dgm:pt>
    <dgm:pt modelId="{90D101EA-2DF3-431B-9B8E-26B797A227AA}" type="sibTrans" cxnId="{8C83EEB9-F071-4C99-8C34-DFDF9391646B}">
      <dgm:prSet/>
      <dgm:spPr/>
      <dgm:t>
        <a:bodyPr/>
        <a:lstStyle/>
        <a:p>
          <a:endParaRPr lang="en-US"/>
        </a:p>
      </dgm:t>
    </dgm:pt>
    <dgm:pt modelId="{563BC292-D735-4BC6-8DCF-C4D131713A99}">
      <dgm:prSet/>
      <dgm:spPr/>
      <dgm:t>
        <a:bodyPr/>
        <a:lstStyle/>
        <a:p>
          <a:r>
            <a:rPr lang="en-GB"/>
            <a:t>Check your text for sentence fragments</a:t>
          </a:r>
          <a:endParaRPr lang="en-US"/>
        </a:p>
      </dgm:t>
    </dgm:pt>
    <dgm:pt modelId="{A7657626-1478-4390-86FC-57208E6C9524}" type="parTrans" cxnId="{1E00260D-F768-484F-A434-8886606048B8}">
      <dgm:prSet/>
      <dgm:spPr/>
      <dgm:t>
        <a:bodyPr/>
        <a:lstStyle/>
        <a:p>
          <a:endParaRPr lang="en-US"/>
        </a:p>
      </dgm:t>
    </dgm:pt>
    <dgm:pt modelId="{3D68DF9B-A33A-4869-813B-226D4D6E4F08}" type="sibTrans" cxnId="{1E00260D-F768-484F-A434-8886606048B8}">
      <dgm:prSet/>
      <dgm:spPr/>
      <dgm:t>
        <a:bodyPr/>
        <a:lstStyle/>
        <a:p>
          <a:endParaRPr lang="en-US"/>
        </a:p>
      </dgm:t>
    </dgm:pt>
    <dgm:pt modelId="{2EDC316B-9E68-44BC-BBC8-6F0756974223}">
      <dgm:prSet/>
      <dgm:spPr/>
      <dgm:t>
        <a:bodyPr/>
        <a:lstStyle/>
        <a:p>
          <a:r>
            <a:rPr lang="en-GB"/>
            <a:t>Is the sentence missing a subject or main verb?</a:t>
          </a:r>
          <a:endParaRPr lang="en-US"/>
        </a:p>
      </dgm:t>
    </dgm:pt>
    <dgm:pt modelId="{4F74C9E0-FC88-4A38-828C-73D743AD196C}" type="parTrans" cxnId="{A482E991-0BD2-4EC8-B480-3673D650CA31}">
      <dgm:prSet/>
      <dgm:spPr/>
      <dgm:t>
        <a:bodyPr/>
        <a:lstStyle/>
        <a:p>
          <a:endParaRPr lang="en-US"/>
        </a:p>
      </dgm:t>
    </dgm:pt>
    <dgm:pt modelId="{B6BB6C4E-A0F0-4CBC-B377-AFFC37D232A5}" type="sibTrans" cxnId="{A482E991-0BD2-4EC8-B480-3673D650CA31}">
      <dgm:prSet/>
      <dgm:spPr/>
      <dgm:t>
        <a:bodyPr/>
        <a:lstStyle/>
        <a:p>
          <a:endParaRPr lang="en-US"/>
        </a:p>
      </dgm:t>
    </dgm:pt>
    <dgm:pt modelId="{E5899327-ABBA-4537-9890-558110CA7BB1}">
      <dgm:prSet/>
      <dgm:spPr/>
      <dgm:t>
        <a:bodyPr/>
        <a:lstStyle/>
        <a:p>
          <a:r>
            <a:rPr lang="en-GB"/>
            <a:t>Can you link or combine it with another sentence?</a:t>
          </a:r>
          <a:endParaRPr lang="en-US"/>
        </a:p>
      </dgm:t>
    </dgm:pt>
    <dgm:pt modelId="{9CECC98E-9531-45F7-A06B-5F6BDC3FE5E7}" type="parTrans" cxnId="{BAC33DB2-723E-4F75-BC2B-86A68D4190A2}">
      <dgm:prSet/>
      <dgm:spPr/>
      <dgm:t>
        <a:bodyPr/>
        <a:lstStyle/>
        <a:p>
          <a:endParaRPr lang="en-US"/>
        </a:p>
      </dgm:t>
    </dgm:pt>
    <dgm:pt modelId="{5E33D2EC-9351-452D-B56E-1933F43662C4}" type="sibTrans" cxnId="{BAC33DB2-723E-4F75-BC2B-86A68D4190A2}">
      <dgm:prSet/>
      <dgm:spPr/>
      <dgm:t>
        <a:bodyPr/>
        <a:lstStyle/>
        <a:p>
          <a:endParaRPr lang="en-US"/>
        </a:p>
      </dgm:t>
    </dgm:pt>
    <dgm:pt modelId="{85603B3F-D98F-486C-8AB8-D348106D7C64}">
      <dgm:prSet/>
      <dgm:spPr/>
      <dgm:t>
        <a:bodyPr/>
        <a:lstStyle/>
        <a:p>
          <a:r>
            <a:rPr lang="en-GB"/>
            <a:t>Will changing the punctuation or linking expression fix the issue?</a:t>
          </a:r>
          <a:endParaRPr lang="en-US"/>
        </a:p>
      </dgm:t>
    </dgm:pt>
    <dgm:pt modelId="{CFDF25E5-BA87-4FF1-92FE-6E4E02365813}" type="parTrans" cxnId="{120426E7-5F12-4051-813C-3B7F52A71A3D}">
      <dgm:prSet/>
      <dgm:spPr/>
      <dgm:t>
        <a:bodyPr/>
        <a:lstStyle/>
        <a:p>
          <a:endParaRPr lang="en-US"/>
        </a:p>
      </dgm:t>
    </dgm:pt>
    <dgm:pt modelId="{2AD9F80E-B13D-4801-9B56-E45F1EBC13C3}" type="sibTrans" cxnId="{120426E7-5F12-4051-813C-3B7F52A71A3D}">
      <dgm:prSet/>
      <dgm:spPr/>
      <dgm:t>
        <a:bodyPr/>
        <a:lstStyle/>
        <a:p>
          <a:endParaRPr lang="en-US"/>
        </a:p>
      </dgm:t>
    </dgm:pt>
    <dgm:pt modelId="{3565C964-5AD8-480C-87DE-9FFB76A9A2D9}" type="pres">
      <dgm:prSet presAssocID="{892F4A2D-252A-4BD7-9D4A-E7767CB82F62}" presName="Name0" presStyleCnt="0">
        <dgm:presLayoutVars>
          <dgm:dir/>
          <dgm:animLvl val="lvl"/>
          <dgm:resizeHandles val="exact"/>
        </dgm:presLayoutVars>
      </dgm:prSet>
      <dgm:spPr/>
    </dgm:pt>
    <dgm:pt modelId="{56F18343-1726-459C-8D36-67F7ED51BEAB}" type="pres">
      <dgm:prSet presAssocID="{B36C7C1C-EBE5-42CF-84E7-91E833F36C30}" presName="linNode" presStyleCnt="0"/>
      <dgm:spPr/>
    </dgm:pt>
    <dgm:pt modelId="{70CD85E7-79F9-4916-AB96-3CC87609EA6A}" type="pres">
      <dgm:prSet presAssocID="{B36C7C1C-EBE5-42CF-84E7-91E833F36C30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32621242-C2DC-45E7-9E24-8629CEE40EEB}" type="pres">
      <dgm:prSet presAssocID="{B36C7C1C-EBE5-42CF-84E7-91E833F36C30}" presName="descendantText" presStyleLbl="alignAccFollowNode1" presStyleIdx="0" presStyleCnt="2">
        <dgm:presLayoutVars>
          <dgm:bulletEnabled val="1"/>
        </dgm:presLayoutVars>
      </dgm:prSet>
      <dgm:spPr/>
    </dgm:pt>
    <dgm:pt modelId="{D2EE3B62-F8BE-4FA5-96A7-EA1218583830}" type="pres">
      <dgm:prSet presAssocID="{2D3AF64B-C846-47DC-AF9E-5A7864965FF1}" presName="sp" presStyleCnt="0"/>
      <dgm:spPr/>
    </dgm:pt>
    <dgm:pt modelId="{A910E5E4-EC15-4399-9DF6-9CA7C0462C71}" type="pres">
      <dgm:prSet presAssocID="{563BC292-D735-4BC6-8DCF-C4D131713A99}" presName="linNode" presStyleCnt="0"/>
      <dgm:spPr/>
    </dgm:pt>
    <dgm:pt modelId="{0C6AC970-9986-4A26-BD46-8EFA8CC11636}" type="pres">
      <dgm:prSet presAssocID="{563BC292-D735-4BC6-8DCF-C4D131713A99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ABDA81D4-8C41-42B8-A4B0-46AC3758FFEE}" type="pres">
      <dgm:prSet presAssocID="{563BC292-D735-4BC6-8DCF-C4D131713A99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1E00260D-F768-484F-A434-8886606048B8}" srcId="{892F4A2D-252A-4BD7-9D4A-E7767CB82F62}" destId="{563BC292-D735-4BC6-8DCF-C4D131713A99}" srcOrd="1" destOrd="0" parTransId="{A7657626-1478-4390-86FC-57208E6C9524}" sibTransId="{3D68DF9B-A33A-4869-813B-226D4D6E4F08}"/>
    <dgm:cxn modelId="{AFA02D0E-B6F6-46BC-9CA7-483917873762}" type="presOf" srcId="{E5899327-ABBA-4537-9890-558110CA7BB1}" destId="{ABDA81D4-8C41-42B8-A4B0-46AC3758FFEE}" srcOrd="0" destOrd="1" presId="urn:microsoft.com/office/officeart/2005/8/layout/vList5"/>
    <dgm:cxn modelId="{EDA5B215-189E-46DA-9B83-47C080C69063}" type="presOf" srcId="{1594F73C-22C7-471B-909D-D544359F35EC}" destId="{32621242-C2DC-45E7-9E24-8629CEE40EEB}" srcOrd="0" destOrd="1" presId="urn:microsoft.com/office/officeart/2005/8/layout/vList5"/>
    <dgm:cxn modelId="{F3148320-186A-4BC6-9AB6-042938135315}" type="presOf" srcId="{892F4A2D-252A-4BD7-9D4A-E7767CB82F62}" destId="{3565C964-5AD8-480C-87DE-9FFB76A9A2D9}" srcOrd="0" destOrd="0" presId="urn:microsoft.com/office/officeart/2005/8/layout/vList5"/>
    <dgm:cxn modelId="{239CA720-6FF4-442C-BE1B-5A8E56902E54}" type="presOf" srcId="{563BC292-D735-4BC6-8DCF-C4D131713A99}" destId="{0C6AC970-9986-4A26-BD46-8EFA8CC11636}" srcOrd="0" destOrd="0" presId="urn:microsoft.com/office/officeart/2005/8/layout/vList5"/>
    <dgm:cxn modelId="{FBFE5521-F1BD-46B2-BF92-7D7F13229A9A}" type="presOf" srcId="{B36C7C1C-EBE5-42CF-84E7-91E833F36C30}" destId="{70CD85E7-79F9-4916-AB96-3CC87609EA6A}" srcOrd="0" destOrd="0" presId="urn:microsoft.com/office/officeart/2005/8/layout/vList5"/>
    <dgm:cxn modelId="{272AB828-D372-4507-922C-BFFA7134ECAC}" srcId="{B36C7C1C-EBE5-42CF-84E7-91E833F36C30}" destId="{DB24E33D-5BAB-4BAC-9014-576915808C6E}" srcOrd="0" destOrd="0" parTransId="{01146E58-52DD-479D-B49B-BC90E0748465}" sibTransId="{038D97F8-697A-40EA-8D14-9540A8A005C6}"/>
    <dgm:cxn modelId="{B3C3E829-9BC9-4C06-938F-07297521BF5A}" srcId="{892F4A2D-252A-4BD7-9D4A-E7767CB82F62}" destId="{B36C7C1C-EBE5-42CF-84E7-91E833F36C30}" srcOrd="0" destOrd="0" parTransId="{ED77B36E-A341-4555-8F17-7519B66813A4}" sibTransId="{2D3AF64B-C846-47DC-AF9E-5A7864965FF1}"/>
    <dgm:cxn modelId="{A482E991-0BD2-4EC8-B480-3673D650CA31}" srcId="{563BC292-D735-4BC6-8DCF-C4D131713A99}" destId="{2EDC316B-9E68-44BC-BBC8-6F0756974223}" srcOrd="0" destOrd="0" parTransId="{4F74C9E0-FC88-4A38-828C-73D743AD196C}" sibTransId="{B6BB6C4E-A0F0-4CBC-B377-AFFC37D232A5}"/>
    <dgm:cxn modelId="{F996339F-72DF-446D-8478-2D708A5C7903}" type="presOf" srcId="{DB24E33D-5BAB-4BAC-9014-576915808C6E}" destId="{32621242-C2DC-45E7-9E24-8629CEE40EEB}" srcOrd="0" destOrd="0" presId="urn:microsoft.com/office/officeart/2005/8/layout/vList5"/>
    <dgm:cxn modelId="{FA446AAC-5CC2-4E17-810E-B651BCEA508D}" type="presOf" srcId="{85603B3F-D98F-486C-8AB8-D348106D7C64}" destId="{ABDA81D4-8C41-42B8-A4B0-46AC3758FFEE}" srcOrd="0" destOrd="2" presId="urn:microsoft.com/office/officeart/2005/8/layout/vList5"/>
    <dgm:cxn modelId="{BAC33DB2-723E-4F75-BC2B-86A68D4190A2}" srcId="{563BC292-D735-4BC6-8DCF-C4D131713A99}" destId="{E5899327-ABBA-4537-9890-558110CA7BB1}" srcOrd="1" destOrd="0" parTransId="{9CECC98E-9531-45F7-A06B-5F6BDC3FE5E7}" sibTransId="{5E33D2EC-9351-452D-B56E-1933F43662C4}"/>
    <dgm:cxn modelId="{8C83EEB9-F071-4C99-8C34-DFDF9391646B}" srcId="{B36C7C1C-EBE5-42CF-84E7-91E833F36C30}" destId="{1594F73C-22C7-471B-909D-D544359F35EC}" srcOrd="1" destOrd="0" parTransId="{666A58AC-3A95-4358-A51A-F45D6F9DC640}" sibTransId="{90D101EA-2DF3-431B-9B8E-26B797A227AA}"/>
    <dgm:cxn modelId="{120426E7-5F12-4051-813C-3B7F52A71A3D}" srcId="{563BC292-D735-4BC6-8DCF-C4D131713A99}" destId="{85603B3F-D98F-486C-8AB8-D348106D7C64}" srcOrd="2" destOrd="0" parTransId="{CFDF25E5-BA87-4FF1-92FE-6E4E02365813}" sibTransId="{2AD9F80E-B13D-4801-9B56-E45F1EBC13C3}"/>
    <dgm:cxn modelId="{C635BCE7-3195-4D43-82C6-2A580F69F1D9}" type="presOf" srcId="{2EDC316B-9E68-44BC-BBC8-6F0756974223}" destId="{ABDA81D4-8C41-42B8-A4B0-46AC3758FFEE}" srcOrd="0" destOrd="0" presId="urn:microsoft.com/office/officeart/2005/8/layout/vList5"/>
    <dgm:cxn modelId="{EAABE896-BE05-4CCE-A7B2-DB1D024720B0}" type="presParOf" srcId="{3565C964-5AD8-480C-87DE-9FFB76A9A2D9}" destId="{56F18343-1726-459C-8D36-67F7ED51BEAB}" srcOrd="0" destOrd="0" presId="urn:microsoft.com/office/officeart/2005/8/layout/vList5"/>
    <dgm:cxn modelId="{E9B1337E-F423-4F85-AF1F-5F0F01F9403E}" type="presParOf" srcId="{56F18343-1726-459C-8D36-67F7ED51BEAB}" destId="{70CD85E7-79F9-4916-AB96-3CC87609EA6A}" srcOrd="0" destOrd="0" presId="urn:microsoft.com/office/officeart/2005/8/layout/vList5"/>
    <dgm:cxn modelId="{55E7DF8B-3F19-46E7-A31C-8DC905A0402A}" type="presParOf" srcId="{56F18343-1726-459C-8D36-67F7ED51BEAB}" destId="{32621242-C2DC-45E7-9E24-8629CEE40EEB}" srcOrd="1" destOrd="0" presId="urn:microsoft.com/office/officeart/2005/8/layout/vList5"/>
    <dgm:cxn modelId="{D697790C-C5D5-4E59-8CC2-9955B68D2173}" type="presParOf" srcId="{3565C964-5AD8-480C-87DE-9FFB76A9A2D9}" destId="{D2EE3B62-F8BE-4FA5-96A7-EA1218583830}" srcOrd="1" destOrd="0" presId="urn:microsoft.com/office/officeart/2005/8/layout/vList5"/>
    <dgm:cxn modelId="{FAE5A1B8-0E98-4D6F-B7A0-265F0429412C}" type="presParOf" srcId="{3565C964-5AD8-480C-87DE-9FFB76A9A2D9}" destId="{A910E5E4-EC15-4399-9DF6-9CA7C0462C71}" srcOrd="2" destOrd="0" presId="urn:microsoft.com/office/officeart/2005/8/layout/vList5"/>
    <dgm:cxn modelId="{880CF5C7-2E1C-4764-A206-FEE1020FF1F6}" type="presParOf" srcId="{A910E5E4-EC15-4399-9DF6-9CA7C0462C71}" destId="{0C6AC970-9986-4A26-BD46-8EFA8CC11636}" srcOrd="0" destOrd="0" presId="urn:microsoft.com/office/officeart/2005/8/layout/vList5"/>
    <dgm:cxn modelId="{706C3B83-5930-4848-A864-F678F9EA5609}" type="presParOf" srcId="{A910E5E4-EC15-4399-9DF6-9CA7C0462C71}" destId="{ABDA81D4-8C41-42B8-A4B0-46AC3758FFE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FD61DD4-64B8-42DF-B21F-1CB1472FA714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27239BB-21C6-4A3C-87A5-A0CB795034D8}">
      <dgm:prSet/>
      <dgm:spPr/>
      <dgm:t>
        <a:bodyPr/>
        <a:lstStyle/>
        <a:p>
          <a:r>
            <a:rPr lang="en-US" b="1"/>
            <a:t>PARAGRAPHING</a:t>
          </a:r>
          <a:endParaRPr lang="en-US"/>
        </a:p>
      </dgm:t>
    </dgm:pt>
    <dgm:pt modelId="{101B936D-FF17-4393-BB40-CF048BEFE1A2}" type="parTrans" cxnId="{8D941F75-AA7C-4036-A2D5-B54CED073BDC}">
      <dgm:prSet/>
      <dgm:spPr/>
      <dgm:t>
        <a:bodyPr/>
        <a:lstStyle/>
        <a:p>
          <a:endParaRPr lang="en-US"/>
        </a:p>
      </dgm:t>
    </dgm:pt>
    <dgm:pt modelId="{C914956B-F738-414D-AF8E-BF0B6BEE4ACC}" type="sibTrans" cxnId="{8D941F75-AA7C-4036-A2D5-B54CED073BDC}">
      <dgm:prSet/>
      <dgm:spPr/>
      <dgm:t>
        <a:bodyPr/>
        <a:lstStyle/>
        <a:p>
          <a:endParaRPr lang="en-US"/>
        </a:p>
      </dgm:t>
    </dgm:pt>
    <dgm:pt modelId="{E9EAD769-8BE8-4017-8ACE-B2DFCDDB5036}">
      <dgm:prSet/>
      <dgm:spPr/>
      <dgm:t>
        <a:bodyPr/>
        <a:lstStyle/>
        <a:p>
          <a:r>
            <a:rPr lang="en-US"/>
            <a:t>One idea per paragraph</a:t>
          </a:r>
        </a:p>
      </dgm:t>
    </dgm:pt>
    <dgm:pt modelId="{6EE644DA-9D7E-48C2-912A-450C28FD84C8}" type="parTrans" cxnId="{C85CA652-FB2B-49B3-8D9E-ECDDFDC4758F}">
      <dgm:prSet/>
      <dgm:spPr/>
      <dgm:t>
        <a:bodyPr/>
        <a:lstStyle/>
        <a:p>
          <a:endParaRPr lang="en-US"/>
        </a:p>
      </dgm:t>
    </dgm:pt>
    <dgm:pt modelId="{196C12FC-8B5D-4530-B399-A10A93E19660}" type="sibTrans" cxnId="{C85CA652-FB2B-49B3-8D9E-ECDDFDC4758F}">
      <dgm:prSet/>
      <dgm:spPr/>
      <dgm:t>
        <a:bodyPr/>
        <a:lstStyle/>
        <a:p>
          <a:endParaRPr lang="en-US"/>
        </a:p>
      </dgm:t>
    </dgm:pt>
    <dgm:pt modelId="{85828DB6-3ACC-4553-B177-559E57A15355}">
      <dgm:prSet/>
      <dgm:spPr/>
      <dgm:t>
        <a:bodyPr/>
        <a:lstStyle/>
        <a:p>
          <a:r>
            <a:rPr lang="en-US"/>
            <a:t>Clear topic sentence</a:t>
          </a:r>
        </a:p>
      </dgm:t>
    </dgm:pt>
    <dgm:pt modelId="{AED94626-9579-4588-B011-7B5957A7EC28}" type="parTrans" cxnId="{548EC11B-5586-431A-9559-A0C2EE544F7D}">
      <dgm:prSet/>
      <dgm:spPr/>
      <dgm:t>
        <a:bodyPr/>
        <a:lstStyle/>
        <a:p>
          <a:endParaRPr lang="en-US"/>
        </a:p>
      </dgm:t>
    </dgm:pt>
    <dgm:pt modelId="{24644A36-4ACC-411B-A45D-EF67DAC1E3B7}" type="sibTrans" cxnId="{548EC11B-5586-431A-9559-A0C2EE544F7D}">
      <dgm:prSet/>
      <dgm:spPr/>
      <dgm:t>
        <a:bodyPr/>
        <a:lstStyle/>
        <a:p>
          <a:endParaRPr lang="en-US"/>
        </a:p>
      </dgm:t>
    </dgm:pt>
    <dgm:pt modelId="{C660A34C-16AD-466E-848E-6DA3F7E07693}">
      <dgm:prSet/>
      <dgm:spPr/>
      <dgm:t>
        <a:bodyPr/>
        <a:lstStyle/>
        <a:p>
          <a:r>
            <a:rPr lang="en-US"/>
            <a:t>Clear link to preceding paragraph</a:t>
          </a:r>
        </a:p>
      </dgm:t>
    </dgm:pt>
    <dgm:pt modelId="{3BE7F1E4-5924-404F-A5BB-37A855C79EE7}" type="parTrans" cxnId="{5839C2F8-9CF6-49EE-9E2E-A07C5B32ED4F}">
      <dgm:prSet/>
      <dgm:spPr/>
      <dgm:t>
        <a:bodyPr/>
        <a:lstStyle/>
        <a:p>
          <a:endParaRPr lang="en-US"/>
        </a:p>
      </dgm:t>
    </dgm:pt>
    <dgm:pt modelId="{05C64FA6-5170-49DF-B282-9F0F87B196DA}" type="sibTrans" cxnId="{5839C2F8-9CF6-49EE-9E2E-A07C5B32ED4F}">
      <dgm:prSet/>
      <dgm:spPr/>
      <dgm:t>
        <a:bodyPr/>
        <a:lstStyle/>
        <a:p>
          <a:endParaRPr lang="en-US"/>
        </a:p>
      </dgm:t>
    </dgm:pt>
    <dgm:pt modelId="{E6627B0F-DF8A-4FEC-98EE-E0BC6B9970D4}">
      <dgm:prSet/>
      <dgm:spPr/>
      <dgm:t>
        <a:bodyPr/>
        <a:lstStyle/>
        <a:p>
          <a:r>
            <a:rPr lang="en-US" dirty="0"/>
            <a:t>Usually no subparagraphs</a:t>
          </a:r>
        </a:p>
      </dgm:t>
    </dgm:pt>
    <dgm:pt modelId="{BD1DC5F9-94C8-467F-9385-40A14E0A47E9}" type="parTrans" cxnId="{851BD781-CB0F-4DCE-8A49-CF32EF9F57B5}">
      <dgm:prSet/>
      <dgm:spPr/>
      <dgm:t>
        <a:bodyPr/>
        <a:lstStyle/>
        <a:p>
          <a:endParaRPr lang="en-US"/>
        </a:p>
      </dgm:t>
    </dgm:pt>
    <dgm:pt modelId="{06DA23F4-BD34-4E81-8D65-967093BBE916}" type="sibTrans" cxnId="{851BD781-CB0F-4DCE-8A49-CF32EF9F57B5}">
      <dgm:prSet/>
      <dgm:spPr/>
      <dgm:t>
        <a:bodyPr/>
        <a:lstStyle/>
        <a:p>
          <a:endParaRPr lang="en-US"/>
        </a:p>
      </dgm:t>
    </dgm:pt>
    <dgm:pt modelId="{473CEB48-3783-4FE0-BDFD-5C0E59278BD8}" type="pres">
      <dgm:prSet presAssocID="{0FD61DD4-64B8-42DF-B21F-1CB1472FA714}" presName="linear" presStyleCnt="0">
        <dgm:presLayoutVars>
          <dgm:animLvl val="lvl"/>
          <dgm:resizeHandles val="exact"/>
        </dgm:presLayoutVars>
      </dgm:prSet>
      <dgm:spPr/>
    </dgm:pt>
    <dgm:pt modelId="{0CD59467-ED3E-455A-BE1E-CE3A04575893}" type="pres">
      <dgm:prSet presAssocID="{327239BB-21C6-4A3C-87A5-A0CB795034D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95AFFFC-1841-435A-8B4F-B777288D1A57}" type="pres">
      <dgm:prSet presAssocID="{C914956B-F738-414D-AF8E-BF0B6BEE4ACC}" presName="spacer" presStyleCnt="0"/>
      <dgm:spPr/>
    </dgm:pt>
    <dgm:pt modelId="{84B991B4-619F-4892-A0C9-D9BB830D0579}" type="pres">
      <dgm:prSet presAssocID="{E9EAD769-8BE8-4017-8ACE-B2DFCDDB503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C3C7E5F-AB27-45F6-BB02-0A98D82921A6}" type="pres">
      <dgm:prSet presAssocID="{196C12FC-8B5D-4530-B399-A10A93E19660}" presName="spacer" presStyleCnt="0"/>
      <dgm:spPr/>
    </dgm:pt>
    <dgm:pt modelId="{7EC67030-C9EF-4F31-9F4B-7B055F8410BB}" type="pres">
      <dgm:prSet presAssocID="{85828DB6-3ACC-4553-B177-559E57A1535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59877DD-7349-41FD-9980-A04DFF71273F}" type="pres">
      <dgm:prSet presAssocID="{24644A36-4ACC-411B-A45D-EF67DAC1E3B7}" presName="spacer" presStyleCnt="0"/>
      <dgm:spPr/>
    </dgm:pt>
    <dgm:pt modelId="{8A1DF1CD-F731-44D0-A526-363761793C35}" type="pres">
      <dgm:prSet presAssocID="{C660A34C-16AD-466E-848E-6DA3F7E0769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FDCE7E8-8C64-47D8-9D88-54C9EB7B614A}" type="pres">
      <dgm:prSet presAssocID="{05C64FA6-5170-49DF-B282-9F0F87B196DA}" presName="spacer" presStyleCnt="0"/>
      <dgm:spPr/>
    </dgm:pt>
    <dgm:pt modelId="{7C9D2DAC-78E7-4D8E-9E7C-CE859F642349}" type="pres">
      <dgm:prSet presAssocID="{E6627B0F-DF8A-4FEC-98EE-E0BC6B9970D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48EC11B-5586-431A-9559-A0C2EE544F7D}" srcId="{0FD61DD4-64B8-42DF-B21F-1CB1472FA714}" destId="{85828DB6-3ACC-4553-B177-559E57A15355}" srcOrd="2" destOrd="0" parTransId="{AED94626-9579-4588-B011-7B5957A7EC28}" sibTransId="{24644A36-4ACC-411B-A45D-EF67DAC1E3B7}"/>
    <dgm:cxn modelId="{78278B45-0B2F-46B9-992B-3F8BE63D1ADD}" type="presOf" srcId="{0FD61DD4-64B8-42DF-B21F-1CB1472FA714}" destId="{473CEB48-3783-4FE0-BDFD-5C0E59278BD8}" srcOrd="0" destOrd="0" presId="urn:microsoft.com/office/officeart/2005/8/layout/vList2"/>
    <dgm:cxn modelId="{37F23846-BF35-4EDE-8C80-2DAAA74E22F3}" type="presOf" srcId="{E9EAD769-8BE8-4017-8ACE-B2DFCDDB5036}" destId="{84B991B4-619F-4892-A0C9-D9BB830D0579}" srcOrd="0" destOrd="0" presId="urn:microsoft.com/office/officeart/2005/8/layout/vList2"/>
    <dgm:cxn modelId="{E4CE9E48-66F7-4061-B708-648A8E36C2B1}" type="presOf" srcId="{E6627B0F-DF8A-4FEC-98EE-E0BC6B9970D4}" destId="{7C9D2DAC-78E7-4D8E-9E7C-CE859F642349}" srcOrd="0" destOrd="0" presId="urn:microsoft.com/office/officeart/2005/8/layout/vList2"/>
    <dgm:cxn modelId="{C85CA652-FB2B-49B3-8D9E-ECDDFDC4758F}" srcId="{0FD61DD4-64B8-42DF-B21F-1CB1472FA714}" destId="{E9EAD769-8BE8-4017-8ACE-B2DFCDDB5036}" srcOrd="1" destOrd="0" parTransId="{6EE644DA-9D7E-48C2-912A-450C28FD84C8}" sibTransId="{196C12FC-8B5D-4530-B399-A10A93E19660}"/>
    <dgm:cxn modelId="{8D941F75-AA7C-4036-A2D5-B54CED073BDC}" srcId="{0FD61DD4-64B8-42DF-B21F-1CB1472FA714}" destId="{327239BB-21C6-4A3C-87A5-A0CB795034D8}" srcOrd="0" destOrd="0" parTransId="{101B936D-FF17-4393-BB40-CF048BEFE1A2}" sibTransId="{C914956B-F738-414D-AF8E-BF0B6BEE4ACC}"/>
    <dgm:cxn modelId="{851BD781-CB0F-4DCE-8A49-CF32EF9F57B5}" srcId="{0FD61DD4-64B8-42DF-B21F-1CB1472FA714}" destId="{E6627B0F-DF8A-4FEC-98EE-E0BC6B9970D4}" srcOrd="4" destOrd="0" parTransId="{BD1DC5F9-94C8-467F-9385-40A14E0A47E9}" sibTransId="{06DA23F4-BD34-4E81-8D65-967093BBE916}"/>
    <dgm:cxn modelId="{5CD27D88-431B-4870-A9EB-0FA41E795508}" type="presOf" srcId="{327239BB-21C6-4A3C-87A5-A0CB795034D8}" destId="{0CD59467-ED3E-455A-BE1E-CE3A04575893}" srcOrd="0" destOrd="0" presId="urn:microsoft.com/office/officeart/2005/8/layout/vList2"/>
    <dgm:cxn modelId="{CB858495-68F0-444A-BBB8-EA12932CC002}" type="presOf" srcId="{85828DB6-3ACC-4553-B177-559E57A15355}" destId="{7EC67030-C9EF-4F31-9F4B-7B055F8410BB}" srcOrd="0" destOrd="0" presId="urn:microsoft.com/office/officeart/2005/8/layout/vList2"/>
    <dgm:cxn modelId="{1444E4DD-03D5-4FBF-BF49-2EE6D6D0D1D4}" type="presOf" srcId="{C660A34C-16AD-466E-848E-6DA3F7E07693}" destId="{8A1DF1CD-F731-44D0-A526-363761793C35}" srcOrd="0" destOrd="0" presId="urn:microsoft.com/office/officeart/2005/8/layout/vList2"/>
    <dgm:cxn modelId="{5839C2F8-9CF6-49EE-9E2E-A07C5B32ED4F}" srcId="{0FD61DD4-64B8-42DF-B21F-1CB1472FA714}" destId="{C660A34C-16AD-466E-848E-6DA3F7E07693}" srcOrd="3" destOrd="0" parTransId="{3BE7F1E4-5924-404F-A5BB-37A855C79EE7}" sibTransId="{05C64FA6-5170-49DF-B282-9F0F87B196DA}"/>
    <dgm:cxn modelId="{7C77A360-06DB-462F-904B-CB8C2869CE4D}" type="presParOf" srcId="{473CEB48-3783-4FE0-BDFD-5C0E59278BD8}" destId="{0CD59467-ED3E-455A-BE1E-CE3A04575893}" srcOrd="0" destOrd="0" presId="urn:microsoft.com/office/officeart/2005/8/layout/vList2"/>
    <dgm:cxn modelId="{BD62A066-DA7A-4101-9C64-2C8A127E40A1}" type="presParOf" srcId="{473CEB48-3783-4FE0-BDFD-5C0E59278BD8}" destId="{E95AFFFC-1841-435A-8B4F-B777288D1A57}" srcOrd="1" destOrd="0" presId="urn:microsoft.com/office/officeart/2005/8/layout/vList2"/>
    <dgm:cxn modelId="{BD0A534F-8070-4B64-B6CC-8D86B504307D}" type="presParOf" srcId="{473CEB48-3783-4FE0-BDFD-5C0E59278BD8}" destId="{84B991B4-619F-4892-A0C9-D9BB830D0579}" srcOrd="2" destOrd="0" presId="urn:microsoft.com/office/officeart/2005/8/layout/vList2"/>
    <dgm:cxn modelId="{08D0B5AC-F45F-49BC-8363-3D516FC22D93}" type="presParOf" srcId="{473CEB48-3783-4FE0-BDFD-5C0E59278BD8}" destId="{9C3C7E5F-AB27-45F6-BB02-0A98D82921A6}" srcOrd="3" destOrd="0" presId="urn:microsoft.com/office/officeart/2005/8/layout/vList2"/>
    <dgm:cxn modelId="{B62BF76D-82BC-470C-B92B-00C3D9A7DDC3}" type="presParOf" srcId="{473CEB48-3783-4FE0-BDFD-5C0E59278BD8}" destId="{7EC67030-C9EF-4F31-9F4B-7B055F8410BB}" srcOrd="4" destOrd="0" presId="urn:microsoft.com/office/officeart/2005/8/layout/vList2"/>
    <dgm:cxn modelId="{95D925A6-6DC0-4281-ABCB-A7E4496B0738}" type="presParOf" srcId="{473CEB48-3783-4FE0-BDFD-5C0E59278BD8}" destId="{759877DD-7349-41FD-9980-A04DFF71273F}" srcOrd="5" destOrd="0" presId="urn:microsoft.com/office/officeart/2005/8/layout/vList2"/>
    <dgm:cxn modelId="{AD1FB96E-E9EB-479B-A71E-E16901F07CF2}" type="presParOf" srcId="{473CEB48-3783-4FE0-BDFD-5C0E59278BD8}" destId="{8A1DF1CD-F731-44D0-A526-363761793C35}" srcOrd="6" destOrd="0" presId="urn:microsoft.com/office/officeart/2005/8/layout/vList2"/>
    <dgm:cxn modelId="{6715D262-6109-4DBC-94CE-1F5568B861E4}" type="presParOf" srcId="{473CEB48-3783-4FE0-BDFD-5C0E59278BD8}" destId="{8FDCE7E8-8C64-47D8-9D88-54C9EB7B614A}" srcOrd="7" destOrd="0" presId="urn:microsoft.com/office/officeart/2005/8/layout/vList2"/>
    <dgm:cxn modelId="{98740546-18EB-4447-A1D1-B34121B41396}" type="presParOf" srcId="{473CEB48-3783-4FE0-BDFD-5C0E59278BD8}" destId="{7C9D2DAC-78E7-4D8E-9E7C-CE859F64234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C49020-6C6A-40A8-BFF0-14839425E6F3}">
      <dsp:nvSpPr>
        <dsp:cNvPr id="0" name=""/>
        <dsp:cNvSpPr/>
      </dsp:nvSpPr>
      <dsp:spPr>
        <a:xfrm>
          <a:off x="920893" y="887962"/>
          <a:ext cx="1249769" cy="12497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5FC238-CC99-4A80-8611-8CAAB5DE1578}">
      <dsp:nvSpPr>
        <dsp:cNvPr id="0" name=""/>
        <dsp:cNvSpPr/>
      </dsp:nvSpPr>
      <dsp:spPr>
        <a:xfrm>
          <a:off x="157144" y="2485519"/>
          <a:ext cx="277726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Editing is part of a cyclical writing process.</a:t>
          </a:r>
        </a:p>
      </dsp:txBody>
      <dsp:txXfrm>
        <a:off x="157144" y="2485519"/>
        <a:ext cx="2777266" cy="720000"/>
      </dsp:txXfrm>
    </dsp:sp>
    <dsp:sp modelId="{77E0B402-DDD9-4AFB-AC12-531FD8958973}">
      <dsp:nvSpPr>
        <dsp:cNvPr id="0" name=""/>
        <dsp:cNvSpPr/>
      </dsp:nvSpPr>
      <dsp:spPr>
        <a:xfrm>
          <a:off x="4184181" y="887962"/>
          <a:ext cx="1249769" cy="12497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E0AC71-24FA-4DED-9A40-B82971C6D516}">
      <dsp:nvSpPr>
        <dsp:cNvPr id="0" name=""/>
        <dsp:cNvSpPr/>
      </dsp:nvSpPr>
      <dsp:spPr>
        <a:xfrm>
          <a:off x="3420433" y="2485519"/>
          <a:ext cx="277726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Always make final editing an independent process that you set time aside for.</a:t>
          </a:r>
        </a:p>
      </dsp:txBody>
      <dsp:txXfrm>
        <a:off x="3420433" y="2485519"/>
        <a:ext cx="2777266" cy="720000"/>
      </dsp:txXfrm>
    </dsp:sp>
    <dsp:sp modelId="{3355F858-4564-4D5B-81D7-5229116EC5BA}">
      <dsp:nvSpPr>
        <dsp:cNvPr id="0" name=""/>
        <dsp:cNvSpPr/>
      </dsp:nvSpPr>
      <dsp:spPr>
        <a:xfrm>
          <a:off x="7447469" y="887962"/>
          <a:ext cx="1249769" cy="12497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AE715-1BE3-49B3-A097-D9F867216DEC}">
      <dsp:nvSpPr>
        <dsp:cNvPr id="0" name=""/>
        <dsp:cNvSpPr/>
      </dsp:nvSpPr>
      <dsp:spPr>
        <a:xfrm>
          <a:off x="6683721" y="2485519"/>
          <a:ext cx="277726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Editing involves looking at a range of features of your text, BUT it can be more effective to </a:t>
          </a:r>
          <a:r>
            <a:rPr lang="en-US" sz="1300" kern="1200" dirty="0" err="1"/>
            <a:t>priotise</a:t>
          </a:r>
          <a:r>
            <a:rPr lang="en-US" sz="1300" kern="1200" dirty="0"/>
            <a:t> certain areas.</a:t>
          </a:r>
        </a:p>
      </dsp:txBody>
      <dsp:txXfrm>
        <a:off x="6683721" y="2485519"/>
        <a:ext cx="2777266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A8693A-DFA7-4DE8-81B2-502E6A42CB10}">
      <dsp:nvSpPr>
        <dsp:cNvPr id="0" name=""/>
        <dsp:cNvSpPr/>
      </dsp:nvSpPr>
      <dsp:spPr>
        <a:xfrm>
          <a:off x="0" y="2911050"/>
          <a:ext cx="6692813" cy="190996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1808" tIns="241808" rIns="241808" bIns="241808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3400" kern="1200"/>
            <a:t>Find the antecedent</a:t>
          </a:r>
          <a:endParaRPr lang="en-US" sz="3400" kern="1200"/>
        </a:p>
      </dsp:txBody>
      <dsp:txXfrm>
        <a:off x="0" y="2911050"/>
        <a:ext cx="6692813" cy="1031380"/>
      </dsp:txXfrm>
    </dsp:sp>
    <dsp:sp modelId="{85E4B75A-38B5-40B6-8AA8-D251EEA1A775}">
      <dsp:nvSpPr>
        <dsp:cNvPr id="0" name=""/>
        <dsp:cNvSpPr/>
      </dsp:nvSpPr>
      <dsp:spPr>
        <a:xfrm>
          <a:off x="0" y="3904232"/>
          <a:ext cx="3346406" cy="87858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600" kern="1200"/>
            <a:t>If there isn’t one, add an antecedent or change the anaphor.</a:t>
          </a:r>
          <a:endParaRPr lang="en-US" sz="1600" kern="1200"/>
        </a:p>
      </dsp:txBody>
      <dsp:txXfrm>
        <a:off x="0" y="3904232"/>
        <a:ext cx="3346406" cy="878583"/>
      </dsp:txXfrm>
    </dsp:sp>
    <dsp:sp modelId="{E35DC7D4-A4AB-49DE-B31F-7412E9845B7C}">
      <dsp:nvSpPr>
        <dsp:cNvPr id="0" name=""/>
        <dsp:cNvSpPr/>
      </dsp:nvSpPr>
      <dsp:spPr>
        <a:xfrm>
          <a:off x="3346406" y="3904232"/>
          <a:ext cx="3346406" cy="878583"/>
        </a:xfrm>
        <a:prstGeom prst="rect">
          <a:avLst/>
        </a:prstGeom>
        <a:solidFill>
          <a:schemeClr val="accent2">
            <a:tint val="40000"/>
            <a:alpha val="90000"/>
            <a:hueOff val="-3741368"/>
            <a:satOff val="7526"/>
            <a:lumOff val="1147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-3741368"/>
              <a:satOff val="7526"/>
              <a:lumOff val="114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600" kern="1200"/>
            <a:t>Is there a match? Check number, gender, semantics. If necessary, change antecedent or anaphor.</a:t>
          </a:r>
          <a:endParaRPr lang="en-US" sz="1600" kern="1200"/>
        </a:p>
      </dsp:txBody>
      <dsp:txXfrm>
        <a:off x="3346406" y="3904232"/>
        <a:ext cx="3346406" cy="878583"/>
      </dsp:txXfrm>
    </dsp:sp>
    <dsp:sp modelId="{A32A7112-AC30-4A09-99B3-1D40DDC88073}">
      <dsp:nvSpPr>
        <dsp:cNvPr id="0" name=""/>
        <dsp:cNvSpPr/>
      </dsp:nvSpPr>
      <dsp:spPr>
        <a:xfrm rot="10800000">
          <a:off x="0" y="2174"/>
          <a:ext cx="6692813" cy="2937525"/>
        </a:xfrm>
        <a:prstGeom prst="upArrowCallout">
          <a:avLst/>
        </a:prstGeom>
        <a:gradFill rotWithShape="0">
          <a:gsLst>
            <a:gs pos="0">
              <a:schemeClr val="accent2">
                <a:hueOff val="-2712450"/>
                <a:satOff val="-1656"/>
                <a:lumOff val="6471"/>
                <a:alphaOff val="0"/>
                <a:tint val="96000"/>
                <a:lumMod val="100000"/>
              </a:schemeClr>
            </a:gs>
            <a:gs pos="78000">
              <a:schemeClr val="accent2">
                <a:hueOff val="-2712450"/>
                <a:satOff val="-1656"/>
                <a:lumOff val="6471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1808" tIns="241808" rIns="241808" bIns="241808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3400" kern="1200"/>
            <a:t>Highlight all pronouns (it, she, etc.) and demonstratives (this, that, these, those) in your text.</a:t>
          </a:r>
          <a:endParaRPr lang="en-US" sz="3400" kern="1200"/>
        </a:p>
      </dsp:txBody>
      <dsp:txXfrm rot="10800000">
        <a:off x="0" y="2174"/>
        <a:ext cx="6692813" cy="19087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F16642-B67F-4CBF-AA98-E102727F9560}">
      <dsp:nvSpPr>
        <dsp:cNvPr id="0" name=""/>
        <dsp:cNvSpPr/>
      </dsp:nvSpPr>
      <dsp:spPr>
        <a:xfrm>
          <a:off x="0" y="2911050"/>
          <a:ext cx="6692813" cy="190996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500" kern="1200"/>
            <a:t>Check whether the elements in the list are…</a:t>
          </a:r>
          <a:endParaRPr lang="en-US" sz="2500" kern="1200"/>
        </a:p>
      </dsp:txBody>
      <dsp:txXfrm>
        <a:off x="0" y="2911050"/>
        <a:ext cx="6692813" cy="1031380"/>
      </dsp:txXfrm>
    </dsp:sp>
    <dsp:sp modelId="{D4E1A466-DEDF-4ED9-905C-59A9CF13C6F5}">
      <dsp:nvSpPr>
        <dsp:cNvPr id="0" name=""/>
        <dsp:cNvSpPr/>
      </dsp:nvSpPr>
      <dsp:spPr>
        <a:xfrm>
          <a:off x="3267" y="3904232"/>
          <a:ext cx="2228759" cy="87858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000" kern="1200"/>
            <a:t>Easy to recognize (coordination)</a:t>
          </a:r>
          <a:endParaRPr lang="en-US" sz="2000" kern="1200"/>
        </a:p>
      </dsp:txBody>
      <dsp:txXfrm>
        <a:off x="3267" y="3904232"/>
        <a:ext cx="2228759" cy="878583"/>
      </dsp:txXfrm>
    </dsp:sp>
    <dsp:sp modelId="{7E4026A1-5E51-4350-B079-6B2C78F8275F}">
      <dsp:nvSpPr>
        <dsp:cNvPr id="0" name=""/>
        <dsp:cNvSpPr/>
      </dsp:nvSpPr>
      <dsp:spPr>
        <a:xfrm>
          <a:off x="2232027" y="3904232"/>
          <a:ext cx="2228759" cy="878583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000" kern="1200"/>
            <a:t>Syntactically uniform</a:t>
          </a:r>
          <a:endParaRPr lang="en-US" sz="2000" kern="1200"/>
        </a:p>
      </dsp:txBody>
      <dsp:txXfrm>
        <a:off x="2232027" y="3904232"/>
        <a:ext cx="2228759" cy="878583"/>
      </dsp:txXfrm>
    </dsp:sp>
    <dsp:sp modelId="{C6F43805-02BE-4225-A945-78EC82EB0698}">
      <dsp:nvSpPr>
        <dsp:cNvPr id="0" name=""/>
        <dsp:cNvSpPr/>
      </dsp:nvSpPr>
      <dsp:spPr>
        <a:xfrm>
          <a:off x="4460786" y="3904232"/>
          <a:ext cx="2228759" cy="878583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000" kern="1200"/>
            <a:t>Semantically uniform</a:t>
          </a:r>
          <a:endParaRPr lang="en-US" sz="2000" kern="1200"/>
        </a:p>
      </dsp:txBody>
      <dsp:txXfrm>
        <a:off x="4460786" y="3904232"/>
        <a:ext cx="2228759" cy="878583"/>
      </dsp:txXfrm>
    </dsp:sp>
    <dsp:sp modelId="{3069246D-5091-4245-BC51-14F42A85957C}">
      <dsp:nvSpPr>
        <dsp:cNvPr id="0" name=""/>
        <dsp:cNvSpPr/>
      </dsp:nvSpPr>
      <dsp:spPr>
        <a:xfrm rot="10800000">
          <a:off x="0" y="2174"/>
          <a:ext cx="6692813" cy="2937525"/>
        </a:xfrm>
        <a:prstGeom prst="upArrowCallou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500" kern="1200"/>
            <a:t>Scan your text for parallel markers (</a:t>
          </a:r>
          <a:r>
            <a:rPr lang="nl-NL" sz="2500" i="1" kern="1200"/>
            <a:t>and, or, not only…but also</a:t>
          </a:r>
          <a:r>
            <a:rPr lang="nl-NL" sz="2500" kern="1200"/>
            <a:t>) and lists. </a:t>
          </a:r>
          <a:endParaRPr lang="en-US" sz="2500" kern="1200"/>
        </a:p>
      </dsp:txBody>
      <dsp:txXfrm rot="10800000">
        <a:off x="0" y="2174"/>
        <a:ext cx="6692813" cy="19087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621242-C2DC-45E7-9E24-8629CEE40EEB}">
      <dsp:nvSpPr>
        <dsp:cNvPr id="0" name=""/>
        <dsp:cNvSpPr/>
      </dsp:nvSpPr>
      <dsp:spPr>
        <a:xfrm rot="5400000">
          <a:off x="5741621" y="-2079366"/>
          <a:ext cx="1597417" cy="6155605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Do you use vague/imprecise terms such as “get”/ “big”/ “a lot of”?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Do you use informal expressions such as “so”?</a:t>
          </a:r>
        </a:p>
      </dsp:txBody>
      <dsp:txXfrm rot="-5400000">
        <a:off x="3462528" y="277706"/>
        <a:ext cx="6077626" cy="1441459"/>
      </dsp:txXfrm>
    </dsp:sp>
    <dsp:sp modelId="{70CD85E7-79F9-4916-AB96-3CC87609EA6A}">
      <dsp:nvSpPr>
        <dsp:cNvPr id="0" name=""/>
        <dsp:cNvSpPr/>
      </dsp:nvSpPr>
      <dsp:spPr>
        <a:xfrm>
          <a:off x="0" y="49"/>
          <a:ext cx="3462527" cy="199677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Check for informal and vague vocabulary</a:t>
          </a:r>
        </a:p>
      </dsp:txBody>
      <dsp:txXfrm>
        <a:off x="97474" y="97523"/>
        <a:ext cx="3267579" cy="1801823"/>
      </dsp:txXfrm>
    </dsp:sp>
    <dsp:sp modelId="{ABDA81D4-8C41-42B8-A4B0-46AC3758FFEE}">
      <dsp:nvSpPr>
        <dsp:cNvPr id="0" name=""/>
        <dsp:cNvSpPr/>
      </dsp:nvSpPr>
      <dsp:spPr>
        <a:xfrm rot="5400000">
          <a:off x="5741621" y="17243"/>
          <a:ext cx="1597417" cy="6155605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/>
            <a:t>Is the sentence missing a subject or main verb?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/>
            <a:t>Can you link or combine it with another sentence?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/>
            <a:t>Will changing the punctuation or linking expression fix the issue?</a:t>
          </a:r>
          <a:endParaRPr lang="en-US" sz="1900" kern="1200"/>
        </a:p>
      </dsp:txBody>
      <dsp:txXfrm rot="-5400000">
        <a:off x="3462528" y="2374316"/>
        <a:ext cx="6077626" cy="1441459"/>
      </dsp:txXfrm>
    </dsp:sp>
    <dsp:sp modelId="{0C6AC970-9986-4A26-BD46-8EFA8CC11636}">
      <dsp:nvSpPr>
        <dsp:cNvPr id="0" name=""/>
        <dsp:cNvSpPr/>
      </dsp:nvSpPr>
      <dsp:spPr>
        <a:xfrm>
          <a:off x="0" y="2096660"/>
          <a:ext cx="3462527" cy="199677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Check your text for sentence fragments</a:t>
          </a:r>
          <a:endParaRPr lang="en-US" sz="3100" kern="1200"/>
        </a:p>
      </dsp:txBody>
      <dsp:txXfrm>
        <a:off x="97474" y="2194134"/>
        <a:ext cx="3267579" cy="180182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D59467-ED3E-455A-BE1E-CE3A04575893}">
      <dsp:nvSpPr>
        <dsp:cNvPr id="0" name=""/>
        <dsp:cNvSpPr/>
      </dsp:nvSpPr>
      <dsp:spPr>
        <a:xfrm>
          <a:off x="0" y="291014"/>
          <a:ext cx="6692813" cy="7722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/>
            <a:t>PARAGRAPHING</a:t>
          </a:r>
          <a:endParaRPr lang="en-US" sz="3300" kern="1200"/>
        </a:p>
      </dsp:txBody>
      <dsp:txXfrm>
        <a:off x="37696" y="328710"/>
        <a:ext cx="6617421" cy="696808"/>
      </dsp:txXfrm>
    </dsp:sp>
    <dsp:sp modelId="{84B991B4-619F-4892-A0C9-D9BB830D0579}">
      <dsp:nvSpPr>
        <dsp:cNvPr id="0" name=""/>
        <dsp:cNvSpPr/>
      </dsp:nvSpPr>
      <dsp:spPr>
        <a:xfrm>
          <a:off x="0" y="1158254"/>
          <a:ext cx="6692813" cy="772200"/>
        </a:xfrm>
        <a:prstGeom prst="roundRect">
          <a:avLst/>
        </a:prstGeom>
        <a:gradFill rotWithShape="0">
          <a:gsLst>
            <a:gs pos="0">
              <a:schemeClr val="accent2">
                <a:hueOff val="-678113"/>
                <a:satOff val="-414"/>
                <a:lumOff val="1618"/>
                <a:alphaOff val="0"/>
                <a:tint val="96000"/>
                <a:lumMod val="100000"/>
              </a:schemeClr>
            </a:gs>
            <a:gs pos="78000">
              <a:schemeClr val="accent2">
                <a:hueOff val="-678113"/>
                <a:satOff val="-414"/>
                <a:lumOff val="1618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One idea per paragraph</a:t>
          </a:r>
        </a:p>
      </dsp:txBody>
      <dsp:txXfrm>
        <a:off x="37696" y="1195950"/>
        <a:ext cx="6617421" cy="696808"/>
      </dsp:txXfrm>
    </dsp:sp>
    <dsp:sp modelId="{7EC67030-C9EF-4F31-9F4B-7B055F8410BB}">
      <dsp:nvSpPr>
        <dsp:cNvPr id="0" name=""/>
        <dsp:cNvSpPr/>
      </dsp:nvSpPr>
      <dsp:spPr>
        <a:xfrm>
          <a:off x="0" y="2025494"/>
          <a:ext cx="6692813" cy="772200"/>
        </a:xfrm>
        <a:prstGeom prst="roundRect">
          <a:avLst/>
        </a:prstGeom>
        <a:gradFill rotWithShape="0">
          <a:gsLst>
            <a:gs pos="0">
              <a:schemeClr val="accent2">
                <a:hueOff val="-1356225"/>
                <a:satOff val="-828"/>
                <a:lumOff val="3235"/>
                <a:alphaOff val="0"/>
                <a:tint val="96000"/>
                <a:lumMod val="100000"/>
              </a:schemeClr>
            </a:gs>
            <a:gs pos="78000">
              <a:schemeClr val="accent2">
                <a:hueOff val="-1356225"/>
                <a:satOff val="-828"/>
                <a:lumOff val="3235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Clear topic sentence</a:t>
          </a:r>
        </a:p>
      </dsp:txBody>
      <dsp:txXfrm>
        <a:off x="37696" y="2063190"/>
        <a:ext cx="6617421" cy="696808"/>
      </dsp:txXfrm>
    </dsp:sp>
    <dsp:sp modelId="{8A1DF1CD-F731-44D0-A526-363761793C35}">
      <dsp:nvSpPr>
        <dsp:cNvPr id="0" name=""/>
        <dsp:cNvSpPr/>
      </dsp:nvSpPr>
      <dsp:spPr>
        <a:xfrm>
          <a:off x="0" y="2892734"/>
          <a:ext cx="6692813" cy="772200"/>
        </a:xfrm>
        <a:prstGeom prst="roundRect">
          <a:avLst/>
        </a:prstGeom>
        <a:gradFill rotWithShape="0">
          <a:gsLst>
            <a:gs pos="0">
              <a:schemeClr val="accent2">
                <a:hueOff val="-2034338"/>
                <a:satOff val="-1242"/>
                <a:lumOff val="4853"/>
                <a:alphaOff val="0"/>
                <a:tint val="96000"/>
                <a:lumMod val="100000"/>
              </a:schemeClr>
            </a:gs>
            <a:gs pos="78000">
              <a:schemeClr val="accent2">
                <a:hueOff val="-2034338"/>
                <a:satOff val="-1242"/>
                <a:lumOff val="4853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Clear link to preceding paragraph</a:t>
          </a:r>
        </a:p>
      </dsp:txBody>
      <dsp:txXfrm>
        <a:off x="37696" y="2930430"/>
        <a:ext cx="6617421" cy="696808"/>
      </dsp:txXfrm>
    </dsp:sp>
    <dsp:sp modelId="{7C9D2DAC-78E7-4D8E-9E7C-CE859F642349}">
      <dsp:nvSpPr>
        <dsp:cNvPr id="0" name=""/>
        <dsp:cNvSpPr/>
      </dsp:nvSpPr>
      <dsp:spPr>
        <a:xfrm>
          <a:off x="0" y="3759975"/>
          <a:ext cx="6692813" cy="772200"/>
        </a:xfrm>
        <a:prstGeom prst="roundRect">
          <a:avLst/>
        </a:prstGeom>
        <a:gradFill rotWithShape="0">
          <a:gsLst>
            <a:gs pos="0">
              <a:schemeClr val="accent2">
                <a:hueOff val="-2712450"/>
                <a:satOff val="-1656"/>
                <a:lumOff val="6471"/>
                <a:alphaOff val="0"/>
                <a:tint val="96000"/>
                <a:lumMod val="100000"/>
              </a:schemeClr>
            </a:gs>
            <a:gs pos="78000">
              <a:schemeClr val="accent2">
                <a:hueOff val="-2712450"/>
                <a:satOff val="-1656"/>
                <a:lumOff val="6471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Usually no subparagraphs</a:t>
          </a:r>
        </a:p>
      </dsp:txBody>
      <dsp:txXfrm>
        <a:off x="37696" y="3797671"/>
        <a:ext cx="6617421" cy="6968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C6F107-C388-47FE-BB31-3855E50904FC}" type="datetimeFigureOut">
              <a:rPr lang="nl-NL" smtClean="0"/>
              <a:t>6-5-2025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58142-F76D-4B2A-BF13-412CE315540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0739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EDE7BDB-B0A4-4E49-A4B7-61794B2BC9C0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ヒラギノ明朝 ProN W3"/>
                <a:cs typeface="ヒラギノ角ゴ ProN W6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ヒラギノ明朝 ProN W3"/>
              <a:cs typeface="ヒラギノ角ゴ ProN W6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9285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1F58778-FA1C-48C6-A7CC-152F7CEE9807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ヒラギノ明朝 ProN W3"/>
                <a:cs typeface="ヒラギノ角ゴ ProN W6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ヒラギノ明朝 ProN W3"/>
              <a:cs typeface="ヒラギノ角ゴ ProN W6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7631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BD03D-1AD6-45DD-A30A-CE4A396C1CA4}" type="datetimeFigureOut">
              <a:rPr lang="nl-NL" smtClean="0"/>
              <a:t>6-5-2025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01F67-2EA7-468D-AB91-7EC159F8EF1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01670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BD03D-1AD6-45DD-A30A-CE4A396C1CA4}" type="datetimeFigureOut">
              <a:rPr lang="nl-NL" smtClean="0"/>
              <a:t>6-5-2025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01F67-2EA7-468D-AB91-7EC159F8EF1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66444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BD03D-1AD6-45DD-A30A-CE4A396C1CA4}" type="datetimeFigureOut">
              <a:rPr lang="nl-NL" smtClean="0"/>
              <a:t>6-5-2025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01F67-2EA7-468D-AB91-7EC159F8EF1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35262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BD03D-1AD6-45DD-A30A-CE4A396C1CA4}" type="datetimeFigureOut">
              <a:rPr lang="nl-NL" smtClean="0"/>
              <a:t>6-5-2025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01F67-2EA7-468D-AB91-7EC159F8EF1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52306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BD03D-1AD6-45DD-A30A-CE4A396C1CA4}" type="datetimeFigureOut">
              <a:rPr lang="nl-NL" smtClean="0"/>
              <a:t>6-5-2025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01F67-2EA7-468D-AB91-7EC159F8EF1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31235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BD03D-1AD6-45DD-A30A-CE4A396C1CA4}" type="datetimeFigureOut">
              <a:rPr lang="nl-NL" smtClean="0"/>
              <a:t>6-5-2025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01F67-2EA7-468D-AB91-7EC159F8EF1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156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BD03D-1AD6-45DD-A30A-CE4A396C1CA4}" type="datetimeFigureOut">
              <a:rPr lang="nl-NL" smtClean="0"/>
              <a:t>6-5-2025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01F67-2EA7-468D-AB91-7EC159F8EF1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88581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BD03D-1AD6-45DD-A30A-CE4A396C1CA4}" type="datetimeFigureOut">
              <a:rPr lang="nl-NL" smtClean="0"/>
              <a:t>6-5-2025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01F67-2EA7-468D-AB91-7EC159F8EF1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74513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01F67-2EA7-468D-AB91-7EC159F8EF19}" type="slidenum">
              <a:rPr lang="nl-NL" smtClean="0"/>
              <a:t>‹nr.›</a:t>
            </a:fld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BD03D-1AD6-45DD-A30A-CE4A396C1CA4}" type="datetimeFigureOut">
              <a:rPr lang="nl-NL" smtClean="0"/>
              <a:t>6-5-2025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36576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BD03D-1AD6-45DD-A30A-CE4A396C1CA4}" type="datetimeFigureOut">
              <a:rPr lang="nl-NL" smtClean="0"/>
              <a:t>6-5-2025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01F67-2EA7-468D-AB91-7EC159F8EF1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24761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BD03D-1AD6-45DD-A30A-CE4A396C1CA4}" type="datetimeFigureOut">
              <a:rPr lang="nl-NL" smtClean="0"/>
              <a:t>6-5-2025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01F67-2EA7-468D-AB91-7EC159F8EF19}" type="slidenum">
              <a:rPr lang="nl-NL" smtClean="0"/>
              <a:t>‹nr.›</a:t>
            </a:fld>
            <a:endParaRPr lang="nl-N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405865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BD03D-1AD6-45DD-A30A-CE4A396C1CA4}" type="datetimeFigureOut">
              <a:rPr lang="nl-NL" smtClean="0"/>
              <a:t>6-5-2025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01F67-2EA7-468D-AB91-7EC159F8EF1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487537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BD03D-1AD6-45DD-A30A-CE4A396C1CA4}" type="datetimeFigureOut">
              <a:rPr lang="nl-NL" smtClean="0"/>
              <a:t>6-5-2025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01F67-2EA7-468D-AB91-7EC159F8EF19}" type="slidenum">
              <a:rPr lang="nl-NL" smtClean="0"/>
              <a:t>‹nr.›</a:t>
            </a:fld>
            <a:endParaRPr lang="nl-N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080266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BD03D-1AD6-45DD-A30A-CE4A396C1CA4}" type="datetimeFigureOut">
              <a:rPr lang="nl-NL" smtClean="0"/>
              <a:t>6-5-2025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01F67-2EA7-468D-AB91-7EC159F8EF1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823351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BD03D-1AD6-45DD-A30A-CE4A396C1CA4}" type="datetimeFigureOut">
              <a:rPr lang="nl-NL" smtClean="0"/>
              <a:t>6-5-2025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01F67-2EA7-468D-AB91-7EC159F8EF1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621762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BD03D-1AD6-45DD-A30A-CE4A396C1CA4}" type="datetimeFigureOut">
              <a:rPr lang="nl-NL" smtClean="0"/>
              <a:t>6-5-2025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01F67-2EA7-468D-AB91-7EC159F8EF1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08419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6BD03D-1AD6-45DD-A30A-CE4A396C1CA4}" type="datetimeFigureOut">
              <a:rPr lang="nl-NL" smtClean="0"/>
              <a:t>6-5-2025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9A01F67-2EA7-468D-AB91-7EC159F8EF1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74674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roup 201">
            <a:extLst>
              <a:ext uri="{FF2B5EF4-FFF2-40B4-BE49-F238E27FC236}">
                <a16:creationId xmlns:a16="http://schemas.microsoft.com/office/drawing/2014/main" id="{76582886-877C-4AEC-A77F-8055EB9A0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203" name="Freeform 14">
              <a:extLst>
                <a:ext uri="{FF2B5EF4-FFF2-40B4-BE49-F238E27FC236}">
                  <a16:creationId xmlns:a16="http://schemas.microsoft.com/office/drawing/2014/main" id="{171A838D-27EA-485C-9A80-DCE624AB3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9059F313-A1BB-425E-9626-2BD43CAC64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19ABF76A-A1AE-44BB-9ECB-D55D2FE29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Rectangle 23">
              <a:extLst>
                <a:ext uri="{FF2B5EF4-FFF2-40B4-BE49-F238E27FC236}">
                  <a16:creationId xmlns:a16="http://schemas.microsoft.com/office/drawing/2014/main" id="{5B6D2EC4-82D3-43B8-82D6-028CB43456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07" name="Rectangle 25">
              <a:extLst>
                <a:ext uri="{FF2B5EF4-FFF2-40B4-BE49-F238E27FC236}">
                  <a16:creationId xmlns:a16="http://schemas.microsoft.com/office/drawing/2014/main" id="{520034CE-71F9-4E0F-94D8-99335CB85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08" name="Isosceles Triangle 207">
              <a:extLst>
                <a:ext uri="{FF2B5EF4-FFF2-40B4-BE49-F238E27FC236}">
                  <a16:creationId xmlns:a16="http://schemas.microsoft.com/office/drawing/2014/main" id="{1926C6C0-16F7-4CDC-B481-2D19B2F3BF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09" name="Rectangle 27">
              <a:extLst>
                <a:ext uri="{FF2B5EF4-FFF2-40B4-BE49-F238E27FC236}">
                  <a16:creationId xmlns:a16="http://schemas.microsoft.com/office/drawing/2014/main" id="{042CE423-CE6E-4EE9-91F2-3E40EFB40A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10" name="Rectangle 28">
              <a:extLst>
                <a:ext uri="{FF2B5EF4-FFF2-40B4-BE49-F238E27FC236}">
                  <a16:creationId xmlns:a16="http://schemas.microsoft.com/office/drawing/2014/main" id="{699BB4BD-31D7-434C-A6DB-E2CF3ACF60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11" name="Rectangle 29">
              <a:extLst>
                <a:ext uri="{FF2B5EF4-FFF2-40B4-BE49-F238E27FC236}">
                  <a16:creationId xmlns:a16="http://schemas.microsoft.com/office/drawing/2014/main" id="{23D406B8-656A-4D8B-91D0-BF4202C86F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12" name="Isosceles Triangle 211">
              <a:extLst>
                <a:ext uri="{FF2B5EF4-FFF2-40B4-BE49-F238E27FC236}">
                  <a16:creationId xmlns:a16="http://schemas.microsoft.com/office/drawing/2014/main" id="{83F4BFB6-D6B8-446C-8E17-3D54DCA9F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</p:grpSp>
      <p:sp useBgFill="1">
        <p:nvSpPr>
          <p:cNvPr id="200" name="Rectangle 213">
            <a:extLst>
              <a:ext uri="{FF2B5EF4-FFF2-40B4-BE49-F238E27FC236}">
                <a16:creationId xmlns:a16="http://schemas.microsoft.com/office/drawing/2014/main" id="{0ADFFC45-3DC9-4433-926F-043E879D9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1" name="Group 215">
            <a:extLst>
              <a:ext uri="{FF2B5EF4-FFF2-40B4-BE49-F238E27FC236}">
                <a16:creationId xmlns:a16="http://schemas.microsoft.com/office/drawing/2014/main" id="{B5F26A87-0610-435F-AA13-BD658385C9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67230" y="-8468"/>
            <a:ext cx="4763558" cy="6866467"/>
            <a:chOff x="67175" y="-8467"/>
            <a:chExt cx="4763558" cy="6866467"/>
          </a:xfrm>
        </p:grpSpPr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6321436-5AAD-4FB6-BB0D-316D4540E8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448300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7">
              <a:extLst>
                <a:ext uri="{FF2B5EF4-FFF2-40B4-BE49-F238E27FC236}">
                  <a16:creationId xmlns:a16="http://schemas.microsoft.com/office/drawing/2014/main" id="{94B0BD33-3D46-4F43-947A-825DFEF610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67175" y="3681413"/>
              <a:ext cx="4763558" cy="3176587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9" name="Rectangle 23">
              <a:extLst>
                <a:ext uri="{FF2B5EF4-FFF2-40B4-BE49-F238E27FC236}">
                  <a16:creationId xmlns:a16="http://schemas.microsoft.com/office/drawing/2014/main" id="{92E26C27-E1F5-47DC-9F83-469D196C5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58764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15" name="Rectangle 25">
              <a:extLst>
                <a:ext uri="{FF2B5EF4-FFF2-40B4-BE49-F238E27FC236}">
                  <a16:creationId xmlns:a16="http://schemas.microsoft.com/office/drawing/2014/main" id="{95F944E7-2B4E-4AE2-B4DB-846FF8AE0B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80730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21" name="Isosceles Triangle 220">
              <a:extLst>
                <a:ext uri="{FF2B5EF4-FFF2-40B4-BE49-F238E27FC236}">
                  <a16:creationId xmlns:a16="http://schemas.microsoft.com/office/drawing/2014/main" id="{FF14952D-390F-46CC-B302-73DDD9C41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9621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27" name="Rectangle 27">
              <a:extLst>
                <a:ext uri="{FF2B5EF4-FFF2-40B4-BE49-F238E27FC236}">
                  <a16:creationId xmlns:a16="http://schemas.microsoft.com/office/drawing/2014/main" id="{867CDE55-B22A-40D0-882A-9452919EE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11788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23" name="Isosceles Triangle 222">
              <a:extLst>
                <a:ext uri="{FF2B5EF4-FFF2-40B4-BE49-F238E27FC236}">
                  <a16:creationId xmlns:a16="http://schemas.microsoft.com/office/drawing/2014/main" id="{8C409231-C942-4808-B529-DAC32A7DB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448954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</p:grpSp>
      <p:sp>
        <p:nvSpPr>
          <p:cNvPr id="196" name="Google Shape;196;p28"/>
          <p:cNvSpPr txBox="1">
            <a:spLocks noGrp="1"/>
          </p:cNvSpPr>
          <p:nvPr>
            <p:ph type="title"/>
          </p:nvPr>
        </p:nvSpPr>
        <p:spPr>
          <a:xfrm>
            <a:off x="677335" y="1282701"/>
            <a:ext cx="5096060" cy="4307148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r">
              <a:buClr>
                <a:srgbClr val="0C0C0C"/>
              </a:buClr>
              <a:buSzPts val="5000"/>
            </a:pPr>
            <a:r>
              <a:rPr lang="en-US" sz="4600" dirty="0"/>
              <a:t>Revision and editing strategies</a:t>
            </a:r>
          </a:p>
        </p:txBody>
      </p:sp>
      <p:sp>
        <p:nvSpPr>
          <p:cNvPr id="225" name="Freeform: Shape 224">
            <a:extLst>
              <a:ext uri="{FF2B5EF4-FFF2-40B4-BE49-F238E27FC236}">
                <a16:creationId xmlns:a16="http://schemas.microsoft.com/office/drawing/2014/main" id="{69370F01-B8C9-4CE4-824C-92B2792E6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36497" y="-8468"/>
            <a:ext cx="5074930" cy="6866468"/>
          </a:xfrm>
          <a:custGeom>
            <a:avLst/>
            <a:gdLst>
              <a:gd name="connsiteX0" fmla="*/ 0 w 5074930"/>
              <a:gd name="connsiteY0" fmla="*/ 0 h 6858000"/>
              <a:gd name="connsiteX1" fmla="*/ 1249825 w 5074930"/>
              <a:gd name="connsiteY1" fmla="*/ 0 h 6858000"/>
              <a:gd name="connsiteX2" fmla="*/ 1249825 w 5074930"/>
              <a:gd name="connsiteY2" fmla="*/ 8457 h 6858000"/>
              <a:gd name="connsiteX3" fmla="*/ 5074930 w 5074930"/>
              <a:gd name="connsiteY3" fmla="*/ 8457 h 6858000"/>
              <a:gd name="connsiteX4" fmla="*/ 5074930 w 5074930"/>
              <a:gd name="connsiteY4" fmla="*/ 6858000 h 6858000"/>
              <a:gd name="connsiteX5" fmla="*/ 1249825 w 5074930"/>
              <a:gd name="connsiteY5" fmla="*/ 6858000 h 6858000"/>
              <a:gd name="connsiteX6" fmla="*/ 1109383 w 507493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4930" h="6858000">
                <a:moveTo>
                  <a:pt x="0" y="0"/>
                </a:moveTo>
                <a:lnTo>
                  <a:pt x="1249825" y="0"/>
                </a:lnTo>
                <a:lnTo>
                  <a:pt x="1249825" y="8457"/>
                </a:lnTo>
                <a:lnTo>
                  <a:pt x="5074930" y="8457"/>
                </a:lnTo>
                <a:lnTo>
                  <a:pt x="5074930" y="6858000"/>
                </a:lnTo>
                <a:lnTo>
                  <a:pt x="1249825" y="6858000"/>
                </a:lnTo>
                <a:lnTo>
                  <a:pt x="1109383" y="685800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7" name="Google Shape;197;p28"/>
          <p:cNvSpPr txBox="1">
            <a:spLocks noGrp="1"/>
          </p:cNvSpPr>
          <p:nvPr>
            <p:ph type="body" idx="1"/>
          </p:nvPr>
        </p:nvSpPr>
        <p:spPr>
          <a:xfrm>
            <a:off x="7821120" y="2876315"/>
            <a:ext cx="3602567" cy="109689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endParaRPr lang="en-US"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nl-NL" dirty="0"/>
              <a:t>Editing</a:t>
            </a:r>
            <a:endParaRPr lang="en-US" dirty="0"/>
          </a:p>
        </p:txBody>
      </p:sp>
      <p:graphicFrame>
        <p:nvGraphicFramePr>
          <p:cNvPr id="16389" name="Rectangle 3">
            <a:extLst>
              <a:ext uri="{FF2B5EF4-FFF2-40B4-BE49-F238E27FC236}">
                <a16:creationId xmlns:a16="http://schemas.microsoft.com/office/drawing/2014/main" id="{E30F2D1B-0513-23E0-87CA-4A1ED128F2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9683040"/>
              </p:ext>
            </p:extLst>
          </p:nvPr>
        </p:nvGraphicFramePr>
        <p:xfrm>
          <a:off x="1286933" y="1966459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53676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682B8-0F28-46D2-9732-50A72808D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Editing checklist for clarity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AA226-6F7C-41BE-B4FB-DEBC89601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3942" y="2249424"/>
            <a:ext cx="7290055" cy="4023360"/>
          </a:xfrm>
        </p:spPr>
        <p:txBody>
          <a:bodyPr/>
          <a:lstStyle/>
          <a:p>
            <a:r>
              <a:rPr lang="en-GB"/>
              <a:t>1. Sentence length and status (linking)</a:t>
            </a:r>
          </a:p>
          <a:p>
            <a:r>
              <a:rPr lang="en-GB"/>
              <a:t>2. Connectives/transitions (linking)</a:t>
            </a:r>
          </a:p>
          <a:p>
            <a:r>
              <a:rPr lang="en-GB"/>
              <a:t>3. Information order</a:t>
            </a:r>
          </a:p>
          <a:p>
            <a:r>
              <a:rPr lang="en-GB"/>
              <a:t>4. Referent management</a:t>
            </a:r>
          </a:p>
          <a:p>
            <a:r>
              <a:rPr lang="en-GB"/>
              <a:t>5. Parallelism</a:t>
            </a:r>
          </a:p>
          <a:p>
            <a:r>
              <a:rPr lang="en-GB"/>
              <a:t>6. Tense choice</a:t>
            </a:r>
          </a:p>
        </p:txBody>
      </p:sp>
    </p:spTree>
    <p:extLst>
      <p:ext uri="{BB962C8B-B14F-4D97-AF65-F5344CB8AC3E}">
        <p14:creationId xmlns:p14="http://schemas.microsoft.com/office/powerpoint/2010/main" val="2106110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  <a:buClr>
                <a:srgbClr val="0C0C0C"/>
              </a:buClr>
              <a:buSzPts val="5000"/>
            </a:pPr>
            <a:r>
              <a:rPr lang="nl-NL"/>
              <a:t>SENTENCE LENGTH AND STATUS</a:t>
            </a:r>
            <a:endParaRPr/>
          </a:p>
        </p:txBody>
      </p:sp>
      <p:sp>
        <p:nvSpPr>
          <p:cNvPr id="215" name="Google Shape;215;p31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45700" tIns="45700" rIns="45700" bIns="45700" rtlCol="0" anchor="t" anchorCtr="0">
            <a:noAutofit/>
          </a:bodyPr>
          <a:lstStyle/>
          <a:p>
            <a:pPr marL="271463" indent="0">
              <a:lnSpc>
                <a:spcPct val="80000"/>
              </a:lnSpc>
              <a:spcBef>
                <a:spcPts val="0"/>
              </a:spcBef>
              <a:buSzPts val="2400"/>
              <a:buNone/>
            </a:pPr>
            <a:r>
              <a:rPr lang="nl-NL" sz="2400" dirty="0"/>
              <a:t>Take </a:t>
            </a:r>
            <a:r>
              <a:rPr lang="nl-NL" sz="2400" dirty="0" err="1"/>
              <a:t>one</a:t>
            </a:r>
            <a:r>
              <a:rPr lang="nl-NL" sz="2400" dirty="0"/>
              <a:t> </a:t>
            </a:r>
            <a:r>
              <a:rPr lang="nl-NL" sz="2400" dirty="0" err="1"/>
              <a:t>paragraph</a:t>
            </a:r>
            <a:endParaRPr dirty="0"/>
          </a:p>
          <a:p>
            <a:pPr marL="902399" lvl="1" indent="-457200">
              <a:lnSpc>
                <a:spcPct val="80000"/>
              </a:lnSpc>
              <a:spcBef>
                <a:spcPts val="1400"/>
              </a:spcBef>
              <a:buSzPts val="2400"/>
            </a:pPr>
            <a:r>
              <a:rPr lang="nl-NL" sz="2000" dirty="0"/>
              <a:t>Highlight </a:t>
            </a:r>
            <a:r>
              <a:rPr lang="nl-NL" sz="2000" dirty="0" err="1"/>
              <a:t>all</a:t>
            </a:r>
            <a:r>
              <a:rPr lang="nl-NL" sz="2000" dirty="0"/>
              <a:t> full </a:t>
            </a:r>
            <a:r>
              <a:rPr lang="nl-NL" sz="2000" dirty="0" err="1"/>
              <a:t>stops</a:t>
            </a:r>
            <a:r>
              <a:rPr lang="nl-NL" sz="2000" dirty="0"/>
              <a:t> in </a:t>
            </a:r>
            <a:r>
              <a:rPr lang="nl-NL" sz="2000" dirty="0" err="1"/>
              <a:t>your</a:t>
            </a:r>
            <a:r>
              <a:rPr lang="nl-NL" sz="2000" dirty="0"/>
              <a:t> </a:t>
            </a:r>
            <a:r>
              <a:rPr lang="nl-NL" sz="2000" dirty="0" err="1"/>
              <a:t>text</a:t>
            </a:r>
            <a:r>
              <a:rPr lang="nl-NL" sz="2000" dirty="0"/>
              <a:t> OR </a:t>
            </a:r>
            <a:r>
              <a:rPr lang="nl-NL" sz="2000" dirty="0" err="1"/>
              <a:t>press</a:t>
            </a:r>
            <a:r>
              <a:rPr lang="nl-NL" sz="2000" dirty="0"/>
              <a:t> Enter </a:t>
            </a:r>
            <a:r>
              <a:rPr lang="nl-NL" sz="2000" dirty="0" err="1"/>
              <a:t>after</a:t>
            </a:r>
            <a:r>
              <a:rPr lang="nl-NL" sz="2000" dirty="0"/>
              <a:t> </a:t>
            </a:r>
            <a:r>
              <a:rPr lang="nl-NL" sz="2000" dirty="0" err="1"/>
              <a:t>every</a:t>
            </a:r>
            <a:r>
              <a:rPr lang="nl-NL" sz="2000" dirty="0"/>
              <a:t> </a:t>
            </a:r>
            <a:r>
              <a:rPr lang="nl-NL" sz="2000" dirty="0" err="1"/>
              <a:t>sentence</a:t>
            </a:r>
            <a:r>
              <a:rPr lang="nl-NL" sz="2000" dirty="0"/>
              <a:t>.</a:t>
            </a:r>
            <a:endParaRPr dirty="0"/>
          </a:p>
          <a:p>
            <a:pPr marL="902399" lvl="1" indent="-457200">
              <a:lnSpc>
                <a:spcPct val="80000"/>
              </a:lnSpc>
              <a:spcBef>
                <a:spcPts val="1400"/>
              </a:spcBef>
              <a:buSzPts val="2400"/>
            </a:pPr>
            <a:r>
              <a:rPr lang="nl-NL" sz="2000" dirty="0"/>
              <a:t>Do </a:t>
            </a:r>
            <a:r>
              <a:rPr lang="nl-NL" sz="2000" dirty="0" err="1"/>
              <a:t>you</a:t>
            </a:r>
            <a:r>
              <a:rPr lang="nl-NL" sz="2000" dirty="0"/>
              <a:t> have </a:t>
            </a:r>
            <a:r>
              <a:rPr lang="nl-NL" sz="2000" dirty="0" err="1"/>
              <a:t>many</a:t>
            </a:r>
            <a:r>
              <a:rPr lang="nl-NL" sz="2000" dirty="0"/>
              <a:t> short </a:t>
            </a:r>
            <a:r>
              <a:rPr lang="nl-NL" sz="2000" dirty="0" err="1"/>
              <a:t>sentences</a:t>
            </a:r>
            <a:r>
              <a:rPr lang="nl-NL" sz="2000" dirty="0"/>
              <a:t>? </a:t>
            </a:r>
            <a:r>
              <a:rPr lang="nl-NL" sz="2000" dirty="0" err="1"/>
              <a:t>If</a:t>
            </a:r>
            <a:r>
              <a:rPr lang="nl-NL" sz="2000" dirty="0"/>
              <a:t> </a:t>
            </a:r>
            <a:r>
              <a:rPr lang="nl-NL" sz="2000" dirty="0" err="1"/>
              <a:t>so</a:t>
            </a:r>
            <a:r>
              <a:rPr lang="nl-NL" sz="2000" dirty="0"/>
              <a:t>, </a:t>
            </a:r>
            <a:r>
              <a:rPr lang="nl-NL" sz="2000" dirty="0" err="1"/>
              <a:t>consider</a:t>
            </a:r>
            <a:r>
              <a:rPr lang="nl-NL" sz="2000" dirty="0"/>
              <a:t> </a:t>
            </a:r>
            <a:r>
              <a:rPr lang="nl-NL" sz="2000" dirty="0" err="1"/>
              <a:t>combining</a:t>
            </a:r>
            <a:r>
              <a:rPr lang="nl-NL" sz="2000" dirty="0"/>
              <a:t> </a:t>
            </a:r>
            <a:r>
              <a:rPr lang="nl-NL" sz="2000" dirty="0" err="1"/>
              <a:t>them</a:t>
            </a:r>
            <a:r>
              <a:rPr lang="nl-NL" sz="2000" dirty="0"/>
              <a:t> </a:t>
            </a:r>
            <a:r>
              <a:rPr lang="nl-NL" sz="2000" dirty="0" err="1"/>
              <a:t>when</a:t>
            </a:r>
            <a:r>
              <a:rPr lang="nl-NL" sz="2000" dirty="0"/>
              <a:t> </a:t>
            </a:r>
            <a:r>
              <a:rPr lang="nl-NL" sz="2000" dirty="0" err="1"/>
              <a:t>there</a:t>
            </a:r>
            <a:r>
              <a:rPr lang="nl-NL" sz="2000" dirty="0"/>
              <a:t> is </a:t>
            </a:r>
            <a:r>
              <a:rPr lang="nl-NL" sz="2000" dirty="0" err="1"/>
              <a:t>too</a:t>
            </a:r>
            <a:r>
              <a:rPr lang="nl-NL" sz="2000" dirty="0"/>
              <a:t> </a:t>
            </a:r>
            <a:r>
              <a:rPr lang="nl-NL" sz="2000" dirty="0" err="1"/>
              <a:t>little</a:t>
            </a:r>
            <a:r>
              <a:rPr lang="nl-NL" sz="2000" dirty="0"/>
              <a:t> information or </a:t>
            </a:r>
            <a:r>
              <a:rPr lang="nl-NL" sz="2000" dirty="0" err="1"/>
              <a:t>an</a:t>
            </a:r>
            <a:r>
              <a:rPr lang="nl-NL" sz="2000" dirty="0"/>
              <a:t> </a:t>
            </a:r>
            <a:r>
              <a:rPr lang="nl-NL" sz="2000" dirty="0" err="1"/>
              <a:t>unclear</a:t>
            </a:r>
            <a:r>
              <a:rPr lang="nl-NL" sz="2000" dirty="0"/>
              <a:t> point, or </a:t>
            </a:r>
            <a:r>
              <a:rPr lang="nl-NL" sz="2000" dirty="0" err="1"/>
              <a:t>just</a:t>
            </a:r>
            <a:r>
              <a:rPr lang="nl-NL" sz="2000" dirty="0"/>
              <a:t> </a:t>
            </a:r>
            <a:r>
              <a:rPr lang="nl-NL" sz="2000" dirty="0" err="1"/>
              <a:t>an</a:t>
            </a:r>
            <a:r>
              <a:rPr lang="nl-NL" sz="2000" dirty="0"/>
              <a:t> </a:t>
            </a:r>
            <a:r>
              <a:rPr lang="nl-NL" sz="2000" dirty="0" err="1"/>
              <a:t>added</a:t>
            </a:r>
            <a:r>
              <a:rPr lang="nl-NL" sz="2000" dirty="0"/>
              <a:t> </a:t>
            </a:r>
            <a:r>
              <a:rPr lang="nl-NL" sz="2000" dirty="0" err="1"/>
              <a:t>thought</a:t>
            </a:r>
            <a:r>
              <a:rPr lang="nl-NL" sz="2000" dirty="0"/>
              <a:t> </a:t>
            </a:r>
            <a:r>
              <a:rPr lang="nl-NL" sz="2000" dirty="0" err="1"/>
              <a:t>rather</a:t>
            </a:r>
            <a:r>
              <a:rPr lang="nl-NL" sz="2000" dirty="0"/>
              <a:t> </a:t>
            </a:r>
            <a:r>
              <a:rPr lang="nl-NL" sz="2000" dirty="0" err="1"/>
              <a:t>than</a:t>
            </a:r>
            <a:r>
              <a:rPr lang="nl-NL" sz="2000" dirty="0"/>
              <a:t> a </a:t>
            </a:r>
            <a:r>
              <a:rPr lang="nl-NL" sz="2000" dirty="0" err="1"/>
              <a:t>main</a:t>
            </a:r>
            <a:r>
              <a:rPr lang="nl-NL" sz="2000" dirty="0"/>
              <a:t> point. </a:t>
            </a:r>
            <a:endParaRPr dirty="0"/>
          </a:p>
          <a:p>
            <a:pPr marL="902399" lvl="1" indent="-457200">
              <a:lnSpc>
                <a:spcPct val="80000"/>
              </a:lnSpc>
              <a:spcBef>
                <a:spcPts val="1400"/>
              </a:spcBef>
              <a:buSzPts val="2400"/>
            </a:pPr>
            <a:r>
              <a:rPr lang="nl-NL" sz="2000" dirty="0"/>
              <a:t>Do </a:t>
            </a:r>
            <a:r>
              <a:rPr lang="nl-NL" sz="2000" dirty="0" err="1"/>
              <a:t>you</a:t>
            </a:r>
            <a:r>
              <a:rPr lang="nl-NL" sz="2000" dirty="0"/>
              <a:t> have </a:t>
            </a:r>
            <a:r>
              <a:rPr lang="nl-NL" sz="2000" dirty="0" err="1"/>
              <a:t>many</a:t>
            </a:r>
            <a:r>
              <a:rPr lang="nl-NL" sz="2000" dirty="0"/>
              <a:t> long </a:t>
            </a:r>
            <a:r>
              <a:rPr lang="nl-NL" sz="2000" dirty="0" err="1"/>
              <a:t>sentences</a:t>
            </a:r>
            <a:r>
              <a:rPr lang="nl-NL" sz="2000" dirty="0"/>
              <a:t>? </a:t>
            </a:r>
            <a:r>
              <a:rPr lang="nl-NL" sz="2000" dirty="0" err="1"/>
              <a:t>If</a:t>
            </a:r>
            <a:r>
              <a:rPr lang="nl-NL" sz="2000" dirty="0"/>
              <a:t> </a:t>
            </a:r>
            <a:r>
              <a:rPr lang="nl-NL" sz="2000" dirty="0" err="1"/>
              <a:t>so</a:t>
            </a:r>
            <a:r>
              <a:rPr lang="nl-NL" sz="2000" dirty="0"/>
              <a:t>, </a:t>
            </a:r>
            <a:r>
              <a:rPr lang="nl-NL" sz="2000" dirty="0" err="1"/>
              <a:t>conder</a:t>
            </a:r>
            <a:r>
              <a:rPr lang="nl-NL" sz="2000" dirty="0"/>
              <a:t> </a:t>
            </a:r>
            <a:r>
              <a:rPr lang="nl-NL" sz="2000" dirty="0" err="1"/>
              <a:t>splitting</a:t>
            </a:r>
            <a:r>
              <a:rPr lang="nl-NL" sz="2000" dirty="0"/>
              <a:t> </a:t>
            </a:r>
            <a:r>
              <a:rPr lang="nl-NL" sz="2000" dirty="0" err="1"/>
              <a:t>them</a:t>
            </a:r>
            <a:r>
              <a:rPr lang="nl-NL" sz="2000" dirty="0"/>
              <a:t> </a:t>
            </a:r>
            <a:r>
              <a:rPr lang="nl-NL" sz="2000" dirty="0" err="1"/>
              <a:t>when</a:t>
            </a:r>
            <a:r>
              <a:rPr lang="nl-NL" sz="2000" dirty="0"/>
              <a:t> </a:t>
            </a:r>
            <a:r>
              <a:rPr lang="nl-NL" sz="2000" dirty="0" err="1"/>
              <a:t>there</a:t>
            </a:r>
            <a:r>
              <a:rPr lang="nl-NL" sz="2000" dirty="0"/>
              <a:t> is </a:t>
            </a:r>
            <a:r>
              <a:rPr lang="nl-NL" sz="2000" dirty="0" err="1"/>
              <a:t>too</a:t>
            </a:r>
            <a:r>
              <a:rPr lang="nl-NL" sz="2000" dirty="0"/>
              <a:t> </a:t>
            </a:r>
            <a:r>
              <a:rPr lang="nl-NL" sz="2000" dirty="0" err="1"/>
              <a:t>much</a:t>
            </a:r>
            <a:r>
              <a:rPr lang="nl-NL" sz="2000" dirty="0"/>
              <a:t> information in </a:t>
            </a:r>
            <a:r>
              <a:rPr lang="nl-NL" sz="2000" dirty="0" err="1"/>
              <a:t>one</a:t>
            </a:r>
            <a:r>
              <a:rPr lang="nl-NL" sz="2000" dirty="0"/>
              <a:t> </a:t>
            </a:r>
            <a:r>
              <a:rPr lang="nl-NL" sz="2000" dirty="0" err="1"/>
              <a:t>sentence</a:t>
            </a:r>
            <a:r>
              <a:rPr lang="nl-NL" sz="2000" dirty="0"/>
              <a:t> (</a:t>
            </a:r>
            <a:r>
              <a:rPr lang="nl-NL" sz="2000" dirty="0" err="1"/>
              <a:t>for</a:t>
            </a:r>
            <a:r>
              <a:rPr lang="nl-NL" sz="2000" dirty="0"/>
              <a:t> </a:t>
            </a:r>
            <a:r>
              <a:rPr lang="nl-NL" sz="2000" dirty="0" err="1"/>
              <a:t>instance</a:t>
            </a:r>
            <a:r>
              <a:rPr lang="nl-NL" sz="2000" dirty="0"/>
              <a:t>, </a:t>
            </a:r>
            <a:r>
              <a:rPr lang="nl-NL" sz="2000" dirty="0" err="1"/>
              <a:t>two</a:t>
            </a:r>
            <a:r>
              <a:rPr lang="nl-NL" sz="2000" dirty="0"/>
              <a:t> </a:t>
            </a:r>
            <a:r>
              <a:rPr lang="nl-NL" sz="2000" dirty="0" err="1"/>
              <a:t>main</a:t>
            </a:r>
            <a:r>
              <a:rPr lang="nl-NL" sz="2000" dirty="0"/>
              <a:t> </a:t>
            </a:r>
            <a:r>
              <a:rPr lang="nl-NL" sz="2000" dirty="0" err="1"/>
              <a:t>messages</a:t>
            </a:r>
            <a:r>
              <a:rPr lang="nl-NL" sz="2000" dirty="0"/>
              <a:t> </a:t>
            </a:r>
            <a:r>
              <a:rPr lang="nl-NL" sz="2000" dirty="0" err="1"/>
              <a:t>with</a:t>
            </a:r>
            <a:r>
              <a:rPr lang="nl-NL" sz="2000" dirty="0"/>
              <a:t> </a:t>
            </a:r>
            <a:r>
              <a:rPr lang="nl-NL" sz="2000" dirty="0" err="1"/>
              <a:t>lots</a:t>
            </a:r>
            <a:r>
              <a:rPr lang="nl-NL" sz="2000" dirty="0"/>
              <a:t> of </a:t>
            </a:r>
            <a:r>
              <a:rPr lang="nl-NL" sz="2000" dirty="0" err="1"/>
              <a:t>illustrations</a:t>
            </a:r>
            <a:r>
              <a:rPr lang="nl-NL" sz="2000" dirty="0"/>
              <a:t>).</a:t>
            </a:r>
            <a:endParaRPr dirty="0"/>
          </a:p>
          <a:p>
            <a:pPr marL="91440" indent="0">
              <a:lnSpc>
                <a:spcPct val="80000"/>
              </a:lnSpc>
              <a:spcBef>
                <a:spcPts val="1400"/>
              </a:spcBef>
              <a:buSzPts val="2200"/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2"/>
          <p:cNvSpPr txBox="1">
            <a:spLocks noGrp="1"/>
          </p:cNvSpPr>
          <p:nvPr>
            <p:ph type="title"/>
          </p:nvPr>
        </p:nvSpPr>
        <p:spPr>
          <a:xfrm>
            <a:off x="2292100" y="585225"/>
            <a:ext cx="7861500" cy="1499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  <a:buClr>
                <a:srgbClr val="0C0C0C"/>
              </a:buClr>
              <a:buSzPts val="5000"/>
            </a:pPr>
            <a:r>
              <a:rPr lang="nl-NL"/>
              <a:t>CONNECTIVES/TRANSITIONS</a:t>
            </a:r>
            <a:endParaRPr/>
          </a:p>
        </p:txBody>
      </p:sp>
      <p:sp>
        <p:nvSpPr>
          <p:cNvPr id="221" name="Google Shape;221;p32"/>
          <p:cNvSpPr txBox="1">
            <a:spLocks noGrp="1"/>
          </p:cNvSpPr>
          <p:nvPr>
            <p:ph idx="1"/>
          </p:nvPr>
        </p:nvSpPr>
        <p:spPr>
          <a:xfrm>
            <a:off x="2290205" y="1844824"/>
            <a:ext cx="7290055" cy="40233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45700" tIns="45700" rIns="45700" bIns="45700" rtlCol="0" anchor="t" anchorCtr="0">
            <a:noAutofit/>
          </a:bodyPr>
          <a:lstStyle/>
          <a:p>
            <a:pPr marL="271463" indent="0">
              <a:spcBef>
                <a:spcPts val="0"/>
              </a:spcBef>
              <a:buSzPts val="2400"/>
              <a:buNone/>
            </a:pPr>
            <a:r>
              <a:rPr lang="nl-NL" sz="2400" dirty="0"/>
              <a:t>Highlight </a:t>
            </a:r>
            <a:r>
              <a:rPr lang="nl-NL" sz="2400" dirty="0" err="1"/>
              <a:t>all</a:t>
            </a:r>
            <a:r>
              <a:rPr lang="nl-NL" sz="2400" dirty="0"/>
              <a:t> </a:t>
            </a:r>
            <a:r>
              <a:rPr lang="nl-NL" sz="2400" dirty="0" err="1"/>
              <a:t>connectives</a:t>
            </a:r>
            <a:r>
              <a:rPr lang="nl-NL" sz="2400" dirty="0"/>
              <a:t> in </a:t>
            </a:r>
            <a:r>
              <a:rPr lang="nl-NL" sz="2400" dirty="0" err="1"/>
              <a:t>your</a:t>
            </a:r>
            <a:r>
              <a:rPr lang="nl-NL" sz="2400" dirty="0"/>
              <a:t> </a:t>
            </a:r>
            <a:r>
              <a:rPr lang="nl-NL" sz="2400" dirty="0" err="1"/>
              <a:t>text</a:t>
            </a:r>
            <a:r>
              <a:rPr lang="nl-NL" sz="2400" dirty="0"/>
              <a:t> (</a:t>
            </a:r>
            <a:r>
              <a:rPr lang="nl-NL" sz="2400" dirty="0" err="1"/>
              <a:t>adverbs</a:t>
            </a:r>
            <a:r>
              <a:rPr lang="nl-NL" sz="2400" dirty="0"/>
              <a:t>, </a:t>
            </a:r>
            <a:r>
              <a:rPr lang="nl-NL" sz="2400" dirty="0" err="1"/>
              <a:t>adjectives</a:t>
            </a:r>
            <a:r>
              <a:rPr lang="nl-NL" sz="2400" dirty="0"/>
              <a:t>, </a:t>
            </a:r>
            <a:r>
              <a:rPr lang="nl-NL" sz="2400" dirty="0" err="1"/>
              <a:t>prepositional</a:t>
            </a:r>
            <a:r>
              <a:rPr lang="nl-NL" sz="2400" dirty="0"/>
              <a:t> </a:t>
            </a:r>
            <a:r>
              <a:rPr lang="nl-NL" sz="2400" dirty="0" err="1"/>
              <a:t>phrases</a:t>
            </a:r>
            <a:r>
              <a:rPr lang="nl-NL" sz="2400" dirty="0"/>
              <a:t>)</a:t>
            </a:r>
            <a:endParaRPr dirty="0"/>
          </a:p>
          <a:p>
            <a:pPr marL="902399" lvl="1" indent="-457200">
              <a:spcBef>
                <a:spcPts val="1400"/>
              </a:spcBef>
              <a:buSzPts val="2400"/>
            </a:pPr>
            <a:r>
              <a:rPr lang="nl-NL" sz="2000" dirty="0"/>
              <a:t>Do </a:t>
            </a:r>
            <a:r>
              <a:rPr lang="nl-NL" sz="2000" dirty="0" err="1"/>
              <a:t>you</a:t>
            </a:r>
            <a:r>
              <a:rPr lang="nl-NL" sz="2000" dirty="0"/>
              <a:t> </a:t>
            </a:r>
            <a:r>
              <a:rPr lang="nl-NL" sz="2000" dirty="0" err="1"/>
              <a:t>use</a:t>
            </a:r>
            <a:r>
              <a:rPr lang="nl-NL" sz="2000" dirty="0"/>
              <a:t> a lot of ‘explicit’ </a:t>
            </a:r>
            <a:r>
              <a:rPr lang="nl-NL" sz="2000" dirty="0" err="1"/>
              <a:t>linkers</a:t>
            </a:r>
            <a:r>
              <a:rPr lang="nl-NL" sz="2000" dirty="0"/>
              <a:t>? </a:t>
            </a:r>
            <a:r>
              <a:rPr lang="nl-NL" sz="2000" dirty="0" err="1"/>
              <a:t>If</a:t>
            </a:r>
            <a:r>
              <a:rPr lang="nl-NL" sz="2000" dirty="0"/>
              <a:t> </a:t>
            </a:r>
            <a:r>
              <a:rPr lang="nl-NL" sz="2000" dirty="0" err="1"/>
              <a:t>so</a:t>
            </a:r>
            <a:r>
              <a:rPr lang="nl-NL" sz="2000" dirty="0"/>
              <a:t>, </a:t>
            </a:r>
            <a:r>
              <a:rPr lang="nl-NL" sz="2000" dirty="0" err="1"/>
              <a:t>can</a:t>
            </a:r>
            <a:r>
              <a:rPr lang="nl-NL" sz="2000" dirty="0"/>
              <a:t> </a:t>
            </a:r>
            <a:r>
              <a:rPr lang="nl-NL" sz="2000" dirty="0" err="1"/>
              <a:t>you</a:t>
            </a:r>
            <a:r>
              <a:rPr lang="nl-NL" sz="2000" dirty="0"/>
              <a:t> </a:t>
            </a:r>
            <a:r>
              <a:rPr lang="nl-NL" sz="2000" dirty="0" err="1"/>
              <a:t>replace</a:t>
            </a:r>
            <a:r>
              <a:rPr lang="nl-NL" sz="2000" dirty="0"/>
              <a:t> </a:t>
            </a:r>
            <a:r>
              <a:rPr lang="nl-NL" sz="2000" dirty="0" err="1"/>
              <a:t>some</a:t>
            </a:r>
            <a:r>
              <a:rPr lang="nl-NL" sz="2000" dirty="0"/>
              <a:t> of </a:t>
            </a:r>
            <a:r>
              <a:rPr lang="nl-NL" sz="2000" dirty="0" err="1"/>
              <a:t>them</a:t>
            </a:r>
            <a:r>
              <a:rPr lang="nl-NL" sz="2000" dirty="0"/>
              <a:t> </a:t>
            </a:r>
            <a:r>
              <a:rPr lang="nl-NL" sz="2000" dirty="0" err="1"/>
              <a:t>with</a:t>
            </a:r>
            <a:r>
              <a:rPr lang="nl-NL" sz="2000" dirty="0"/>
              <a:t> </a:t>
            </a:r>
            <a:r>
              <a:rPr lang="nl-NL" sz="2000" dirty="0" err="1"/>
              <a:t>less</a:t>
            </a:r>
            <a:r>
              <a:rPr lang="nl-NL" sz="2000" dirty="0"/>
              <a:t> ‘explicit’ </a:t>
            </a:r>
            <a:r>
              <a:rPr lang="nl-NL" sz="2000" dirty="0" err="1"/>
              <a:t>linkers</a:t>
            </a:r>
            <a:r>
              <a:rPr lang="nl-NL" sz="2000" dirty="0"/>
              <a:t> (</a:t>
            </a:r>
            <a:r>
              <a:rPr lang="nl-NL" sz="2000" dirty="0" err="1"/>
              <a:t>sometimes</a:t>
            </a:r>
            <a:r>
              <a:rPr lang="nl-NL" sz="2000" dirty="0"/>
              <a:t> a </a:t>
            </a:r>
            <a:r>
              <a:rPr lang="nl-NL" sz="2000" dirty="0" err="1"/>
              <a:t>simple</a:t>
            </a:r>
            <a:r>
              <a:rPr lang="nl-NL" sz="2000" dirty="0"/>
              <a:t> ‘but’ is as </a:t>
            </a:r>
            <a:r>
              <a:rPr lang="nl-NL" sz="2000" dirty="0" err="1"/>
              <a:t>effective</a:t>
            </a:r>
            <a:r>
              <a:rPr lang="nl-NL" sz="2000" dirty="0"/>
              <a:t> as ‘</a:t>
            </a:r>
            <a:r>
              <a:rPr lang="nl-NL" sz="2000" dirty="0" err="1"/>
              <a:t>however</a:t>
            </a:r>
            <a:r>
              <a:rPr lang="nl-NL" sz="2000" dirty="0"/>
              <a:t>’)</a:t>
            </a:r>
            <a:endParaRPr dirty="0"/>
          </a:p>
          <a:p>
            <a:pPr marL="902399" lvl="1" indent="-457200">
              <a:spcBef>
                <a:spcPts val="1400"/>
              </a:spcBef>
              <a:buSzPts val="2400"/>
            </a:pPr>
            <a:r>
              <a:rPr lang="nl-NL" sz="2000" dirty="0"/>
              <a:t>Do </a:t>
            </a:r>
            <a:r>
              <a:rPr lang="nl-NL" sz="2000" dirty="0" err="1"/>
              <a:t>you</a:t>
            </a:r>
            <a:r>
              <a:rPr lang="nl-NL" sz="2000" dirty="0"/>
              <a:t> have </a:t>
            </a:r>
            <a:r>
              <a:rPr lang="nl-NL" sz="2000" dirty="0" err="1"/>
              <a:t>paragraphs</a:t>
            </a:r>
            <a:r>
              <a:rPr lang="nl-NL" sz="2000" dirty="0"/>
              <a:t> </a:t>
            </a:r>
            <a:r>
              <a:rPr lang="nl-NL" sz="2000" dirty="0" err="1"/>
              <a:t>with</a:t>
            </a:r>
            <a:r>
              <a:rPr lang="nl-NL" sz="2000" dirty="0"/>
              <a:t> few or no </a:t>
            </a:r>
            <a:r>
              <a:rPr lang="nl-NL" sz="2000" dirty="0" err="1"/>
              <a:t>linkers</a:t>
            </a:r>
            <a:r>
              <a:rPr lang="nl-NL" sz="2000" dirty="0"/>
              <a:t>? </a:t>
            </a:r>
            <a:r>
              <a:rPr lang="nl-NL" sz="2000" dirty="0" err="1"/>
              <a:t>Consider</a:t>
            </a:r>
            <a:r>
              <a:rPr lang="nl-NL" sz="2000" dirty="0"/>
              <a:t> </a:t>
            </a:r>
            <a:r>
              <a:rPr lang="nl-NL" sz="2000" dirty="0" err="1"/>
              <a:t>adding</a:t>
            </a:r>
            <a:r>
              <a:rPr lang="nl-NL" sz="2000" dirty="0"/>
              <a:t> </a:t>
            </a:r>
            <a:r>
              <a:rPr lang="nl-NL" sz="2000" dirty="0" err="1"/>
              <a:t>one</a:t>
            </a:r>
            <a:r>
              <a:rPr lang="nl-NL" sz="2000" dirty="0"/>
              <a:t> or </a:t>
            </a:r>
            <a:r>
              <a:rPr lang="nl-NL" sz="2000" dirty="0" err="1"/>
              <a:t>two</a:t>
            </a:r>
            <a:r>
              <a:rPr lang="nl-NL" sz="2000" dirty="0"/>
              <a:t> </a:t>
            </a:r>
            <a:r>
              <a:rPr lang="nl-NL" sz="2000" dirty="0" err="1"/>
              <a:t>for</a:t>
            </a:r>
            <a:r>
              <a:rPr lang="nl-NL" sz="2000" dirty="0"/>
              <a:t> </a:t>
            </a:r>
            <a:r>
              <a:rPr lang="nl-NL" sz="2000" dirty="0" err="1"/>
              <a:t>transitions</a:t>
            </a:r>
            <a:r>
              <a:rPr lang="nl-NL" sz="2000" dirty="0"/>
              <a:t> </a:t>
            </a:r>
            <a:r>
              <a:rPr lang="nl-NL" sz="2000" dirty="0" err="1"/>
              <a:t>that</a:t>
            </a:r>
            <a:r>
              <a:rPr lang="nl-NL" sz="2000" dirty="0"/>
              <a:t> are </a:t>
            </a:r>
            <a:r>
              <a:rPr lang="nl-NL" sz="2000" dirty="0" err="1"/>
              <a:t>not</a:t>
            </a:r>
            <a:r>
              <a:rPr lang="nl-NL" sz="2000" dirty="0"/>
              <a:t> </a:t>
            </a:r>
            <a:r>
              <a:rPr lang="nl-NL" sz="2000" dirty="0" err="1"/>
              <a:t>clear</a:t>
            </a:r>
            <a:r>
              <a:rPr lang="nl-NL" sz="2000" dirty="0"/>
              <a:t>.</a:t>
            </a:r>
            <a:endParaRPr dirty="0"/>
          </a:p>
          <a:p>
            <a:pPr marL="902399" lvl="1" indent="-457200">
              <a:spcBef>
                <a:spcPts val="1400"/>
              </a:spcBef>
              <a:buSzPts val="2400"/>
            </a:pPr>
            <a:r>
              <a:rPr lang="nl-NL" sz="2000" dirty="0"/>
              <a:t>Do </a:t>
            </a:r>
            <a:r>
              <a:rPr lang="nl-NL" sz="2000" dirty="0" err="1"/>
              <a:t>you</a:t>
            </a:r>
            <a:r>
              <a:rPr lang="nl-NL" sz="2000" dirty="0"/>
              <a:t> </a:t>
            </a:r>
            <a:r>
              <a:rPr lang="nl-NL" sz="2000" dirty="0" err="1"/>
              <a:t>overuse</a:t>
            </a:r>
            <a:r>
              <a:rPr lang="nl-NL" sz="2000" dirty="0"/>
              <a:t> </a:t>
            </a:r>
            <a:r>
              <a:rPr lang="nl-NL" sz="2000" dirty="0" err="1"/>
              <a:t>certain</a:t>
            </a:r>
            <a:r>
              <a:rPr lang="nl-NL" sz="2000" dirty="0"/>
              <a:t> </a:t>
            </a:r>
            <a:r>
              <a:rPr lang="nl-NL" sz="2000" dirty="0" err="1"/>
              <a:t>linkers</a:t>
            </a:r>
            <a:r>
              <a:rPr lang="nl-NL" sz="2000" dirty="0"/>
              <a:t>? </a:t>
            </a:r>
            <a:r>
              <a:rPr lang="nl-NL" sz="2000" dirty="0" err="1"/>
              <a:t>Add</a:t>
            </a:r>
            <a:r>
              <a:rPr lang="nl-NL" sz="2000" dirty="0"/>
              <a:t> </a:t>
            </a:r>
            <a:r>
              <a:rPr lang="nl-NL" sz="2000" dirty="0" err="1"/>
              <a:t>some</a:t>
            </a:r>
            <a:r>
              <a:rPr lang="nl-NL" sz="2000" dirty="0"/>
              <a:t> </a:t>
            </a:r>
            <a:r>
              <a:rPr lang="nl-NL" sz="2000" dirty="0" err="1"/>
              <a:t>variation</a:t>
            </a:r>
            <a:r>
              <a:rPr lang="nl-NL" sz="2000" dirty="0"/>
              <a:t> (</a:t>
            </a:r>
            <a:r>
              <a:rPr lang="nl-NL" sz="2000" dirty="0" err="1"/>
              <a:t>see</a:t>
            </a:r>
            <a:r>
              <a:rPr lang="nl-NL" sz="2000" dirty="0"/>
              <a:t> </a:t>
            </a:r>
            <a:r>
              <a:rPr lang="nl-NL" sz="2000" dirty="0" err="1"/>
              <a:t>academic</a:t>
            </a:r>
            <a:r>
              <a:rPr lang="nl-NL" sz="2000" dirty="0"/>
              <a:t> </a:t>
            </a:r>
            <a:r>
              <a:rPr lang="nl-NL" sz="2000" dirty="0" err="1"/>
              <a:t>phrasebank</a:t>
            </a:r>
            <a:r>
              <a:rPr lang="nl-NL" sz="2000" dirty="0"/>
              <a:t>).</a:t>
            </a:r>
          </a:p>
          <a:p>
            <a:pPr marL="902399" lvl="1" indent="-457200">
              <a:spcBef>
                <a:spcPts val="1400"/>
              </a:spcBef>
              <a:buSzPts val="2400"/>
            </a:pPr>
            <a:r>
              <a:rPr lang="nl-NL" sz="2000" dirty="0">
                <a:ea typeface="Arial"/>
                <a:cs typeface="Arial"/>
                <a:sym typeface="Arial"/>
              </a:rPr>
              <a:t>Are </a:t>
            </a:r>
            <a:r>
              <a:rPr lang="nl-NL" sz="2000" dirty="0" err="1">
                <a:ea typeface="Arial"/>
                <a:cs typeface="Arial"/>
                <a:sym typeface="Arial"/>
              </a:rPr>
              <a:t>there</a:t>
            </a:r>
            <a:r>
              <a:rPr lang="nl-NL" sz="2000" dirty="0">
                <a:ea typeface="Arial"/>
                <a:cs typeface="Arial"/>
                <a:sym typeface="Arial"/>
              </a:rPr>
              <a:t> </a:t>
            </a:r>
            <a:r>
              <a:rPr lang="nl-NL" sz="2000" dirty="0" err="1">
                <a:ea typeface="Arial"/>
                <a:cs typeface="Arial"/>
                <a:sym typeface="Arial"/>
              </a:rPr>
              <a:t>any</a:t>
            </a:r>
            <a:r>
              <a:rPr lang="nl-NL" sz="2000" dirty="0">
                <a:ea typeface="Arial"/>
                <a:cs typeface="Arial"/>
                <a:sym typeface="Arial"/>
              </a:rPr>
              <a:t> mistakes </a:t>
            </a:r>
            <a:r>
              <a:rPr lang="nl-NL" sz="2000" dirty="0" err="1">
                <a:ea typeface="Arial"/>
                <a:cs typeface="Arial"/>
                <a:sym typeface="Arial"/>
              </a:rPr>
              <a:t>with</a:t>
            </a:r>
            <a:r>
              <a:rPr lang="nl-NL" sz="2000" dirty="0">
                <a:ea typeface="Arial"/>
                <a:cs typeface="Arial"/>
                <a:sym typeface="Arial"/>
              </a:rPr>
              <a:t> </a:t>
            </a:r>
            <a:r>
              <a:rPr lang="nl-NL" sz="2000" dirty="0" err="1">
                <a:ea typeface="Arial"/>
                <a:cs typeface="Arial"/>
                <a:sym typeface="Arial"/>
              </a:rPr>
              <a:t>your</a:t>
            </a:r>
            <a:r>
              <a:rPr lang="nl-NL" sz="2000" dirty="0">
                <a:ea typeface="Arial"/>
                <a:cs typeface="Arial"/>
                <a:sym typeface="Arial"/>
              </a:rPr>
              <a:t> </a:t>
            </a:r>
            <a:r>
              <a:rPr lang="nl-NL" sz="2000" dirty="0" err="1">
                <a:ea typeface="Arial"/>
                <a:cs typeface="Arial"/>
                <a:sym typeface="Arial"/>
              </a:rPr>
              <a:t>use</a:t>
            </a:r>
            <a:r>
              <a:rPr lang="nl-NL" sz="2000" dirty="0">
                <a:ea typeface="Arial"/>
                <a:cs typeface="Arial"/>
                <a:sym typeface="Arial"/>
              </a:rPr>
              <a:t> of </a:t>
            </a:r>
            <a:r>
              <a:rPr lang="nl-NL" sz="2000" dirty="0" err="1">
                <a:ea typeface="Arial"/>
                <a:cs typeface="Arial"/>
                <a:sym typeface="Arial"/>
              </a:rPr>
              <a:t>linking</a:t>
            </a:r>
            <a:r>
              <a:rPr lang="nl-NL" sz="2000" dirty="0">
                <a:ea typeface="Arial"/>
                <a:cs typeface="Arial"/>
                <a:sym typeface="Arial"/>
              </a:rPr>
              <a:t> </a:t>
            </a:r>
            <a:r>
              <a:rPr lang="nl-NL" sz="2000" dirty="0" err="1">
                <a:ea typeface="Arial"/>
                <a:cs typeface="Arial"/>
                <a:sym typeface="Arial"/>
              </a:rPr>
              <a:t>expressions</a:t>
            </a:r>
            <a:r>
              <a:rPr lang="nl-NL" sz="2000" dirty="0">
                <a:ea typeface="Arial"/>
                <a:cs typeface="Arial"/>
                <a:sym typeface="Arial"/>
              </a:rPr>
              <a:t>?</a:t>
            </a:r>
            <a:endParaRPr dirty="0">
              <a:ea typeface="Arial"/>
              <a:cs typeface="Arial"/>
              <a:sym typeface="Arial"/>
            </a:endParaRPr>
          </a:p>
          <a:p>
            <a:pPr marL="91440" indent="0">
              <a:spcBef>
                <a:spcPts val="1400"/>
              </a:spcBef>
              <a:buSzPts val="2200"/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241804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Google Shape;226;p33"/>
          <p:cNvSpPr txBox="1">
            <a:spLocks noGrp="1"/>
          </p:cNvSpPr>
          <p:nvPr>
            <p:ph type="title"/>
          </p:nvPr>
        </p:nvSpPr>
        <p:spPr>
          <a:xfrm>
            <a:off x="643467" y="816638"/>
            <a:ext cx="3367359" cy="5224724"/>
          </a:xfrm>
          <a:prstGeom prst="rect">
            <a:avLst/>
          </a:prstGeom>
        </p:spPr>
        <p:txBody>
          <a:bodyPr spcFirstLastPara="1" vert="horz" lIns="91425" tIns="45700" rIns="91425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rgbClr val="0C0C0C"/>
              </a:buClr>
              <a:buSzPts val="5000"/>
            </a:pPr>
            <a:r>
              <a:rPr lang="nl-NL"/>
              <a:t>Information ORDER (1)</a:t>
            </a:r>
          </a:p>
        </p:txBody>
      </p:sp>
      <p:sp>
        <p:nvSpPr>
          <p:cNvPr id="227" name="Google Shape;227;p33"/>
          <p:cNvSpPr txBox="1">
            <a:spLocks noGrp="1"/>
          </p:cNvSpPr>
          <p:nvPr>
            <p:ph idx="1"/>
          </p:nvPr>
        </p:nvSpPr>
        <p:spPr>
          <a:xfrm>
            <a:off x="4654294" y="816638"/>
            <a:ext cx="6262519" cy="5224724"/>
          </a:xfrm>
          <a:prstGeom prst="rect">
            <a:avLst/>
          </a:prstGeom>
        </p:spPr>
        <p:txBody>
          <a:bodyPr spcFirstLastPara="1" vert="horz" lIns="45700" tIns="45700" rIns="45700" bIns="45700" rtlCol="0" anchor="ctr" anchorCtr="0">
            <a:normAutofit/>
          </a:bodyPr>
          <a:lstStyle/>
          <a:p>
            <a:pPr marL="271464" indent="0">
              <a:spcBef>
                <a:spcPts val="0"/>
              </a:spcBef>
              <a:buSzPts val="2000"/>
              <a:buNone/>
            </a:pPr>
            <a:r>
              <a:rPr lang="en-US" dirty="0"/>
              <a:t>Underline the first couple of words of each sentence or do a quick sentence analysis identifying the first phrase (noun phrase, prepositional phrase)</a:t>
            </a:r>
          </a:p>
          <a:p>
            <a:pPr marL="885825" lvl="2" indent="-342900">
              <a:spcBef>
                <a:spcPts val="400"/>
              </a:spcBef>
              <a:buSzPts val="2000"/>
              <a:buFont typeface="Wingdings" panose="05000000000000000000" pitchFamily="2" charset="2"/>
              <a:buChar char="Ø"/>
            </a:pPr>
            <a:r>
              <a:rPr lang="nl-NL" dirty="0"/>
              <a:t>The </a:t>
            </a:r>
            <a:r>
              <a:rPr lang="nl-NL" dirty="0" err="1"/>
              <a:t>beginning</a:t>
            </a:r>
            <a:r>
              <a:rPr lang="nl-NL" dirty="0"/>
              <a:t>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sentence</a:t>
            </a:r>
            <a:r>
              <a:rPr lang="nl-NL" dirty="0"/>
              <a:t> </a:t>
            </a:r>
            <a:r>
              <a:rPr lang="nl-NL" dirty="0" err="1"/>
              <a:t>should</a:t>
            </a:r>
            <a:r>
              <a:rPr lang="nl-NL" dirty="0"/>
              <a:t> </a:t>
            </a:r>
            <a:r>
              <a:rPr lang="nl-NL" dirty="0" err="1"/>
              <a:t>contain</a:t>
            </a:r>
            <a:r>
              <a:rPr lang="nl-NL" dirty="0"/>
              <a:t> </a:t>
            </a:r>
            <a:r>
              <a:rPr lang="nl-NL" dirty="0" err="1"/>
              <a:t>accessible</a:t>
            </a:r>
            <a:r>
              <a:rPr lang="nl-NL" dirty="0"/>
              <a:t> information</a:t>
            </a:r>
            <a:endParaRPr lang="en-US" dirty="0"/>
          </a:p>
          <a:p>
            <a:pPr marL="885825" lvl="2" indent="-215900">
              <a:spcBef>
                <a:spcPts val="600"/>
              </a:spcBef>
              <a:buSzPts val="2000"/>
              <a:buNone/>
            </a:pPr>
            <a:endParaRPr lang="en-US" dirty="0"/>
          </a:p>
          <a:p>
            <a:pPr marL="271464" indent="0">
              <a:spcBef>
                <a:spcPts val="1600"/>
              </a:spcBef>
              <a:buSzPts val="2000"/>
              <a:buNone/>
            </a:pPr>
            <a:r>
              <a:rPr lang="en-US" dirty="0"/>
              <a:t>Things to watch out for:</a:t>
            </a:r>
          </a:p>
          <a:p>
            <a:pPr marL="885825" lvl="2" indent="-342900">
              <a:spcBef>
                <a:spcPts val="400"/>
              </a:spcBef>
              <a:buSzPts val="2000"/>
              <a:buFont typeface="Wingdings" panose="05000000000000000000" pitchFamily="2" charset="2"/>
              <a:buChar char="Ø"/>
            </a:pPr>
            <a:r>
              <a:rPr lang="nl-NL" dirty="0"/>
              <a:t>New </a:t>
            </a:r>
            <a:r>
              <a:rPr lang="nl-NL" dirty="0" err="1"/>
              <a:t>concepts</a:t>
            </a:r>
            <a:r>
              <a:rPr lang="nl-NL" dirty="0"/>
              <a:t> or information in </a:t>
            </a: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position</a:t>
            </a:r>
            <a:endParaRPr lang="nl-NL" dirty="0"/>
          </a:p>
          <a:p>
            <a:pPr marL="885825" lvl="2" indent="-342900">
              <a:spcBef>
                <a:spcPts val="600"/>
              </a:spcBef>
              <a:buSzPts val="2000"/>
              <a:buFont typeface="Wingdings" panose="05000000000000000000" pitchFamily="2" charset="2"/>
              <a:buChar char="Ø"/>
            </a:pPr>
            <a:r>
              <a:rPr lang="nl-NL" dirty="0"/>
              <a:t>A lot of (new) </a:t>
            </a:r>
            <a:r>
              <a:rPr lang="nl-NL" dirty="0" err="1"/>
              <a:t>material</a:t>
            </a:r>
            <a:r>
              <a:rPr lang="nl-NL" dirty="0"/>
              <a:t> </a:t>
            </a:r>
            <a:r>
              <a:rPr lang="nl-NL" dirty="0" err="1"/>
              <a:t>before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subject</a:t>
            </a:r>
          </a:p>
          <a:p>
            <a:pPr marL="885825" lvl="2" indent="-342900">
              <a:spcBef>
                <a:spcPts val="600"/>
              </a:spcBef>
              <a:buSzPts val="2000"/>
              <a:buFont typeface="Wingdings" panose="05000000000000000000" pitchFamily="2" charset="2"/>
              <a:buChar char="Ø"/>
            </a:pPr>
            <a:r>
              <a:rPr lang="nl-NL" dirty="0"/>
              <a:t>A lot of </a:t>
            </a:r>
            <a:r>
              <a:rPr lang="nl-NL" dirty="0" err="1"/>
              <a:t>sentences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don’t</a:t>
            </a:r>
            <a:r>
              <a:rPr lang="nl-NL" dirty="0"/>
              <a:t> start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subject</a:t>
            </a:r>
            <a:endParaRPr lang="en-US" dirty="0"/>
          </a:p>
          <a:p>
            <a:pPr marL="885825" lvl="2" indent="-215900">
              <a:spcBef>
                <a:spcPts val="600"/>
              </a:spcBef>
              <a:buSzPts val="2000"/>
              <a:buNone/>
            </a:pPr>
            <a:endParaRPr lang="en-US" dirty="0"/>
          </a:p>
          <a:p>
            <a:pPr marL="271464" indent="0">
              <a:spcBef>
                <a:spcPts val="1600"/>
              </a:spcBef>
              <a:buSzPts val="2000"/>
              <a:buNone/>
            </a:pPr>
            <a:r>
              <a:rPr lang="en-US" dirty="0"/>
              <a:t>If you find any these things, consider reordering.</a:t>
            </a:r>
          </a:p>
          <a:p>
            <a:pPr marL="271463" lvl="2" indent="0">
              <a:spcBef>
                <a:spcPts val="1400"/>
              </a:spcBef>
              <a:buSzPts val="2200"/>
              <a:buNone/>
            </a:pPr>
            <a:r>
              <a:rPr lang="en-US" sz="1800" dirty="0"/>
              <a:t>Rethink the syntax of the sentence: can you turn something into a subject?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241804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Google Shape;232;p34"/>
          <p:cNvSpPr txBox="1">
            <a:spLocks noGrp="1"/>
          </p:cNvSpPr>
          <p:nvPr>
            <p:ph type="title"/>
          </p:nvPr>
        </p:nvSpPr>
        <p:spPr>
          <a:xfrm>
            <a:off x="643467" y="816638"/>
            <a:ext cx="3367359" cy="5224724"/>
          </a:xfrm>
          <a:prstGeom prst="rect">
            <a:avLst/>
          </a:prstGeom>
        </p:spPr>
        <p:txBody>
          <a:bodyPr spcFirstLastPara="1" vert="horz" lIns="91425" tIns="45700" rIns="91425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rgbClr val="0C0C0C"/>
              </a:buClr>
              <a:buSzPts val="5000"/>
            </a:pPr>
            <a:r>
              <a:rPr lang="nl-NL"/>
              <a:t>Information ORDER (2)</a:t>
            </a:r>
          </a:p>
        </p:txBody>
      </p:sp>
      <p:sp>
        <p:nvSpPr>
          <p:cNvPr id="233" name="Google Shape;233;p34"/>
          <p:cNvSpPr txBox="1">
            <a:spLocks noGrp="1"/>
          </p:cNvSpPr>
          <p:nvPr>
            <p:ph idx="1"/>
          </p:nvPr>
        </p:nvSpPr>
        <p:spPr>
          <a:xfrm>
            <a:off x="4654295" y="816638"/>
            <a:ext cx="4619706" cy="5224724"/>
          </a:xfrm>
          <a:prstGeom prst="rect">
            <a:avLst/>
          </a:prstGeom>
        </p:spPr>
        <p:txBody>
          <a:bodyPr spcFirstLastPara="1" vert="horz" lIns="45700" tIns="45700" rIns="45700" bIns="45700" rtlCol="0" anchor="ctr" anchorCtr="0">
            <a:normAutofit/>
          </a:bodyPr>
          <a:lstStyle/>
          <a:p>
            <a:pPr marL="271464" indent="0">
              <a:spcBef>
                <a:spcPts val="0"/>
              </a:spcBef>
              <a:buSzPts val="2210"/>
              <a:buNone/>
            </a:pPr>
            <a:r>
              <a:rPr lang="en-US" dirty="0"/>
              <a:t>Underline the last couple of words of each sentence.</a:t>
            </a:r>
          </a:p>
          <a:p>
            <a:pPr marL="885825" lvl="2" indent="-342900">
              <a:spcBef>
                <a:spcPts val="400"/>
              </a:spcBef>
              <a:buSzPts val="2210"/>
              <a:buFont typeface="Wingdings" panose="05000000000000000000" pitchFamily="2" charset="2"/>
              <a:buChar char="Ø"/>
            </a:pPr>
            <a:r>
              <a:rPr lang="en-US" dirty="0"/>
              <a:t>The end of the sentence should contain the most important or new information in the sentence.</a:t>
            </a:r>
          </a:p>
          <a:p>
            <a:pPr marL="885825" lvl="2" indent="-202565">
              <a:spcBef>
                <a:spcPts val="600"/>
              </a:spcBef>
              <a:buSzPts val="2210"/>
              <a:buNone/>
            </a:pPr>
            <a:endParaRPr lang="en-US" dirty="0"/>
          </a:p>
          <a:p>
            <a:pPr marL="271464" indent="0">
              <a:spcBef>
                <a:spcPts val="1600"/>
              </a:spcBef>
              <a:buSzPts val="2210"/>
              <a:buNone/>
            </a:pPr>
            <a:r>
              <a:rPr lang="en-US" dirty="0"/>
              <a:t>Things to watch out for:</a:t>
            </a:r>
          </a:p>
          <a:p>
            <a:pPr marL="885825" lvl="2" indent="-342900">
              <a:spcBef>
                <a:spcPts val="400"/>
              </a:spcBef>
              <a:buSzPts val="2210"/>
              <a:buFont typeface="Wingdings" panose="05000000000000000000" pitchFamily="2" charset="2"/>
              <a:buChar char="Ø"/>
            </a:pPr>
            <a:r>
              <a:rPr lang="en-US" dirty="0"/>
              <a:t>Sentences ending in verbs &gt; do they have focus?</a:t>
            </a:r>
          </a:p>
          <a:p>
            <a:pPr marL="885825" lvl="2" indent="-342900">
              <a:spcBef>
                <a:spcPts val="600"/>
              </a:spcBef>
              <a:buSzPts val="2210"/>
              <a:buFont typeface="Wingdings" panose="05000000000000000000" pitchFamily="2" charset="2"/>
              <a:buChar char="Ø"/>
            </a:pPr>
            <a:r>
              <a:rPr lang="en-US" dirty="0"/>
              <a:t>Sentences ending with (very) accessible information</a:t>
            </a:r>
          </a:p>
          <a:p>
            <a:pPr marL="614363" indent="-202564">
              <a:spcBef>
                <a:spcPts val="1600"/>
              </a:spcBef>
              <a:buSzPts val="2210"/>
              <a:buNone/>
            </a:pPr>
            <a:endParaRPr lang="en-US" dirty="0"/>
          </a:p>
          <a:p>
            <a:pPr marL="271464" indent="0">
              <a:spcBef>
                <a:spcPts val="1400"/>
              </a:spcBef>
              <a:buSzPts val="2210"/>
              <a:buNone/>
            </a:pPr>
            <a:r>
              <a:rPr lang="en-US" dirty="0"/>
              <a:t>Solutions:</a:t>
            </a:r>
          </a:p>
          <a:p>
            <a:pPr marL="885825" lvl="2" indent="-342900">
              <a:spcBef>
                <a:spcPts val="400"/>
              </a:spcBef>
              <a:buSzPts val="2210"/>
              <a:buFont typeface="Wingdings" panose="05000000000000000000" pitchFamily="2" charset="2"/>
              <a:buChar char="Ø"/>
            </a:pPr>
            <a:r>
              <a:rPr lang="en-US" dirty="0"/>
              <a:t>Think about what the point of the sentence is and put this information last</a:t>
            </a:r>
          </a:p>
          <a:p>
            <a:pPr marL="885825" lvl="2" indent="-342900">
              <a:spcBef>
                <a:spcPts val="600"/>
              </a:spcBef>
              <a:buSzPts val="2210"/>
              <a:buFont typeface="Wingdings" panose="05000000000000000000" pitchFamily="2" charset="2"/>
              <a:buChar char="Ø"/>
            </a:pPr>
            <a:r>
              <a:rPr lang="en-US" dirty="0"/>
              <a:t>If possible, use the position after the verb</a:t>
            </a:r>
          </a:p>
          <a:p>
            <a:pPr marL="542925" lvl="2" indent="0">
              <a:spcBef>
                <a:spcPts val="600"/>
              </a:spcBef>
              <a:buSzPts val="1870"/>
              <a:buNone/>
            </a:pPr>
            <a:endParaRPr lang="en-US" dirty="0"/>
          </a:p>
          <a:p>
            <a:pPr marL="91440" indent="0">
              <a:spcBef>
                <a:spcPts val="1600"/>
              </a:spcBef>
              <a:buSzPts val="1870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5" name="Rectangle 244">
            <a:extLst>
              <a:ext uri="{FF2B5EF4-FFF2-40B4-BE49-F238E27FC236}">
                <a16:creationId xmlns:a16="http://schemas.microsoft.com/office/drawing/2014/main" id="{CB5AA8A5-25CC-4295-892F-367FCDAF2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09DD65AA-8280-4962-92F3-DF1CB5334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9068" y="-8467"/>
            <a:ext cx="4766733" cy="6866467"/>
            <a:chOff x="7425267" y="-8467"/>
            <a:chExt cx="4766733" cy="6866467"/>
          </a:xfrm>
        </p:grpSpPr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88942788-FC6D-44C2-BFC1-6F064710DA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01093AC6-E5C2-4894-A520-5BE11049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0" name="Rectangle 23">
              <a:extLst>
                <a:ext uri="{FF2B5EF4-FFF2-40B4-BE49-F238E27FC236}">
                  <a16:creationId xmlns:a16="http://schemas.microsoft.com/office/drawing/2014/main" id="{F2EF9281-EAD8-4973-938C-52DECCD0F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51" name="Rectangle 25">
              <a:extLst>
                <a:ext uri="{FF2B5EF4-FFF2-40B4-BE49-F238E27FC236}">
                  <a16:creationId xmlns:a16="http://schemas.microsoft.com/office/drawing/2014/main" id="{F4D52681-7A79-4750-8E02-7C30DBAFE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52" name="Isosceles Triangle 251">
              <a:extLst>
                <a:ext uri="{FF2B5EF4-FFF2-40B4-BE49-F238E27FC236}">
                  <a16:creationId xmlns:a16="http://schemas.microsoft.com/office/drawing/2014/main" id="{F132E88E-8003-49D3-88BD-E18DF6965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53" name="Rectangle 27">
              <a:extLst>
                <a:ext uri="{FF2B5EF4-FFF2-40B4-BE49-F238E27FC236}">
                  <a16:creationId xmlns:a16="http://schemas.microsoft.com/office/drawing/2014/main" id="{8C986A99-157C-40D0-97AD-371B6F55E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54" name="Rectangle 28">
              <a:extLst>
                <a:ext uri="{FF2B5EF4-FFF2-40B4-BE49-F238E27FC236}">
                  <a16:creationId xmlns:a16="http://schemas.microsoft.com/office/drawing/2014/main" id="{264123D5-6D32-4F54-BAD5-43A5BAF6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55" name="Rectangle 29">
              <a:extLst>
                <a:ext uri="{FF2B5EF4-FFF2-40B4-BE49-F238E27FC236}">
                  <a16:creationId xmlns:a16="http://schemas.microsoft.com/office/drawing/2014/main" id="{5FCA8C06-6A3E-4C39-9EF2-1179873319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56" name="Isosceles Triangle 255">
              <a:extLst>
                <a:ext uri="{FF2B5EF4-FFF2-40B4-BE49-F238E27FC236}">
                  <a16:creationId xmlns:a16="http://schemas.microsoft.com/office/drawing/2014/main" id="{3F93416A-6C44-4D77-A94A-DEBC035EA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</p:grpSp>
      <p:sp>
        <p:nvSpPr>
          <p:cNvPr id="238" name="Google Shape;238;p35"/>
          <p:cNvSpPr txBox="1"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  <a:prstGeom prst="rect">
            <a:avLst/>
          </a:prstGeom>
        </p:spPr>
        <p:txBody>
          <a:bodyPr spcFirstLastPara="1" vert="horz" lIns="91425" tIns="45700" rIns="91425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rgbClr val="0C0C0C"/>
              </a:buClr>
              <a:buSzPts val="5000"/>
            </a:pPr>
            <a:r>
              <a:rPr lang="nl-NL" sz="4100">
                <a:solidFill>
                  <a:schemeClr val="accent1">
                    <a:lumMod val="75000"/>
                  </a:schemeClr>
                </a:solidFill>
              </a:rPr>
              <a:t>REFERENT MANAGEMENT</a:t>
            </a: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24C6BC13-FB1E-48CC-B421-3D0603972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42625" y="0"/>
            <a:ext cx="644937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1" name="Google Shape;239;p35">
            <a:extLst>
              <a:ext uri="{FF2B5EF4-FFF2-40B4-BE49-F238E27FC236}">
                <a16:creationId xmlns:a16="http://schemas.microsoft.com/office/drawing/2014/main" id="{DE341D2D-A9A7-E169-4447-ABB8F12167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9719024"/>
              </p:ext>
            </p:extLst>
          </p:nvPr>
        </p:nvGraphicFramePr>
        <p:xfrm>
          <a:off x="4852543" y="944564"/>
          <a:ext cx="6692814" cy="48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1" name="Rectangle 250">
            <a:extLst>
              <a:ext uri="{FF2B5EF4-FFF2-40B4-BE49-F238E27FC236}">
                <a16:creationId xmlns:a16="http://schemas.microsoft.com/office/drawing/2014/main" id="{CB5AA8A5-25CC-4295-892F-367FCDAF2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09DD65AA-8280-4962-92F3-DF1CB5334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9068" y="-8467"/>
            <a:ext cx="4766733" cy="6866467"/>
            <a:chOff x="7425267" y="-8467"/>
            <a:chExt cx="4766733" cy="6866467"/>
          </a:xfrm>
        </p:grpSpPr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88942788-FC6D-44C2-BFC1-6F064710DA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01093AC6-E5C2-4894-A520-5BE11049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6" name="Rectangle 23">
              <a:extLst>
                <a:ext uri="{FF2B5EF4-FFF2-40B4-BE49-F238E27FC236}">
                  <a16:creationId xmlns:a16="http://schemas.microsoft.com/office/drawing/2014/main" id="{F2EF9281-EAD8-4973-938C-52DECCD0F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57" name="Rectangle 25">
              <a:extLst>
                <a:ext uri="{FF2B5EF4-FFF2-40B4-BE49-F238E27FC236}">
                  <a16:creationId xmlns:a16="http://schemas.microsoft.com/office/drawing/2014/main" id="{F4D52681-7A79-4750-8E02-7C30DBAFE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58" name="Isosceles Triangle 257">
              <a:extLst>
                <a:ext uri="{FF2B5EF4-FFF2-40B4-BE49-F238E27FC236}">
                  <a16:creationId xmlns:a16="http://schemas.microsoft.com/office/drawing/2014/main" id="{F132E88E-8003-49D3-88BD-E18DF6965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59" name="Rectangle 27">
              <a:extLst>
                <a:ext uri="{FF2B5EF4-FFF2-40B4-BE49-F238E27FC236}">
                  <a16:creationId xmlns:a16="http://schemas.microsoft.com/office/drawing/2014/main" id="{8C986A99-157C-40D0-97AD-371B6F55E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60" name="Rectangle 28">
              <a:extLst>
                <a:ext uri="{FF2B5EF4-FFF2-40B4-BE49-F238E27FC236}">
                  <a16:creationId xmlns:a16="http://schemas.microsoft.com/office/drawing/2014/main" id="{264123D5-6D32-4F54-BAD5-43A5BAF6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61" name="Rectangle 29">
              <a:extLst>
                <a:ext uri="{FF2B5EF4-FFF2-40B4-BE49-F238E27FC236}">
                  <a16:creationId xmlns:a16="http://schemas.microsoft.com/office/drawing/2014/main" id="{5FCA8C06-6A3E-4C39-9EF2-1179873319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62" name="Isosceles Triangle 261">
              <a:extLst>
                <a:ext uri="{FF2B5EF4-FFF2-40B4-BE49-F238E27FC236}">
                  <a16:creationId xmlns:a16="http://schemas.microsoft.com/office/drawing/2014/main" id="{3F93416A-6C44-4D77-A94A-DEBC035EA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</p:grpSp>
      <p:sp>
        <p:nvSpPr>
          <p:cNvPr id="244" name="Google Shape;244;p36"/>
          <p:cNvSpPr txBox="1"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  <a:prstGeom prst="rect">
            <a:avLst/>
          </a:prstGeom>
        </p:spPr>
        <p:txBody>
          <a:bodyPr spcFirstLastPara="1" vert="horz" lIns="91425" tIns="45700" rIns="91425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rgbClr val="0C0C0C"/>
              </a:buClr>
              <a:buSzPts val="5000"/>
            </a:pPr>
            <a:r>
              <a:rPr lang="nl-NL" sz="4400">
                <a:solidFill>
                  <a:schemeClr val="accent1">
                    <a:lumMod val="75000"/>
                  </a:schemeClr>
                </a:solidFill>
              </a:rPr>
              <a:t>PARALLELISM</a:t>
            </a: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24C6BC13-FB1E-48CC-B421-3D0603972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42625" y="0"/>
            <a:ext cx="644937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7" name="Google Shape;245;p36">
            <a:extLst>
              <a:ext uri="{FF2B5EF4-FFF2-40B4-BE49-F238E27FC236}">
                <a16:creationId xmlns:a16="http://schemas.microsoft.com/office/drawing/2014/main" id="{EC15E916-C5C8-F521-839D-15C5210D45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0987537"/>
              </p:ext>
            </p:extLst>
          </p:nvPr>
        </p:nvGraphicFramePr>
        <p:xfrm>
          <a:off x="4852543" y="944564"/>
          <a:ext cx="6692814" cy="48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19C60-6DF2-4A8E-A7B4-7465415C4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Accuracy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6B36E-B306-44FC-B24C-72AEA1DD5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sz="2400"/>
              <a:t>Check your general use of commas:</a:t>
            </a:r>
          </a:p>
          <a:p>
            <a:pPr lvl="1"/>
            <a:r>
              <a:rPr lang="nl-NL"/>
              <a:t>Do you have any commas between subject and verb, or between object and verb?</a:t>
            </a:r>
          </a:p>
          <a:p>
            <a:pPr lvl="1"/>
            <a:r>
              <a:rPr lang="nl-NL"/>
              <a:t>Do you have any commas connecting two independent clauses (comma splices)</a:t>
            </a:r>
          </a:p>
          <a:p>
            <a:pPr lvl="1"/>
            <a:endParaRPr lang="nl-NL"/>
          </a:p>
          <a:p>
            <a:r>
              <a:rPr lang="nl-NL" sz="2400"/>
              <a:t>Check comma use in relative clauses:</a:t>
            </a:r>
          </a:p>
          <a:p>
            <a:pPr lvl="1"/>
            <a:r>
              <a:rPr lang="nl-NL"/>
              <a:t>Look for relative pronouns (which, that, who, where etc.) that come after a noun</a:t>
            </a:r>
          </a:p>
          <a:p>
            <a:pPr lvl="1"/>
            <a:r>
              <a:rPr lang="nl-NL"/>
              <a:t>Do you need a comma after the noun? Should the relative clause be restrictive or non-restrictive?</a:t>
            </a:r>
          </a:p>
          <a:p>
            <a:pPr lvl="1"/>
            <a:endParaRPr lang="nl-NL"/>
          </a:p>
          <a:p>
            <a:pPr marL="128019" lvl="1" indent="0">
              <a:buNone/>
            </a:pPr>
            <a:endParaRPr lang="nl-NL"/>
          </a:p>
          <a:p>
            <a:pPr marL="0" indent="0">
              <a:buNone/>
            </a:pPr>
            <a:endParaRPr lang="nl-NL"/>
          </a:p>
          <a:p>
            <a:pPr lvl="1"/>
            <a:endParaRPr lang="nl-NL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6752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19C60-6DF2-4A8E-A7B4-7465415C4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Accuracy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6B36E-B306-44FC-B24C-72AEA1DD5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sz="2400"/>
              <a:t>Check your semi-colons:</a:t>
            </a:r>
          </a:p>
          <a:p>
            <a:pPr lvl="1"/>
            <a:r>
              <a:rPr lang="nl-NL"/>
              <a:t>Are the parts either side of your semi-colon indepenednt clauses (grammatically complete sentences with a subject and main verb).</a:t>
            </a:r>
          </a:p>
          <a:p>
            <a:pPr lvl="1"/>
            <a:r>
              <a:rPr lang="nl-NL"/>
              <a:t>If applicable, have you used semi-colons correctly in lists?</a:t>
            </a:r>
          </a:p>
          <a:p>
            <a:r>
              <a:rPr lang="nl-NL" sz="2400"/>
              <a:t>Check your colon usage:</a:t>
            </a:r>
          </a:p>
          <a:p>
            <a:pPr lvl="1"/>
            <a:r>
              <a:rPr lang="nl-NL"/>
              <a:t>Is the part before the colon grammatically complete?</a:t>
            </a:r>
          </a:p>
          <a:p>
            <a:pPr lvl="1"/>
            <a:r>
              <a:rPr lang="nl-NL"/>
              <a:t>Have you mixed up colons with semi-colons?</a:t>
            </a:r>
          </a:p>
          <a:p>
            <a:pPr lvl="1"/>
            <a:endParaRPr lang="nl-NL"/>
          </a:p>
          <a:p>
            <a:pPr marL="128019" lvl="1" indent="0">
              <a:buNone/>
            </a:pPr>
            <a:endParaRPr lang="nl-NL"/>
          </a:p>
          <a:p>
            <a:pPr marL="0" indent="0">
              <a:buNone/>
            </a:pPr>
            <a:endParaRPr lang="nl-NL"/>
          </a:p>
          <a:p>
            <a:pPr lvl="1"/>
            <a:endParaRPr lang="nl-NL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025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2B0B4F-7130-459A-B2BB-AB8A6B53E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GB"/>
              <a:t>Style (1)</a:t>
            </a:r>
          </a:p>
        </p:txBody>
      </p:sp>
      <p:sp>
        <p:nvSpPr>
          <p:cNvPr id="44" name="Isosceles Triangle 38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>
        <p:nvSpPr>
          <p:cNvPr id="45" name="Isosceles Triangle 40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graphicFrame>
        <p:nvGraphicFramePr>
          <p:cNvPr id="33" name="Content Placeholder 2">
            <a:extLst>
              <a:ext uri="{FF2B5EF4-FFF2-40B4-BE49-F238E27FC236}">
                <a16:creationId xmlns:a16="http://schemas.microsoft.com/office/drawing/2014/main" id="{2AEBC14B-966E-2A40-E033-E8D360A562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8772283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6904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393" name="Rectangle 16392">
            <a:extLst>
              <a:ext uri="{FF2B5EF4-FFF2-40B4-BE49-F238E27FC236}">
                <a16:creationId xmlns:a16="http://schemas.microsoft.com/office/drawing/2014/main" id="{CB5AA8A5-25CC-4295-892F-367FCDAF2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395" name="Group 16394">
            <a:extLst>
              <a:ext uri="{FF2B5EF4-FFF2-40B4-BE49-F238E27FC236}">
                <a16:creationId xmlns:a16="http://schemas.microsoft.com/office/drawing/2014/main" id="{09DD65AA-8280-4962-92F3-DF1CB5334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9068" y="-8467"/>
            <a:ext cx="4766733" cy="6866467"/>
            <a:chOff x="7425267" y="-8467"/>
            <a:chExt cx="4766733" cy="6866467"/>
          </a:xfrm>
        </p:grpSpPr>
        <p:cxnSp>
          <p:nvCxnSpPr>
            <p:cNvPr id="16396" name="Straight Connector 16395">
              <a:extLst>
                <a:ext uri="{FF2B5EF4-FFF2-40B4-BE49-F238E27FC236}">
                  <a16:creationId xmlns:a16="http://schemas.microsoft.com/office/drawing/2014/main" id="{88942788-FC6D-44C2-BFC1-6F064710DA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97" name="Straight Connector 16396">
              <a:extLst>
                <a:ext uri="{FF2B5EF4-FFF2-40B4-BE49-F238E27FC236}">
                  <a16:creationId xmlns:a16="http://schemas.microsoft.com/office/drawing/2014/main" id="{01093AC6-E5C2-4894-A520-5BE11049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398" name="Rectangle 23">
              <a:extLst>
                <a:ext uri="{FF2B5EF4-FFF2-40B4-BE49-F238E27FC236}">
                  <a16:creationId xmlns:a16="http://schemas.microsoft.com/office/drawing/2014/main" id="{F2EF9281-EAD8-4973-938C-52DECCD0F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16399" name="Rectangle 25">
              <a:extLst>
                <a:ext uri="{FF2B5EF4-FFF2-40B4-BE49-F238E27FC236}">
                  <a16:creationId xmlns:a16="http://schemas.microsoft.com/office/drawing/2014/main" id="{F4D52681-7A79-4750-8E02-7C30DBAFE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16400" name="Isosceles Triangle 16399">
              <a:extLst>
                <a:ext uri="{FF2B5EF4-FFF2-40B4-BE49-F238E27FC236}">
                  <a16:creationId xmlns:a16="http://schemas.microsoft.com/office/drawing/2014/main" id="{F132E88E-8003-49D3-88BD-E18DF6965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16401" name="Rectangle 27">
              <a:extLst>
                <a:ext uri="{FF2B5EF4-FFF2-40B4-BE49-F238E27FC236}">
                  <a16:creationId xmlns:a16="http://schemas.microsoft.com/office/drawing/2014/main" id="{8C986A99-157C-40D0-97AD-371B6F55E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16402" name="Rectangle 28">
              <a:extLst>
                <a:ext uri="{FF2B5EF4-FFF2-40B4-BE49-F238E27FC236}">
                  <a16:creationId xmlns:a16="http://schemas.microsoft.com/office/drawing/2014/main" id="{264123D5-6D32-4F54-BAD5-43A5BAF6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16403" name="Rectangle 29">
              <a:extLst>
                <a:ext uri="{FF2B5EF4-FFF2-40B4-BE49-F238E27FC236}">
                  <a16:creationId xmlns:a16="http://schemas.microsoft.com/office/drawing/2014/main" id="{5FCA8C06-6A3E-4C39-9EF2-1179873319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16404" name="Isosceles Triangle 16403">
              <a:extLst>
                <a:ext uri="{FF2B5EF4-FFF2-40B4-BE49-F238E27FC236}">
                  <a16:creationId xmlns:a16="http://schemas.microsoft.com/office/drawing/2014/main" id="{3F93416A-6C44-4D77-A94A-DEBC035EA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nl-NL" sz="4400" dirty="0" err="1">
                <a:solidFill>
                  <a:schemeClr val="accent1">
                    <a:lumMod val="75000"/>
                  </a:schemeClr>
                </a:solidFill>
              </a:rPr>
              <a:t>Structure</a:t>
            </a:r>
            <a:endParaRPr lang="en-US" sz="4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406" name="Rectangle 16405">
            <a:extLst>
              <a:ext uri="{FF2B5EF4-FFF2-40B4-BE49-F238E27FC236}">
                <a16:creationId xmlns:a16="http://schemas.microsoft.com/office/drawing/2014/main" id="{24C6BC13-FB1E-48CC-B421-3D0603972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42625" y="0"/>
            <a:ext cx="644937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389" name="Rectangle 3">
            <a:extLst>
              <a:ext uri="{FF2B5EF4-FFF2-40B4-BE49-F238E27FC236}">
                <a16:creationId xmlns:a16="http://schemas.microsoft.com/office/drawing/2014/main" id="{2CA801A2-B974-E44F-13D2-57861D4551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4291911"/>
              </p:ext>
            </p:extLst>
          </p:nvPr>
        </p:nvGraphicFramePr>
        <p:xfrm>
          <a:off x="4852543" y="944564"/>
          <a:ext cx="6692814" cy="48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32797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Other</a:t>
            </a:r>
            <a:r>
              <a:rPr lang="nl-NL" dirty="0"/>
              <a:t> </a:t>
            </a:r>
            <a:r>
              <a:rPr lang="nl-NL" dirty="0" err="1"/>
              <a:t>grammar</a:t>
            </a:r>
            <a:r>
              <a:rPr lang="nl-NL" dirty="0"/>
              <a:t> issues</a:t>
            </a:r>
            <a:endParaRPr lang="en-GB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Check </a:t>
            </a:r>
            <a:r>
              <a:rPr lang="nl-NL" dirty="0" err="1"/>
              <a:t>your</a:t>
            </a:r>
            <a:r>
              <a:rPr lang="nl-NL" dirty="0"/>
              <a:t> feedback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see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have </a:t>
            </a:r>
            <a:r>
              <a:rPr lang="nl-NL" dirty="0" err="1"/>
              <a:t>any</a:t>
            </a:r>
            <a:r>
              <a:rPr lang="nl-NL" dirty="0"/>
              <a:t> common mistakes. </a:t>
            </a:r>
            <a:r>
              <a:rPr lang="nl-NL" dirty="0" err="1"/>
              <a:t>To</a:t>
            </a:r>
            <a:r>
              <a:rPr lang="nl-NL" dirty="0"/>
              <a:t> help,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links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website or google </a:t>
            </a:r>
            <a:r>
              <a:rPr lang="nl-NL" dirty="0" err="1"/>
              <a:t>the</a:t>
            </a:r>
            <a:r>
              <a:rPr lang="nl-NL" dirty="0"/>
              <a:t> error type.</a:t>
            </a:r>
          </a:p>
          <a:p>
            <a:endParaRPr lang="nl-NL" dirty="0"/>
          </a:p>
          <a:p>
            <a:r>
              <a:rPr lang="nl-NL" dirty="0"/>
              <a:t>Below are </a:t>
            </a:r>
            <a:r>
              <a:rPr lang="nl-NL" dirty="0" err="1"/>
              <a:t>some</a:t>
            </a:r>
            <a:r>
              <a:rPr lang="nl-NL" dirty="0"/>
              <a:t> </a:t>
            </a:r>
            <a:r>
              <a:rPr lang="nl-NL" dirty="0" err="1"/>
              <a:t>other</a:t>
            </a:r>
            <a:r>
              <a:rPr lang="nl-NL" dirty="0"/>
              <a:t> common error types:</a:t>
            </a:r>
          </a:p>
          <a:p>
            <a:pPr marL="0" indent="0">
              <a:buNone/>
            </a:pPr>
            <a:r>
              <a:rPr lang="nl-NL" dirty="0"/>
              <a:t>1) are articles (</a:t>
            </a:r>
            <a:r>
              <a:rPr lang="nl-NL" dirty="0" err="1"/>
              <a:t>the</a:t>
            </a:r>
            <a:r>
              <a:rPr lang="nl-NL" dirty="0"/>
              <a:t>, a, </a:t>
            </a:r>
            <a:r>
              <a:rPr lang="nl-NL" dirty="0" err="1"/>
              <a:t>an</a:t>
            </a:r>
            <a:r>
              <a:rPr lang="nl-NL" dirty="0"/>
              <a:t>) </a:t>
            </a: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dirty="0" err="1"/>
              <a:t>correctly</a:t>
            </a:r>
            <a:r>
              <a:rPr lang="nl-NL" dirty="0"/>
              <a:t>? Are </a:t>
            </a:r>
            <a:r>
              <a:rPr lang="nl-NL" dirty="0" err="1"/>
              <a:t>there</a:t>
            </a:r>
            <a:r>
              <a:rPr lang="nl-NL" dirty="0"/>
              <a:t> articles missing?</a:t>
            </a:r>
          </a:p>
          <a:p>
            <a:pPr marL="0" indent="0">
              <a:buNone/>
            </a:pPr>
            <a:r>
              <a:rPr lang="nl-NL" dirty="0"/>
              <a:t>2) are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sure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right </a:t>
            </a:r>
            <a:r>
              <a:rPr lang="nl-NL" dirty="0" err="1"/>
              <a:t>collocations</a:t>
            </a:r>
            <a:r>
              <a:rPr lang="nl-NL" dirty="0"/>
              <a:t> (</a:t>
            </a:r>
            <a:r>
              <a:rPr lang="nl-NL" dirty="0" err="1"/>
              <a:t>combinations</a:t>
            </a:r>
            <a:r>
              <a:rPr lang="nl-NL" dirty="0"/>
              <a:t> of </a:t>
            </a:r>
            <a:r>
              <a:rPr lang="nl-NL" dirty="0" err="1"/>
              <a:t>words</a:t>
            </a:r>
            <a:r>
              <a:rPr lang="nl-NL" dirty="0"/>
              <a:t>) are </a:t>
            </a:r>
            <a:r>
              <a:rPr lang="nl-NL" dirty="0" err="1"/>
              <a:t>used</a:t>
            </a:r>
            <a:r>
              <a:rPr lang="nl-NL" dirty="0"/>
              <a:t>? Is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meaning</a:t>
            </a:r>
            <a:r>
              <a:rPr lang="nl-NL" dirty="0"/>
              <a:t>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words</a:t>
            </a:r>
            <a:r>
              <a:rPr lang="nl-NL" dirty="0"/>
              <a:t> </a:t>
            </a:r>
            <a:r>
              <a:rPr lang="nl-NL" dirty="0" err="1"/>
              <a:t>clear</a:t>
            </a:r>
            <a:r>
              <a:rPr lang="nl-NL" dirty="0"/>
              <a:t>? </a:t>
            </a:r>
          </a:p>
          <a:p>
            <a:pPr marL="0" indent="0">
              <a:buNone/>
            </a:pPr>
            <a:r>
              <a:rPr lang="en-US" dirty="0"/>
              <a:t>3) are the correct verb forms used (subject-verb agreement/tense)</a:t>
            </a:r>
          </a:p>
          <a:p>
            <a:pPr marL="0" indent="0">
              <a:buNone/>
            </a:pPr>
            <a:r>
              <a:rPr lang="en-US" dirty="0"/>
              <a:t>4) are your noun phrases structured correctly? Are your nouns in the right singular/plural form?</a:t>
            </a:r>
            <a:endParaRPr lang="nl-NL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366928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922</Words>
  <Application>Microsoft Office PowerPoint</Application>
  <PresentationFormat>Breedbeeld</PresentationFormat>
  <Paragraphs>101</Paragraphs>
  <Slides>14</Slides>
  <Notes>9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14</vt:i4>
      </vt:variant>
    </vt:vector>
  </HeadingPairs>
  <TitlesOfParts>
    <vt:vector size="21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Revision and editing strategies</vt:lpstr>
      <vt:lpstr>Editing</vt:lpstr>
      <vt:lpstr>Editing checklist for clarity</vt:lpstr>
      <vt:lpstr>SENTENCE LENGTH AND STATUS</vt:lpstr>
      <vt:lpstr>CONNECTIVES/TRANSITIONS</vt:lpstr>
      <vt:lpstr>Information ORDER (1)</vt:lpstr>
      <vt:lpstr>Information ORDER (2)</vt:lpstr>
      <vt:lpstr>REFERENT MANAGEMENT</vt:lpstr>
      <vt:lpstr>PARALLELISM</vt:lpstr>
      <vt:lpstr>Accuracy (1)</vt:lpstr>
      <vt:lpstr>Accuracy (2)</vt:lpstr>
      <vt:lpstr>Style (1)</vt:lpstr>
      <vt:lpstr>Structure</vt:lpstr>
      <vt:lpstr>Other grammar issues</vt:lpstr>
    </vt:vector>
  </TitlesOfParts>
  <Company>Vrije Universiteit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REVISION/EDITING STRATEGIES</dc:title>
  <dc:creator>Editor</dc:creator>
  <cp:lastModifiedBy>Alessandro Cangelli</cp:lastModifiedBy>
  <cp:revision>2</cp:revision>
  <dcterms:created xsi:type="dcterms:W3CDTF">2022-11-28T12:55:55Z</dcterms:created>
  <dcterms:modified xsi:type="dcterms:W3CDTF">2025-05-06T10:22:16Z</dcterms:modified>
</cp:coreProperties>
</file>