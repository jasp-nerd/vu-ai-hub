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webextensions/webextension1.xml" ContentType="application/vnd.ms-office.webextension+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016" r:id="rId1"/>
  </p:sldMasterIdLst>
  <p:notesMasterIdLst>
    <p:notesMasterId r:id="rId38"/>
  </p:notesMasterIdLst>
  <p:handoutMasterIdLst>
    <p:handoutMasterId r:id="rId39"/>
  </p:handoutMasterIdLst>
  <p:sldIdLst>
    <p:sldId id="256" r:id="rId2"/>
    <p:sldId id="298" r:id="rId3"/>
    <p:sldId id="300" r:id="rId4"/>
    <p:sldId id="301" r:id="rId5"/>
    <p:sldId id="329" r:id="rId6"/>
    <p:sldId id="330" r:id="rId7"/>
    <p:sldId id="261" r:id="rId8"/>
    <p:sldId id="262" r:id="rId9"/>
    <p:sldId id="305" r:id="rId10"/>
    <p:sldId id="326" r:id="rId11"/>
    <p:sldId id="306" r:id="rId12"/>
    <p:sldId id="325" r:id="rId13"/>
    <p:sldId id="304" r:id="rId14"/>
    <p:sldId id="331" r:id="rId15"/>
    <p:sldId id="322" r:id="rId16"/>
    <p:sldId id="328" r:id="rId17"/>
    <p:sldId id="321" r:id="rId18"/>
    <p:sldId id="307" r:id="rId19"/>
    <p:sldId id="308" r:id="rId20"/>
    <p:sldId id="309" r:id="rId21"/>
    <p:sldId id="310" r:id="rId22"/>
    <p:sldId id="273" r:id="rId23"/>
    <p:sldId id="312" r:id="rId24"/>
    <p:sldId id="311" r:id="rId25"/>
    <p:sldId id="314" r:id="rId26"/>
    <p:sldId id="318" r:id="rId27"/>
    <p:sldId id="313" r:id="rId28"/>
    <p:sldId id="316" r:id="rId29"/>
    <p:sldId id="315" r:id="rId30"/>
    <p:sldId id="324" r:id="rId31"/>
    <p:sldId id="303" r:id="rId32"/>
    <p:sldId id="302" r:id="rId33"/>
    <p:sldId id="320" r:id="rId34"/>
    <p:sldId id="332" r:id="rId35"/>
    <p:sldId id="297" r:id="rId36"/>
    <p:sldId id="280" r:id="rId37"/>
  </p:sldIdLst>
  <p:sldSz cx="9144000" cy="6858000" type="screen4x3"/>
  <p:notesSz cx="6797675" cy="9926638"/>
  <p:custDataLst>
    <p:tags r:id="rId40"/>
  </p:custDataLst>
  <p:defaultTextStyle>
    <a:defPPr>
      <a:defRPr lang="nl-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10F90F1-BC00-49A5-9B7C-ADD610CEE642}" v="72" dt="2025-04-20T16:43:44.67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58" autoAdjust="0"/>
    <p:restoredTop sz="94660" autoAdjust="0"/>
  </p:normalViewPr>
  <p:slideViewPr>
    <p:cSldViewPr snapToGrid="0">
      <p:cViewPr varScale="1">
        <p:scale>
          <a:sx n="63" d="100"/>
          <a:sy n="63" d="100"/>
        </p:scale>
        <p:origin x="1212" y="56"/>
      </p:cViewPr>
      <p:guideLst>
        <p:guide orient="horz" pos="2160"/>
        <p:guide pos="2880"/>
      </p:guideLst>
    </p:cSldViewPr>
  </p:slideViewPr>
  <p:outlineViewPr>
    <p:cViewPr>
      <p:scale>
        <a:sx n="33" d="100"/>
        <a:sy n="33" d="100"/>
      </p:scale>
      <p:origin x="42" y="32988"/>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handoutMaster" Target="handoutMasters/handout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tags" Target="tags/tag1.xml"/><Relationship Id="rId45"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 Id="rId46" Type="http://schemas.microsoft.com/office/2015/10/relationships/revisionInfo" Target="revisionInfo.xml"/><Relationship Id="rId20" Type="http://schemas.openxmlformats.org/officeDocument/2006/relationships/slide" Target="slides/slide19.xml"/><Relationship Id="rId41"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rtonfi, A. (Anna)" userId="1addae48-7a8e-409d-8f14-8504ef7ace15" providerId="ADAL" clId="{D10F90F1-BC00-49A5-9B7C-ADD610CEE642}"/>
    <pc:docChg chg="addSld modSld">
      <pc:chgData name="Martonfi, A. (Anna)" userId="1addae48-7a8e-409d-8f14-8504ef7ace15" providerId="ADAL" clId="{D10F90F1-BC00-49A5-9B7C-ADD610CEE642}" dt="2025-04-20T16:43:44.678" v="94" actId="20577"/>
      <pc:docMkLst>
        <pc:docMk/>
      </pc:docMkLst>
      <pc:sldChg chg="modSp mod">
        <pc:chgData name="Martonfi, A. (Anna)" userId="1addae48-7a8e-409d-8f14-8504ef7ace15" providerId="ADAL" clId="{D10F90F1-BC00-49A5-9B7C-ADD610CEE642}" dt="2025-04-20T16:38:23.832" v="23" actId="20577"/>
        <pc:sldMkLst>
          <pc:docMk/>
          <pc:sldMk cId="2077830603" sldId="256"/>
        </pc:sldMkLst>
        <pc:spChg chg="mod">
          <ac:chgData name="Martonfi, A. (Anna)" userId="1addae48-7a8e-409d-8f14-8504ef7ace15" providerId="ADAL" clId="{D10F90F1-BC00-49A5-9B7C-ADD610CEE642}" dt="2025-04-20T16:38:23.832" v="23" actId="20577"/>
          <ac:spMkLst>
            <pc:docMk/>
            <pc:sldMk cId="2077830603" sldId="256"/>
            <ac:spMk id="3" creationId="{00000000-0000-0000-0000-000000000000}"/>
          </ac:spMkLst>
        </pc:spChg>
      </pc:sldChg>
      <pc:sldChg chg="modSp modAnim">
        <pc:chgData name="Martonfi, A. (Anna)" userId="1addae48-7a8e-409d-8f14-8504ef7ace15" providerId="ADAL" clId="{D10F90F1-BC00-49A5-9B7C-ADD610CEE642}" dt="2025-04-20T16:43:44.678" v="94" actId="20577"/>
        <pc:sldMkLst>
          <pc:docMk/>
          <pc:sldMk cId="3739368480" sldId="280"/>
        </pc:sldMkLst>
        <pc:spChg chg="mod">
          <ac:chgData name="Martonfi, A. (Anna)" userId="1addae48-7a8e-409d-8f14-8504ef7ace15" providerId="ADAL" clId="{D10F90F1-BC00-49A5-9B7C-ADD610CEE642}" dt="2025-04-20T16:43:44.678" v="94" actId="20577"/>
          <ac:spMkLst>
            <pc:docMk/>
            <pc:sldMk cId="3739368480" sldId="280"/>
            <ac:spMk id="3" creationId="{00000000-0000-0000-0000-000000000000}"/>
          </ac:spMkLst>
        </pc:spChg>
      </pc:sldChg>
      <pc:sldChg chg="addSp new">
        <pc:chgData name="Martonfi, A. (Anna)" userId="1addae48-7a8e-409d-8f14-8504ef7ace15" providerId="ADAL" clId="{D10F90F1-BC00-49A5-9B7C-ADD610CEE642}" dt="2025-04-20T16:41:33.551" v="25"/>
        <pc:sldMkLst>
          <pc:docMk/>
          <pc:sldMk cId="2025111644" sldId="332"/>
        </pc:sldMkLst>
        <pc:graphicFrameChg chg="add">
          <ac:chgData name="Martonfi, A. (Anna)" userId="1addae48-7a8e-409d-8f14-8504ef7ace15" providerId="ADAL" clId="{D10F90F1-BC00-49A5-9B7C-ADD610CEE642}" dt="2025-04-20T16:41:33.551" v="25"/>
          <ac:graphicFrameMkLst>
            <pc:docMk/>
            <pc:sldMk cId="2025111644" sldId="332"/>
            <ac:graphicFrameMk id="2" creationId="{FDD38DC7-2173-430B-1683-2B1062775F1A}"/>
          </ac:graphicFrameMkLst>
        </pc:graphicFrame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6400" cy="4968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49688" y="0"/>
            <a:ext cx="2946400" cy="496888"/>
          </a:xfrm>
          <a:prstGeom prst="rect">
            <a:avLst/>
          </a:prstGeom>
        </p:spPr>
        <p:txBody>
          <a:bodyPr vert="horz" lIns="91440" tIns="45720" rIns="91440" bIns="45720" rtlCol="0"/>
          <a:lstStyle>
            <a:lvl1pPr algn="r">
              <a:defRPr sz="1200"/>
            </a:lvl1pPr>
          </a:lstStyle>
          <a:p>
            <a:fld id="{218B0E79-BF47-4CA9-9728-24E1C1F3BC38}" type="datetimeFigureOut">
              <a:rPr lang="en-US" smtClean="0"/>
              <a:t>4/20/2025</a:t>
            </a:fld>
            <a:endParaRPr lang="en-US"/>
          </a:p>
        </p:txBody>
      </p:sp>
      <p:sp>
        <p:nvSpPr>
          <p:cNvPr id="4" name="Footer Placeholder 3"/>
          <p:cNvSpPr>
            <a:spLocks noGrp="1"/>
          </p:cNvSpPr>
          <p:nvPr>
            <p:ph type="ftr" sz="quarter" idx="2"/>
          </p:nvPr>
        </p:nvSpPr>
        <p:spPr>
          <a:xfrm>
            <a:off x="0" y="9428163"/>
            <a:ext cx="2946400" cy="4968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49688" y="9428163"/>
            <a:ext cx="2946400" cy="496887"/>
          </a:xfrm>
          <a:prstGeom prst="rect">
            <a:avLst/>
          </a:prstGeom>
        </p:spPr>
        <p:txBody>
          <a:bodyPr vert="horz" lIns="91440" tIns="45720" rIns="91440" bIns="45720" rtlCol="0" anchor="b"/>
          <a:lstStyle>
            <a:lvl1pPr algn="r">
              <a:defRPr sz="1200"/>
            </a:lvl1pPr>
          </a:lstStyle>
          <a:p>
            <a:fld id="{46636C6F-D46C-46FD-82F7-8C8B2EA29D36}" type="slidenum">
              <a:rPr lang="en-US" smtClean="0"/>
              <a:t>‹#›</a:t>
            </a:fld>
            <a:endParaRPr lang="en-US"/>
          </a:p>
        </p:txBody>
      </p:sp>
    </p:spTree>
    <p:extLst>
      <p:ext uri="{BB962C8B-B14F-4D97-AF65-F5344CB8AC3E}">
        <p14:creationId xmlns:p14="http://schemas.microsoft.com/office/powerpoint/2010/main" val="346335215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5659" cy="496332"/>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50443" y="0"/>
            <a:ext cx="2945659" cy="496332"/>
          </a:xfrm>
          <a:prstGeom prst="rect">
            <a:avLst/>
          </a:prstGeom>
        </p:spPr>
        <p:txBody>
          <a:bodyPr vert="horz" lIns="91440" tIns="45720" rIns="91440" bIns="45720" rtlCol="0"/>
          <a:lstStyle>
            <a:lvl1pPr algn="r">
              <a:defRPr sz="1200"/>
            </a:lvl1pPr>
          </a:lstStyle>
          <a:p>
            <a:fld id="{88CD70ED-E498-4C06-A979-0F8FFA96014E}" type="datetimeFigureOut">
              <a:rPr lang="en-US" smtClean="0"/>
              <a:pPr/>
              <a:t>4/20/2025</a:t>
            </a:fld>
            <a:endParaRPr lang="en-US"/>
          </a:p>
        </p:txBody>
      </p:sp>
      <p:sp>
        <p:nvSpPr>
          <p:cNvPr id="4" name="Slide Image Placeholder 3"/>
          <p:cNvSpPr>
            <a:spLocks noGrp="1" noRot="1" noChangeAspect="1"/>
          </p:cNvSpPr>
          <p:nvPr>
            <p:ph type="sldImg" idx="2"/>
          </p:nvPr>
        </p:nvSpPr>
        <p:spPr>
          <a:xfrm>
            <a:off x="917575" y="744538"/>
            <a:ext cx="4962525" cy="3722687"/>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79768" y="4715153"/>
            <a:ext cx="5438140" cy="446698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428583"/>
            <a:ext cx="2945659" cy="496332"/>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50443" y="9428583"/>
            <a:ext cx="2945659" cy="496332"/>
          </a:xfrm>
          <a:prstGeom prst="rect">
            <a:avLst/>
          </a:prstGeom>
        </p:spPr>
        <p:txBody>
          <a:bodyPr vert="horz" lIns="91440" tIns="45720" rIns="91440" bIns="45720" rtlCol="0" anchor="b"/>
          <a:lstStyle>
            <a:lvl1pPr algn="r">
              <a:defRPr sz="1200"/>
            </a:lvl1pPr>
          </a:lstStyle>
          <a:p>
            <a:fld id="{9FD4A38E-3B7C-4605-90DE-92E1994282E5}" type="slidenum">
              <a:rPr lang="en-US" smtClean="0"/>
              <a:pPr/>
              <a:t>‹#›</a:t>
            </a:fld>
            <a:endParaRPr lang="en-US"/>
          </a:p>
        </p:txBody>
      </p:sp>
    </p:spTree>
    <p:extLst>
      <p:ext uri="{BB962C8B-B14F-4D97-AF65-F5344CB8AC3E}">
        <p14:creationId xmlns:p14="http://schemas.microsoft.com/office/powerpoint/2010/main" val="131035346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eldia">
    <p:spTree>
      <p:nvGrpSpPr>
        <p:cNvPr id="1" name=""/>
        <p:cNvGrpSpPr/>
        <p:nvPr/>
      </p:nvGrpSpPr>
      <p:grpSpPr>
        <a:xfrm>
          <a:off x="0" y="0"/>
          <a:ext cx="0" cy="0"/>
          <a:chOff x="0" y="0"/>
          <a:chExt cx="0" cy="0"/>
        </a:xfrm>
      </p:grpSpPr>
      <p:sp>
        <p:nvSpPr>
          <p:cNvPr id="9" name="Rectangle 8"/>
          <p:cNvSpPr/>
          <p:nvPr/>
        </p:nvSpPr>
        <p:spPr>
          <a:xfrm>
            <a:off x="0" y="0"/>
            <a:ext cx="9144000" cy="457200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Freeform 9"/>
          <p:cNvSpPr/>
          <p:nvPr/>
        </p:nvSpPr>
        <p:spPr>
          <a:xfrm>
            <a:off x="4762" y="0"/>
            <a:ext cx="9139239" cy="4572001"/>
          </a:xfrm>
          <a:custGeom>
            <a:avLst/>
            <a:gdLst/>
            <a:ahLst/>
            <a:cxnLst/>
            <a:rect l="l" t="t" r="r" b="b"/>
            <a:pathLst>
              <a:path w="9139239" h="4572001">
                <a:moveTo>
                  <a:pt x="9139239" y="4171458"/>
                </a:moveTo>
                <a:lnTo>
                  <a:pt x="9139239" y="4479120"/>
                </a:lnTo>
                <a:lnTo>
                  <a:pt x="9061857" y="4572001"/>
                </a:lnTo>
                <a:lnTo>
                  <a:pt x="8867616" y="4572001"/>
                </a:lnTo>
                <a:cubicBezTo>
                  <a:pt x="8974940" y="4496648"/>
                  <a:pt x="9059271" y="4392377"/>
                  <a:pt x="9109281" y="4270954"/>
                </a:cubicBezTo>
                <a:close/>
                <a:moveTo>
                  <a:pt x="9139239" y="4017903"/>
                </a:moveTo>
                <a:lnTo>
                  <a:pt x="9139239" y="4146549"/>
                </a:lnTo>
                <a:lnTo>
                  <a:pt x="9061849" y="4168266"/>
                </a:lnTo>
                <a:cubicBezTo>
                  <a:pt x="8867508" y="4236060"/>
                  <a:pt x="8712637" y="4384208"/>
                  <a:pt x="8639677" y="4572001"/>
                </a:cubicBezTo>
                <a:lnTo>
                  <a:pt x="8502130" y="4572001"/>
                </a:lnTo>
                <a:cubicBezTo>
                  <a:pt x="8583823" y="4319597"/>
                  <a:pt x="8787913" y="4120306"/>
                  <a:pt x="9046727" y="4039822"/>
                </a:cubicBezTo>
                <a:close/>
                <a:moveTo>
                  <a:pt x="7620280" y="3999419"/>
                </a:moveTo>
                <a:lnTo>
                  <a:pt x="7637367" y="4001042"/>
                </a:lnTo>
                <a:cubicBezTo>
                  <a:pt x="7669753" y="4001569"/>
                  <a:pt x="7701646" y="4004550"/>
                  <a:pt x="7732829" y="4010107"/>
                </a:cubicBezTo>
                <a:cubicBezTo>
                  <a:pt x="7738405" y="4009688"/>
                  <a:pt x="7743733" y="4010636"/>
                  <a:pt x="7749042" y="4011646"/>
                </a:cubicBezTo>
                <a:lnTo>
                  <a:pt x="7749159" y="4012794"/>
                </a:lnTo>
                <a:cubicBezTo>
                  <a:pt x="8061238" y="4064450"/>
                  <a:pt x="8314467" y="4283539"/>
                  <a:pt x="8407830" y="4572001"/>
                </a:cubicBezTo>
                <a:lnTo>
                  <a:pt x="8270283" y="4572001"/>
                </a:lnTo>
                <a:cubicBezTo>
                  <a:pt x="8186900" y="4357380"/>
                  <a:pt x="7996531" y="4194541"/>
                  <a:pt x="7762529" y="4144250"/>
                </a:cubicBezTo>
                <a:cubicBezTo>
                  <a:pt x="7797023" y="4319651"/>
                  <a:pt x="7899246" y="4471530"/>
                  <a:pt x="8042344" y="4572001"/>
                </a:cubicBezTo>
                <a:lnTo>
                  <a:pt x="7848103" y="4572001"/>
                </a:lnTo>
                <a:cubicBezTo>
                  <a:pt x="7731971" y="4452596"/>
                  <a:pt x="7653409" y="4298519"/>
                  <a:pt x="7629044" y="4127511"/>
                </a:cubicBezTo>
                <a:cubicBezTo>
                  <a:pt x="7628876" y="4127458"/>
                  <a:pt x="7628708" y="4127453"/>
                  <a:pt x="7628538" y="4127448"/>
                </a:cubicBezTo>
                <a:lnTo>
                  <a:pt x="7628000" y="4120772"/>
                </a:lnTo>
                <a:cubicBezTo>
                  <a:pt x="7622941" y="4090522"/>
                  <a:pt x="7620490" y="4059631"/>
                  <a:pt x="7620533" y="4028296"/>
                </a:cubicBezTo>
                <a:cubicBezTo>
                  <a:pt x="7619221" y="4022668"/>
                  <a:pt x="7619162" y="4017001"/>
                  <a:pt x="7619162" y="4011320"/>
                </a:cubicBezTo>
                <a:lnTo>
                  <a:pt x="7619756" y="3999880"/>
                </a:lnTo>
                <a:lnTo>
                  <a:pt x="7620254" y="3999913"/>
                </a:lnTo>
                <a:close/>
                <a:moveTo>
                  <a:pt x="7597529" y="3999419"/>
                </a:moveTo>
                <a:lnTo>
                  <a:pt x="7597555" y="3999913"/>
                </a:lnTo>
                <a:lnTo>
                  <a:pt x="7598053" y="3999880"/>
                </a:lnTo>
                <a:lnTo>
                  <a:pt x="7598647" y="4011320"/>
                </a:lnTo>
                <a:cubicBezTo>
                  <a:pt x="7598647" y="4017001"/>
                  <a:pt x="7598588" y="4022668"/>
                  <a:pt x="7597276" y="4028296"/>
                </a:cubicBezTo>
                <a:cubicBezTo>
                  <a:pt x="7597319" y="4059631"/>
                  <a:pt x="7594868" y="4090522"/>
                  <a:pt x="7589809" y="4120772"/>
                </a:cubicBezTo>
                <a:lnTo>
                  <a:pt x="7589271" y="4127448"/>
                </a:lnTo>
                <a:cubicBezTo>
                  <a:pt x="7589101" y="4127453"/>
                  <a:pt x="7588933" y="4127458"/>
                  <a:pt x="7588765" y="4127511"/>
                </a:cubicBezTo>
                <a:cubicBezTo>
                  <a:pt x="7564400" y="4298519"/>
                  <a:pt x="7485838" y="4452596"/>
                  <a:pt x="7369706" y="4572001"/>
                </a:cubicBezTo>
                <a:lnTo>
                  <a:pt x="7175465" y="4572001"/>
                </a:lnTo>
                <a:cubicBezTo>
                  <a:pt x="7318563" y="4471530"/>
                  <a:pt x="7420786" y="4319651"/>
                  <a:pt x="7455280" y="4144250"/>
                </a:cubicBezTo>
                <a:cubicBezTo>
                  <a:pt x="7221278" y="4194541"/>
                  <a:pt x="7030909" y="4357380"/>
                  <a:pt x="6947526" y="4572001"/>
                </a:cubicBezTo>
                <a:lnTo>
                  <a:pt x="6809978" y="4572001"/>
                </a:lnTo>
                <a:cubicBezTo>
                  <a:pt x="6903341" y="4283539"/>
                  <a:pt x="7156571" y="4064450"/>
                  <a:pt x="7468650" y="4012794"/>
                </a:cubicBezTo>
                <a:lnTo>
                  <a:pt x="7468767" y="4011646"/>
                </a:lnTo>
                <a:cubicBezTo>
                  <a:pt x="7474076" y="4010636"/>
                  <a:pt x="7479404" y="4009688"/>
                  <a:pt x="7484980" y="4010107"/>
                </a:cubicBezTo>
                <a:cubicBezTo>
                  <a:pt x="7516163" y="4004550"/>
                  <a:pt x="7548056" y="4001569"/>
                  <a:pt x="7580442" y="4001042"/>
                </a:cubicBezTo>
                <a:close/>
                <a:moveTo>
                  <a:pt x="5928129" y="3999419"/>
                </a:moveTo>
                <a:lnTo>
                  <a:pt x="5945217" y="4001042"/>
                </a:lnTo>
                <a:cubicBezTo>
                  <a:pt x="5977602" y="4001569"/>
                  <a:pt x="6009495" y="4004550"/>
                  <a:pt x="6040678" y="4010107"/>
                </a:cubicBezTo>
                <a:cubicBezTo>
                  <a:pt x="6046254" y="4009688"/>
                  <a:pt x="6051582" y="4010636"/>
                  <a:pt x="6056891" y="4011646"/>
                </a:cubicBezTo>
                <a:lnTo>
                  <a:pt x="6057008" y="4012794"/>
                </a:lnTo>
                <a:cubicBezTo>
                  <a:pt x="6369087" y="4064450"/>
                  <a:pt x="6622316" y="4283539"/>
                  <a:pt x="6715680" y="4572001"/>
                </a:cubicBezTo>
                <a:lnTo>
                  <a:pt x="6578131" y="4572001"/>
                </a:lnTo>
                <a:cubicBezTo>
                  <a:pt x="6494748" y="4357380"/>
                  <a:pt x="6304380" y="4194541"/>
                  <a:pt x="6070378" y="4144250"/>
                </a:cubicBezTo>
                <a:cubicBezTo>
                  <a:pt x="6104872" y="4319650"/>
                  <a:pt x="6207095" y="4471530"/>
                  <a:pt x="6350192" y="4572001"/>
                </a:cubicBezTo>
                <a:lnTo>
                  <a:pt x="6155952" y="4572001"/>
                </a:lnTo>
                <a:cubicBezTo>
                  <a:pt x="6039820" y="4452596"/>
                  <a:pt x="5961257" y="4298519"/>
                  <a:pt x="5936893" y="4127511"/>
                </a:cubicBezTo>
                <a:cubicBezTo>
                  <a:pt x="5936725" y="4127458"/>
                  <a:pt x="5936557" y="4127453"/>
                  <a:pt x="5936387" y="4127448"/>
                </a:cubicBezTo>
                <a:lnTo>
                  <a:pt x="5935849" y="4120772"/>
                </a:lnTo>
                <a:cubicBezTo>
                  <a:pt x="5930790" y="4090522"/>
                  <a:pt x="5928340" y="4059631"/>
                  <a:pt x="5928382" y="4028296"/>
                </a:cubicBezTo>
                <a:cubicBezTo>
                  <a:pt x="5927070" y="4022668"/>
                  <a:pt x="5927011" y="4017001"/>
                  <a:pt x="5927011" y="4011320"/>
                </a:cubicBezTo>
                <a:lnTo>
                  <a:pt x="5927605" y="3999880"/>
                </a:lnTo>
                <a:lnTo>
                  <a:pt x="5928103" y="3999913"/>
                </a:lnTo>
                <a:close/>
                <a:moveTo>
                  <a:pt x="5905378" y="3999419"/>
                </a:moveTo>
                <a:lnTo>
                  <a:pt x="5905404" y="3999913"/>
                </a:lnTo>
                <a:lnTo>
                  <a:pt x="5905902" y="3999880"/>
                </a:lnTo>
                <a:lnTo>
                  <a:pt x="5906496" y="4011320"/>
                </a:lnTo>
                <a:cubicBezTo>
                  <a:pt x="5906496" y="4017001"/>
                  <a:pt x="5906437" y="4022668"/>
                  <a:pt x="5905125" y="4028296"/>
                </a:cubicBezTo>
                <a:cubicBezTo>
                  <a:pt x="5905167" y="4059631"/>
                  <a:pt x="5902717" y="4090522"/>
                  <a:pt x="5897658" y="4120772"/>
                </a:cubicBezTo>
                <a:lnTo>
                  <a:pt x="5897120" y="4127448"/>
                </a:lnTo>
                <a:cubicBezTo>
                  <a:pt x="5896950" y="4127453"/>
                  <a:pt x="5896782" y="4127458"/>
                  <a:pt x="5896614" y="4127511"/>
                </a:cubicBezTo>
                <a:cubicBezTo>
                  <a:pt x="5872249" y="4298519"/>
                  <a:pt x="5793686" y="4452596"/>
                  <a:pt x="5677555" y="4572001"/>
                </a:cubicBezTo>
                <a:lnTo>
                  <a:pt x="5483314" y="4572001"/>
                </a:lnTo>
                <a:cubicBezTo>
                  <a:pt x="5626412" y="4471530"/>
                  <a:pt x="5728635" y="4319650"/>
                  <a:pt x="5763129" y="4144250"/>
                </a:cubicBezTo>
                <a:cubicBezTo>
                  <a:pt x="5529126" y="4194541"/>
                  <a:pt x="5338758" y="4357380"/>
                  <a:pt x="5255375" y="4572001"/>
                </a:cubicBezTo>
                <a:lnTo>
                  <a:pt x="5117827" y="4572001"/>
                </a:lnTo>
                <a:cubicBezTo>
                  <a:pt x="5211190" y="4283539"/>
                  <a:pt x="5464420" y="4064450"/>
                  <a:pt x="5776499" y="4012794"/>
                </a:cubicBezTo>
                <a:lnTo>
                  <a:pt x="5776616" y="4011646"/>
                </a:lnTo>
                <a:cubicBezTo>
                  <a:pt x="5781926" y="4010636"/>
                  <a:pt x="5787253" y="4009688"/>
                  <a:pt x="5792829" y="4010107"/>
                </a:cubicBezTo>
                <a:cubicBezTo>
                  <a:pt x="5824012" y="4004550"/>
                  <a:pt x="5855905" y="4001569"/>
                  <a:pt x="5888290" y="4001042"/>
                </a:cubicBezTo>
                <a:close/>
                <a:moveTo>
                  <a:pt x="4235979" y="3999419"/>
                </a:moveTo>
                <a:lnTo>
                  <a:pt x="4253065" y="4001042"/>
                </a:lnTo>
                <a:cubicBezTo>
                  <a:pt x="4285451" y="4001569"/>
                  <a:pt x="4317343" y="4004550"/>
                  <a:pt x="4348528" y="4010107"/>
                </a:cubicBezTo>
                <a:cubicBezTo>
                  <a:pt x="4354104" y="4009688"/>
                  <a:pt x="4359431" y="4010636"/>
                  <a:pt x="4364739" y="4011646"/>
                </a:cubicBezTo>
                <a:lnTo>
                  <a:pt x="4364856" y="4012794"/>
                </a:lnTo>
                <a:cubicBezTo>
                  <a:pt x="4676936" y="4064450"/>
                  <a:pt x="4930165" y="4283539"/>
                  <a:pt x="5023528" y="4572001"/>
                </a:cubicBezTo>
                <a:lnTo>
                  <a:pt x="4885980" y="4572001"/>
                </a:lnTo>
                <a:cubicBezTo>
                  <a:pt x="4802597" y="4357380"/>
                  <a:pt x="4612229" y="4194541"/>
                  <a:pt x="4378227" y="4144250"/>
                </a:cubicBezTo>
                <a:cubicBezTo>
                  <a:pt x="4412722" y="4319651"/>
                  <a:pt x="4514944" y="4471530"/>
                  <a:pt x="4658041" y="4572001"/>
                </a:cubicBezTo>
                <a:lnTo>
                  <a:pt x="4463800" y="4572001"/>
                </a:lnTo>
                <a:cubicBezTo>
                  <a:pt x="4347669" y="4452596"/>
                  <a:pt x="4269106" y="4298519"/>
                  <a:pt x="4244741" y="4127511"/>
                </a:cubicBezTo>
                <a:cubicBezTo>
                  <a:pt x="4244574" y="4127458"/>
                  <a:pt x="4244405" y="4127453"/>
                  <a:pt x="4244236" y="4127448"/>
                </a:cubicBezTo>
                <a:lnTo>
                  <a:pt x="4243697" y="4120772"/>
                </a:lnTo>
                <a:cubicBezTo>
                  <a:pt x="4238639" y="4090522"/>
                  <a:pt x="4236188" y="4059631"/>
                  <a:pt x="4236230" y="4028296"/>
                </a:cubicBezTo>
                <a:cubicBezTo>
                  <a:pt x="4234918" y="4022668"/>
                  <a:pt x="4234860" y="4017001"/>
                  <a:pt x="4234860" y="4011320"/>
                </a:cubicBezTo>
                <a:lnTo>
                  <a:pt x="4235454" y="3999880"/>
                </a:lnTo>
                <a:lnTo>
                  <a:pt x="4235952" y="3999913"/>
                </a:lnTo>
                <a:close/>
                <a:moveTo>
                  <a:pt x="4213227" y="3999419"/>
                </a:moveTo>
                <a:lnTo>
                  <a:pt x="4213253" y="3999913"/>
                </a:lnTo>
                <a:lnTo>
                  <a:pt x="4213751" y="3999880"/>
                </a:lnTo>
                <a:lnTo>
                  <a:pt x="4214345" y="4011320"/>
                </a:lnTo>
                <a:cubicBezTo>
                  <a:pt x="4214345" y="4017001"/>
                  <a:pt x="4214286" y="4022668"/>
                  <a:pt x="4212974" y="4028296"/>
                </a:cubicBezTo>
                <a:cubicBezTo>
                  <a:pt x="4213016" y="4059631"/>
                  <a:pt x="4210566" y="4090522"/>
                  <a:pt x="4205507" y="4120772"/>
                </a:cubicBezTo>
                <a:lnTo>
                  <a:pt x="4204969" y="4127448"/>
                </a:lnTo>
                <a:cubicBezTo>
                  <a:pt x="4204799" y="4127453"/>
                  <a:pt x="4204631" y="4127458"/>
                  <a:pt x="4204463" y="4127511"/>
                </a:cubicBezTo>
                <a:cubicBezTo>
                  <a:pt x="4180098" y="4298519"/>
                  <a:pt x="4101535" y="4452596"/>
                  <a:pt x="3985404" y="4572001"/>
                </a:cubicBezTo>
                <a:lnTo>
                  <a:pt x="3791163" y="4572001"/>
                </a:lnTo>
                <a:cubicBezTo>
                  <a:pt x="3934261" y="4471530"/>
                  <a:pt x="4036484" y="4319651"/>
                  <a:pt x="4070978" y="4144250"/>
                </a:cubicBezTo>
                <a:cubicBezTo>
                  <a:pt x="3836975" y="4194541"/>
                  <a:pt x="3646607" y="4357380"/>
                  <a:pt x="3563224" y="4572001"/>
                </a:cubicBezTo>
                <a:lnTo>
                  <a:pt x="3425676" y="4572001"/>
                </a:lnTo>
                <a:cubicBezTo>
                  <a:pt x="3519039" y="4283539"/>
                  <a:pt x="3772269" y="4064450"/>
                  <a:pt x="4084348" y="4012794"/>
                </a:cubicBezTo>
                <a:lnTo>
                  <a:pt x="4084465" y="4011646"/>
                </a:lnTo>
                <a:cubicBezTo>
                  <a:pt x="4089774" y="4010636"/>
                  <a:pt x="4095102" y="4009688"/>
                  <a:pt x="4100678" y="4010107"/>
                </a:cubicBezTo>
                <a:cubicBezTo>
                  <a:pt x="4131861" y="4004550"/>
                  <a:pt x="4163754" y="4001569"/>
                  <a:pt x="4196139" y="4001042"/>
                </a:cubicBezTo>
                <a:close/>
                <a:moveTo>
                  <a:pt x="2543827" y="3999419"/>
                </a:moveTo>
                <a:lnTo>
                  <a:pt x="2560914" y="4001042"/>
                </a:lnTo>
                <a:cubicBezTo>
                  <a:pt x="2593300" y="4001569"/>
                  <a:pt x="2625192" y="4004550"/>
                  <a:pt x="2656376" y="4010107"/>
                </a:cubicBezTo>
                <a:cubicBezTo>
                  <a:pt x="2661952" y="4009688"/>
                  <a:pt x="2667280" y="4010636"/>
                  <a:pt x="2672588" y="4011646"/>
                </a:cubicBezTo>
                <a:lnTo>
                  <a:pt x="2672706" y="4012794"/>
                </a:lnTo>
                <a:cubicBezTo>
                  <a:pt x="2984785" y="4064450"/>
                  <a:pt x="3238014" y="4283539"/>
                  <a:pt x="3331377" y="4572001"/>
                </a:cubicBezTo>
                <a:lnTo>
                  <a:pt x="3193830" y="4572001"/>
                </a:lnTo>
                <a:cubicBezTo>
                  <a:pt x="3110446" y="4357380"/>
                  <a:pt x="2920078" y="4194541"/>
                  <a:pt x="2686076" y="4144250"/>
                </a:cubicBezTo>
                <a:cubicBezTo>
                  <a:pt x="2720570" y="4319650"/>
                  <a:pt x="2822793" y="4471530"/>
                  <a:pt x="2965890" y="4572001"/>
                </a:cubicBezTo>
                <a:lnTo>
                  <a:pt x="2771649" y="4572001"/>
                </a:lnTo>
                <a:cubicBezTo>
                  <a:pt x="2655518" y="4452596"/>
                  <a:pt x="2576955" y="4298519"/>
                  <a:pt x="2552590" y="4127511"/>
                </a:cubicBezTo>
                <a:cubicBezTo>
                  <a:pt x="2552423" y="4127458"/>
                  <a:pt x="2552254" y="4127453"/>
                  <a:pt x="2552085" y="4127448"/>
                </a:cubicBezTo>
                <a:lnTo>
                  <a:pt x="2551547" y="4120772"/>
                </a:lnTo>
                <a:cubicBezTo>
                  <a:pt x="2546488" y="4090522"/>
                  <a:pt x="2544037" y="4059631"/>
                  <a:pt x="2544079" y="4028296"/>
                </a:cubicBezTo>
                <a:cubicBezTo>
                  <a:pt x="2542767" y="4022668"/>
                  <a:pt x="2542709" y="4017001"/>
                  <a:pt x="2542709" y="4011320"/>
                </a:cubicBezTo>
                <a:lnTo>
                  <a:pt x="2543303" y="3999880"/>
                </a:lnTo>
                <a:lnTo>
                  <a:pt x="2543801" y="3999913"/>
                </a:lnTo>
                <a:close/>
                <a:moveTo>
                  <a:pt x="2521076" y="3999419"/>
                </a:moveTo>
                <a:lnTo>
                  <a:pt x="2521102" y="3999913"/>
                </a:lnTo>
                <a:lnTo>
                  <a:pt x="2521600" y="3999880"/>
                </a:lnTo>
                <a:lnTo>
                  <a:pt x="2522194" y="4011320"/>
                </a:lnTo>
                <a:cubicBezTo>
                  <a:pt x="2522194" y="4017001"/>
                  <a:pt x="2522135" y="4022668"/>
                  <a:pt x="2520823" y="4028296"/>
                </a:cubicBezTo>
                <a:cubicBezTo>
                  <a:pt x="2520865" y="4059631"/>
                  <a:pt x="2518415" y="4090522"/>
                  <a:pt x="2513356" y="4120772"/>
                </a:cubicBezTo>
                <a:lnTo>
                  <a:pt x="2512818" y="4127448"/>
                </a:lnTo>
                <a:cubicBezTo>
                  <a:pt x="2512648" y="4127453"/>
                  <a:pt x="2512480" y="4127458"/>
                  <a:pt x="2512312" y="4127511"/>
                </a:cubicBezTo>
                <a:cubicBezTo>
                  <a:pt x="2487947" y="4298519"/>
                  <a:pt x="2409385" y="4452596"/>
                  <a:pt x="2293253" y="4572001"/>
                </a:cubicBezTo>
                <a:lnTo>
                  <a:pt x="2099012" y="4572001"/>
                </a:lnTo>
                <a:cubicBezTo>
                  <a:pt x="2242110" y="4471530"/>
                  <a:pt x="2344333" y="4319651"/>
                  <a:pt x="2378827" y="4144250"/>
                </a:cubicBezTo>
                <a:cubicBezTo>
                  <a:pt x="2144825" y="4194541"/>
                  <a:pt x="1954456" y="4357380"/>
                  <a:pt x="1871073" y="4572001"/>
                </a:cubicBezTo>
                <a:lnTo>
                  <a:pt x="1733525" y="4572001"/>
                </a:lnTo>
                <a:cubicBezTo>
                  <a:pt x="1826888" y="4283539"/>
                  <a:pt x="2080118" y="4064450"/>
                  <a:pt x="2392197" y="4012794"/>
                </a:cubicBezTo>
                <a:lnTo>
                  <a:pt x="2392314" y="4011646"/>
                </a:lnTo>
                <a:cubicBezTo>
                  <a:pt x="2397623" y="4010636"/>
                  <a:pt x="2402951" y="4009688"/>
                  <a:pt x="2408527" y="4010107"/>
                </a:cubicBezTo>
                <a:cubicBezTo>
                  <a:pt x="2439710" y="4004550"/>
                  <a:pt x="2471603" y="4001569"/>
                  <a:pt x="2503988" y="4001042"/>
                </a:cubicBezTo>
                <a:close/>
                <a:moveTo>
                  <a:pt x="851676" y="3999419"/>
                </a:moveTo>
                <a:lnTo>
                  <a:pt x="868763" y="4001042"/>
                </a:lnTo>
                <a:cubicBezTo>
                  <a:pt x="901149" y="4001569"/>
                  <a:pt x="933041" y="4004550"/>
                  <a:pt x="964225" y="4010107"/>
                </a:cubicBezTo>
                <a:cubicBezTo>
                  <a:pt x="969801" y="4009688"/>
                  <a:pt x="975129" y="4010636"/>
                  <a:pt x="980437" y="4011646"/>
                </a:cubicBezTo>
                <a:lnTo>
                  <a:pt x="980555" y="4012794"/>
                </a:lnTo>
                <a:cubicBezTo>
                  <a:pt x="1292634" y="4064450"/>
                  <a:pt x="1545864" y="4283539"/>
                  <a:pt x="1639226" y="4572001"/>
                </a:cubicBezTo>
                <a:lnTo>
                  <a:pt x="1501679" y="4572001"/>
                </a:lnTo>
                <a:cubicBezTo>
                  <a:pt x="1418296" y="4357380"/>
                  <a:pt x="1227927" y="4194541"/>
                  <a:pt x="993925" y="4144250"/>
                </a:cubicBezTo>
                <a:cubicBezTo>
                  <a:pt x="1028419" y="4319651"/>
                  <a:pt x="1130642" y="4471530"/>
                  <a:pt x="1273740" y="4572001"/>
                </a:cubicBezTo>
                <a:lnTo>
                  <a:pt x="1079499" y="4572001"/>
                </a:lnTo>
                <a:cubicBezTo>
                  <a:pt x="963367" y="4452596"/>
                  <a:pt x="884804" y="4298519"/>
                  <a:pt x="860439" y="4127511"/>
                </a:cubicBezTo>
                <a:cubicBezTo>
                  <a:pt x="860272" y="4127458"/>
                  <a:pt x="860103" y="4127453"/>
                  <a:pt x="859934" y="4127448"/>
                </a:cubicBezTo>
                <a:lnTo>
                  <a:pt x="859396" y="4120772"/>
                </a:lnTo>
                <a:cubicBezTo>
                  <a:pt x="854337" y="4090522"/>
                  <a:pt x="851886" y="4059631"/>
                  <a:pt x="851928" y="4028296"/>
                </a:cubicBezTo>
                <a:cubicBezTo>
                  <a:pt x="850616" y="4022668"/>
                  <a:pt x="850558" y="4017001"/>
                  <a:pt x="850558" y="4011320"/>
                </a:cubicBezTo>
                <a:lnTo>
                  <a:pt x="851152" y="3999880"/>
                </a:lnTo>
                <a:lnTo>
                  <a:pt x="851650" y="3999913"/>
                </a:lnTo>
                <a:close/>
                <a:moveTo>
                  <a:pt x="828925" y="3999419"/>
                </a:moveTo>
                <a:lnTo>
                  <a:pt x="828951" y="3999913"/>
                </a:lnTo>
                <a:lnTo>
                  <a:pt x="829449" y="3999880"/>
                </a:lnTo>
                <a:lnTo>
                  <a:pt x="830043" y="4011320"/>
                </a:lnTo>
                <a:cubicBezTo>
                  <a:pt x="830043" y="4017001"/>
                  <a:pt x="829984" y="4022668"/>
                  <a:pt x="828672" y="4028296"/>
                </a:cubicBezTo>
                <a:cubicBezTo>
                  <a:pt x="828714" y="4059631"/>
                  <a:pt x="826264" y="4090522"/>
                  <a:pt x="821205" y="4120772"/>
                </a:cubicBezTo>
                <a:lnTo>
                  <a:pt x="820667" y="4127448"/>
                </a:lnTo>
                <a:cubicBezTo>
                  <a:pt x="820497" y="4127453"/>
                  <a:pt x="820329" y="4127458"/>
                  <a:pt x="820161" y="4127511"/>
                </a:cubicBezTo>
                <a:cubicBezTo>
                  <a:pt x="795796" y="4298519"/>
                  <a:pt x="717234" y="4452596"/>
                  <a:pt x="601102" y="4572001"/>
                </a:cubicBezTo>
                <a:lnTo>
                  <a:pt x="406861" y="4572001"/>
                </a:lnTo>
                <a:cubicBezTo>
                  <a:pt x="549959" y="4471530"/>
                  <a:pt x="652182" y="4319650"/>
                  <a:pt x="686676" y="4144250"/>
                </a:cubicBezTo>
                <a:cubicBezTo>
                  <a:pt x="452674" y="4194541"/>
                  <a:pt x="262305" y="4357380"/>
                  <a:pt x="178922" y="4572001"/>
                </a:cubicBezTo>
                <a:lnTo>
                  <a:pt x="41374" y="4572001"/>
                </a:lnTo>
                <a:cubicBezTo>
                  <a:pt x="134738" y="4283539"/>
                  <a:pt x="387967" y="4064450"/>
                  <a:pt x="700046" y="4012794"/>
                </a:cubicBezTo>
                <a:lnTo>
                  <a:pt x="700163" y="4011646"/>
                </a:lnTo>
                <a:cubicBezTo>
                  <a:pt x="705472" y="4010636"/>
                  <a:pt x="710800" y="4009688"/>
                  <a:pt x="716376" y="4010107"/>
                </a:cubicBezTo>
                <a:cubicBezTo>
                  <a:pt x="747559" y="4004550"/>
                  <a:pt x="779452" y="4001569"/>
                  <a:pt x="811837" y="4001042"/>
                </a:cubicBezTo>
                <a:close/>
                <a:moveTo>
                  <a:pt x="8305836" y="3304913"/>
                </a:moveTo>
                <a:cubicBezTo>
                  <a:pt x="8030646" y="3363591"/>
                  <a:pt x="7815802" y="3576701"/>
                  <a:pt x="7762527" y="3845480"/>
                </a:cubicBezTo>
                <a:cubicBezTo>
                  <a:pt x="8037717" y="3786801"/>
                  <a:pt x="8252560" y="3573691"/>
                  <a:pt x="8305836" y="3304913"/>
                </a:cubicBezTo>
                <a:close/>
                <a:moveTo>
                  <a:pt x="6911971" y="3304913"/>
                </a:moveTo>
                <a:cubicBezTo>
                  <a:pt x="6965247" y="3573691"/>
                  <a:pt x="7180090" y="3786801"/>
                  <a:pt x="7455280" y="3845480"/>
                </a:cubicBezTo>
                <a:cubicBezTo>
                  <a:pt x="7402005" y="3576701"/>
                  <a:pt x="7187161" y="3363591"/>
                  <a:pt x="6911971" y="3304913"/>
                </a:cubicBezTo>
                <a:close/>
                <a:moveTo>
                  <a:pt x="6613685" y="3304913"/>
                </a:moveTo>
                <a:cubicBezTo>
                  <a:pt x="6338495" y="3363591"/>
                  <a:pt x="6123651" y="3576701"/>
                  <a:pt x="6070376" y="3845480"/>
                </a:cubicBezTo>
                <a:cubicBezTo>
                  <a:pt x="6345566" y="3786801"/>
                  <a:pt x="6560409" y="3573691"/>
                  <a:pt x="6613685" y="3304913"/>
                </a:cubicBezTo>
                <a:close/>
                <a:moveTo>
                  <a:pt x="5219820" y="3304913"/>
                </a:moveTo>
                <a:cubicBezTo>
                  <a:pt x="5273096" y="3573691"/>
                  <a:pt x="5487939" y="3786801"/>
                  <a:pt x="5763129" y="3845480"/>
                </a:cubicBezTo>
                <a:cubicBezTo>
                  <a:pt x="5709854" y="3576701"/>
                  <a:pt x="5495010" y="3363591"/>
                  <a:pt x="5219820" y="3304913"/>
                </a:cubicBezTo>
                <a:close/>
                <a:moveTo>
                  <a:pt x="4921534" y="3304913"/>
                </a:moveTo>
                <a:cubicBezTo>
                  <a:pt x="4646344" y="3363591"/>
                  <a:pt x="4431500" y="3576701"/>
                  <a:pt x="4378225" y="3845480"/>
                </a:cubicBezTo>
                <a:cubicBezTo>
                  <a:pt x="4653415" y="3786801"/>
                  <a:pt x="4868259" y="3573691"/>
                  <a:pt x="4921534" y="3304913"/>
                </a:cubicBezTo>
                <a:close/>
                <a:moveTo>
                  <a:pt x="3527669" y="3304913"/>
                </a:moveTo>
                <a:cubicBezTo>
                  <a:pt x="3580945" y="3573691"/>
                  <a:pt x="3795788" y="3786801"/>
                  <a:pt x="4070978" y="3845480"/>
                </a:cubicBezTo>
                <a:cubicBezTo>
                  <a:pt x="4017703" y="3576701"/>
                  <a:pt x="3802859" y="3363591"/>
                  <a:pt x="3527669" y="3304913"/>
                </a:cubicBezTo>
                <a:close/>
                <a:moveTo>
                  <a:pt x="3229383" y="3304913"/>
                </a:moveTo>
                <a:cubicBezTo>
                  <a:pt x="2954193" y="3363591"/>
                  <a:pt x="2739349" y="3576701"/>
                  <a:pt x="2686074" y="3845480"/>
                </a:cubicBezTo>
                <a:cubicBezTo>
                  <a:pt x="2961264" y="3786801"/>
                  <a:pt x="3176107" y="3573691"/>
                  <a:pt x="3229383" y="3304913"/>
                </a:cubicBezTo>
                <a:close/>
                <a:moveTo>
                  <a:pt x="1835518" y="3304913"/>
                </a:moveTo>
                <a:cubicBezTo>
                  <a:pt x="1888794" y="3573691"/>
                  <a:pt x="2103637" y="3786801"/>
                  <a:pt x="2378827" y="3845480"/>
                </a:cubicBezTo>
                <a:cubicBezTo>
                  <a:pt x="2325552" y="3576701"/>
                  <a:pt x="2110708" y="3363591"/>
                  <a:pt x="1835518" y="3304913"/>
                </a:cubicBezTo>
                <a:close/>
                <a:moveTo>
                  <a:pt x="1537232" y="3304913"/>
                </a:moveTo>
                <a:cubicBezTo>
                  <a:pt x="1262042" y="3363591"/>
                  <a:pt x="1047198" y="3576701"/>
                  <a:pt x="993923" y="3845480"/>
                </a:cubicBezTo>
                <a:cubicBezTo>
                  <a:pt x="1269113" y="3786801"/>
                  <a:pt x="1483956" y="3573691"/>
                  <a:pt x="1537232" y="3304913"/>
                </a:cubicBezTo>
                <a:close/>
                <a:moveTo>
                  <a:pt x="143367" y="3304913"/>
                </a:moveTo>
                <a:cubicBezTo>
                  <a:pt x="196643" y="3573691"/>
                  <a:pt x="411486" y="3786801"/>
                  <a:pt x="686676" y="3845480"/>
                </a:cubicBezTo>
                <a:cubicBezTo>
                  <a:pt x="633401" y="3576701"/>
                  <a:pt x="418557" y="3363591"/>
                  <a:pt x="143367" y="3304913"/>
                </a:cubicBezTo>
                <a:close/>
                <a:moveTo>
                  <a:pt x="8461873" y="3161219"/>
                </a:moveTo>
                <a:lnTo>
                  <a:pt x="8478960" y="3162829"/>
                </a:lnTo>
                <a:cubicBezTo>
                  <a:pt x="8511346" y="3163352"/>
                  <a:pt x="8543239" y="3166310"/>
                  <a:pt x="8574422" y="3171823"/>
                </a:cubicBezTo>
                <a:cubicBezTo>
                  <a:pt x="8579998" y="3171407"/>
                  <a:pt x="8585326" y="3172348"/>
                  <a:pt x="8590635" y="3173350"/>
                </a:cubicBezTo>
                <a:lnTo>
                  <a:pt x="8590752" y="3174489"/>
                </a:lnTo>
                <a:cubicBezTo>
                  <a:pt x="8815033" y="3211322"/>
                  <a:pt x="9008920" y="3333951"/>
                  <a:pt x="9135069" y="3506215"/>
                </a:cubicBezTo>
                <a:lnTo>
                  <a:pt x="9139239" y="3512974"/>
                </a:lnTo>
                <a:lnTo>
                  <a:pt x="9139239" y="3816134"/>
                </a:lnTo>
                <a:lnTo>
                  <a:pt x="9120077" y="3747490"/>
                </a:lnTo>
                <a:cubicBezTo>
                  <a:pt x="9039502" y="3525837"/>
                  <a:pt x="8844913" y="3356256"/>
                  <a:pt x="8604122" y="3304913"/>
                </a:cubicBezTo>
                <a:cubicBezTo>
                  <a:pt x="8650738" y="3540094"/>
                  <a:pt x="8821055" y="3732654"/>
                  <a:pt x="9047261" y="3816429"/>
                </a:cubicBezTo>
                <a:lnTo>
                  <a:pt x="9139239" y="3843104"/>
                </a:lnTo>
                <a:lnTo>
                  <a:pt x="9139239" y="3970603"/>
                </a:lnTo>
                <a:lnTo>
                  <a:pt x="9030179" y="3943797"/>
                </a:lnTo>
                <a:cubicBezTo>
                  <a:pt x="8735297" y="3846211"/>
                  <a:pt x="8514628" y="3594637"/>
                  <a:pt x="8470637" y="3288305"/>
                </a:cubicBezTo>
                <a:cubicBezTo>
                  <a:pt x="8470469" y="3288253"/>
                  <a:pt x="8470301" y="3288248"/>
                  <a:pt x="8470131" y="3288243"/>
                </a:cubicBezTo>
                <a:lnTo>
                  <a:pt x="8469593" y="3281619"/>
                </a:lnTo>
                <a:cubicBezTo>
                  <a:pt x="8464534" y="3251607"/>
                  <a:pt x="8462083" y="3220958"/>
                  <a:pt x="8462126" y="3189869"/>
                </a:cubicBezTo>
                <a:cubicBezTo>
                  <a:pt x="8460814" y="3184286"/>
                  <a:pt x="8460755" y="3178663"/>
                  <a:pt x="8460755" y="3173027"/>
                </a:cubicBezTo>
                <a:lnTo>
                  <a:pt x="8461349" y="3161677"/>
                </a:lnTo>
                <a:lnTo>
                  <a:pt x="8461847" y="3161709"/>
                </a:lnTo>
                <a:close/>
                <a:moveTo>
                  <a:pt x="8448085" y="3161219"/>
                </a:moveTo>
                <a:lnTo>
                  <a:pt x="8448111" y="3161709"/>
                </a:lnTo>
                <a:lnTo>
                  <a:pt x="8448609" y="3161677"/>
                </a:lnTo>
                <a:lnTo>
                  <a:pt x="8449203" y="3173027"/>
                </a:lnTo>
                <a:cubicBezTo>
                  <a:pt x="8449203" y="3178663"/>
                  <a:pt x="8449144" y="3184286"/>
                  <a:pt x="8447832" y="3189869"/>
                </a:cubicBezTo>
                <a:cubicBezTo>
                  <a:pt x="8447875" y="3220958"/>
                  <a:pt x="8445424" y="3251607"/>
                  <a:pt x="8440365" y="3281619"/>
                </a:cubicBezTo>
                <a:lnTo>
                  <a:pt x="8439827" y="3288243"/>
                </a:lnTo>
                <a:cubicBezTo>
                  <a:pt x="8439657" y="3288248"/>
                  <a:pt x="8439489" y="3288253"/>
                  <a:pt x="8439321" y="3288305"/>
                </a:cubicBezTo>
                <a:cubicBezTo>
                  <a:pt x="8389046" y="3638399"/>
                  <a:pt x="8108007" y="3916971"/>
                  <a:pt x="7749156" y="3975903"/>
                </a:cubicBezTo>
                <a:lnTo>
                  <a:pt x="7749040" y="3977042"/>
                </a:lnTo>
                <a:cubicBezTo>
                  <a:pt x="7743729" y="3978045"/>
                  <a:pt x="7738400" y="3978986"/>
                  <a:pt x="7732823" y="3978570"/>
                </a:cubicBezTo>
                <a:cubicBezTo>
                  <a:pt x="7701651" y="3984080"/>
                  <a:pt x="7669771" y="3987038"/>
                  <a:pt x="7637396" y="3987561"/>
                </a:cubicBezTo>
                <a:lnTo>
                  <a:pt x="7620278" y="3989174"/>
                </a:lnTo>
                <a:lnTo>
                  <a:pt x="7620252" y="3988683"/>
                </a:lnTo>
                <a:lnTo>
                  <a:pt x="7619753" y="3988716"/>
                </a:lnTo>
                <a:cubicBezTo>
                  <a:pt x="7619187" y="3984944"/>
                  <a:pt x="7619160" y="3981158"/>
                  <a:pt x="7619160" y="3977366"/>
                </a:cubicBezTo>
                <a:cubicBezTo>
                  <a:pt x="7619160" y="3971728"/>
                  <a:pt x="7619219" y="3966104"/>
                  <a:pt x="7620531" y="3960518"/>
                </a:cubicBezTo>
                <a:cubicBezTo>
                  <a:pt x="7620488" y="3929436"/>
                  <a:pt x="7622938" y="3898794"/>
                  <a:pt x="7627995" y="3868787"/>
                </a:cubicBezTo>
                <a:lnTo>
                  <a:pt x="7628535" y="3862150"/>
                </a:lnTo>
                <a:cubicBezTo>
                  <a:pt x="7628704" y="3862145"/>
                  <a:pt x="7628873" y="3862140"/>
                  <a:pt x="7629040" y="3862087"/>
                </a:cubicBezTo>
                <a:cubicBezTo>
                  <a:pt x="7679317" y="3511992"/>
                  <a:pt x="7960356" y="3233421"/>
                  <a:pt x="8319206" y="3174489"/>
                </a:cubicBezTo>
                <a:lnTo>
                  <a:pt x="8319323" y="3173350"/>
                </a:lnTo>
                <a:cubicBezTo>
                  <a:pt x="8324632" y="3172348"/>
                  <a:pt x="8329960" y="3171407"/>
                  <a:pt x="8335536" y="3171823"/>
                </a:cubicBezTo>
                <a:cubicBezTo>
                  <a:pt x="8366719" y="3166310"/>
                  <a:pt x="8398612" y="3163352"/>
                  <a:pt x="8430998" y="3162829"/>
                </a:cubicBezTo>
                <a:close/>
                <a:moveTo>
                  <a:pt x="6769722" y="3161219"/>
                </a:moveTo>
                <a:lnTo>
                  <a:pt x="6786810" y="3162829"/>
                </a:lnTo>
                <a:cubicBezTo>
                  <a:pt x="6819195" y="3163352"/>
                  <a:pt x="6851088" y="3166310"/>
                  <a:pt x="6882271" y="3171823"/>
                </a:cubicBezTo>
                <a:cubicBezTo>
                  <a:pt x="6887847" y="3171407"/>
                  <a:pt x="6893175" y="3172348"/>
                  <a:pt x="6898484" y="3173350"/>
                </a:cubicBezTo>
                <a:lnTo>
                  <a:pt x="6898601" y="3174489"/>
                </a:lnTo>
                <a:cubicBezTo>
                  <a:pt x="7257451" y="3233421"/>
                  <a:pt x="7538490" y="3511992"/>
                  <a:pt x="7588766" y="3862087"/>
                </a:cubicBezTo>
                <a:cubicBezTo>
                  <a:pt x="7588934" y="3862140"/>
                  <a:pt x="7589103" y="3862145"/>
                  <a:pt x="7589272" y="3862150"/>
                </a:cubicBezTo>
                <a:lnTo>
                  <a:pt x="7589812" y="3868787"/>
                </a:lnTo>
                <a:cubicBezTo>
                  <a:pt x="7594869" y="3898794"/>
                  <a:pt x="7597319" y="3929436"/>
                  <a:pt x="7597276" y="3960518"/>
                </a:cubicBezTo>
                <a:cubicBezTo>
                  <a:pt x="7598588" y="3966104"/>
                  <a:pt x="7598647" y="3971728"/>
                  <a:pt x="7598647" y="3977366"/>
                </a:cubicBezTo>
                <a:cubicBezTo>
                  <a:pt x="7598647" y="3981158"/>
                  <a:pt x="7598620" y="3984944"/>
                  <a:pt x="7598054" y="3988716"/>
                </a:cubicBezTo>
                <a:lnTo>
                  <a:pt x="7597555" y="3988683"/>
                </a:lnTo>
                <a:lnTo>
                  <a:pt x="7597529" y="3989174"/>
                </a:lnTo>
                <a:lnTo>
                  <a:pt x="7580411" y="3987561"/>
                </a:lnTo>
                <a:cubicBezTo>
                  <a:pt x="7548036" y="3987038"/>
                  <a:pt x="7516156" y="3984080"/>
                  <a:pt x="7484984" y="3978570"/>
                </a:cubicBezTo>
                <a:cubicBezTo>
                  <a:pt x="7479407" y="3978986"/>
                  <a:pt x="7474078" y="3978045"/>
                  <a:pt x="7468767" y="3977042"/>
                </a:cubicBezTo>
                <a:lnTo>
                  <a:pt x="7468651" y="3975903"/>
                </a:lnTo>
                <a:cubicBezTo>
                  <a:pt x="7109800" y="3916971"/>
                  <a:pt x="6828761" y="3638399"/>
                  <a:pt x="6778486" y="3288305"/>
                </a:cubicBezTo>
                <a:cubicBezTo>
                  <a:pt x="6778318" y="3288253"/>
                  <a:pt x="6778150" y="3288248"/>
                  <a:pt x="6777980" y="3288243"/>
                </a:cubicBezTo>
                <a:lnTo>
                  <a:pt x="6777442" y="3281619"/>
                </a:lnTo>
                <a:cubicBezTo>
                  <a:pt x="6772383" y="3251607"/>
                  <a:pt x="6769933" y="3220958"/>
                  <a:pt x="6769975" y="3189869"/>
                </a:cubicBezTo>
                <a:cubicBezTo>
                  <a:pt x="6768663" y="3184286"/>
                  <a:pt x="6768604" y="3178663"/>
                  <a:pt x="6768604" y="3173027"/>
                </a:cubicBezTo>
                <a:lnTo>
                  <a:pt x="6769198" y="3161677"/>
                </a:lnTo>
                <a:lnTo>
                  <a:pt x="6769696" y="3161709"/>
                </a:lnTo>
                <a:close/>
                <a:moveTo>
                  <a:pt x="6755934" y="3161219"/>
                </a:moveTo>
                <a:lnTo>
                  <a:pt x="6755960" y="3161709"/>
                </a:lnTo>
                <a:lnTo>
                  <a:pt x="6756458" y="3161677"/>
                </a:lnTo>
                <a:lnTo>
                  <a:pt x="6757052" y="3173027"/>
                </a:lnTo>
                <a:cubicBezTo>
                  <a:pt x="6757052" y="3178663"/>
                  <a:pt x="6756994" y="3184286"/>
                  <a:pt x="6755682" y="3189869"/>
                </a:cubicBezTo>
                <a:cubicBezTo>
                  <a:pt x="6755724" y="3220958"/>
                  <a:pt x="6753273" y="3251607"/>
                  <a:pt x="6748215" y="3281619"/>
                </a:cubicBezTo>
                <a:lnTo>
                  <a:pt x="6747676" y="3288243"/>
                </a:lnTo>
                <a:cubicBezTo>
                  <a:pt x="6747507" y="3288248"/>
                  <a:pt x="6747338" y="3288253"/>
                  <a:pt x="6747171" y="3288305"/>
                </a:cubicBezTo>
                <a:cubicBezTo>
                  <a:pt x="6696895" y="3638399"/>
                  <a:pt x="6415856" y="3916971"/>
                  <a:pt x="6057005" y="3975903"/>
                </a:cubicBezTo>
                <a:lnTo>
                  <a:pt x="6056889" y="3977042"/>
                </a:lnTo>
                <a:cubicBezTo>
                  <a:pt x="6051578" y="3978045"/>
                  <a:pt x="6046249" y="3978986"/>
                  <a:pt x="6040672" y="3978570"/>
                </a:cubicBezTo>
                <a:cubicBezTo>
                  <a:pt x="6009500" y="3984080"/>
                  <a:pt x="5977620" y="3987038"/>
                  <a:pt x="5945246" y="3987561"/>
                </a:cubicBezTo>
                <a:lnTo>
                  <a:pt x="5928127" y="3989174"/>
                </a:lnTo>
                <a:lnTo>
                  <a:pt x="5928101" y="3988683"/>
                </a:lnTo>
                <a:lnTo>
                  <a:pt x="5927602" y="3988716"/>
                </a:lnTo>
                <a:cubicBezTo>
                  <a:pt x="5927036" y="3984944"/>
                  <a:pt x="5927009" y="3981158"/>
                  <a:pt x="5927009" y="3977366"/>
                </a:cubicBezTo>
                <a:cubicBezTo>
                  <a:pt x="5927009" y="3971728"/>
                  <a:pt x="5927068" y="3966104"/>
                  <a:pt x="5928380" y="3960518"/>
                </a:cubicBezTo>
                <a:cubicBezTo>
                  <a:pt x="5928338" y="3929436"/>
                  <a:pt x="5930787" y="3898794"/>
                  <a:pt x="5935844" y="3868787"/>
                </a:cubicBezTo>
                <a:lnTo>
                  <a:pt x="5936384" y="3862150"/>
                </a:lnTo>
                <a:cubicBezTo>
                  <a:pt x="5936553" y="3862145"/>
                  <a:pt x="5936722" y="3862140"/>
                  <a:pt x="5936890" y="3862087"/>
                </a:cubicBezTo>
                <a:cubicBezTo>
                  <a:pt x="5987166" y="3511992"/>
                  <a:pt x="6268205" y="3233421"/>
                  <a:pt x="6627056" y="3174489"/>
                </a:cubicBezTo>
                <a:lnTo>
                  <a:pt x="6627173" y="3173350"/>
                </a:lnTo>
                <a:cubicBezTo>
                  <a:pt x="6632481" y="3172348"/>
                  <a:pt x="6637809" y="3171407"/>
                  <a:pt x="6643385" y="3171823"/>
                </a:cubicBezTo>
                <a:cubicBezTo>
                  <a:pt x="6674569" y="3166310"/>
                  <a:pt x="6706461" y="3163352"/>
                  <a:pt x="6738847" y="3162829"/>
                </a:cubicBezTo>
                <a:close/>
                <a:moveTo>
                  <a:pt x="5077571" y="3161219"/>
                </a:moveTo>
                <a:lnTo>
                  <a:pt x="5094659" y="3162829"/>
                </a:lnTo>
                <a:cubicBezTo>
                  <a:pt x="5127044" y="3163352"/>
                  <a:pt x="5158937" y="3166310"/>
                  <a:pt x="5190120" y="3171823"/>
                </a:cubicBezTo>
                <a:cubicBezTo>
                  <a:pt x="5195696" y="3171407"/>
                  <a:pt x="5201024" y="3172348"/>
                  <a:pt x="5206334" y="3173350"/>
                </a:cubicBezTo>
                <a:lnTo>
                  <a:pt x="5206450" y="3174489"/>
                </a:lnTo>
                <a:cubicBezTo>
                  <a:pt x="5565300" y="3233421"/>
                  <a:pt x="5846339" y="3511992"/>
                  <a:pt x="5896616" y="3862087"/>
                </a:cubicBezTo>
                <a:cubicBezTo>
                  <a:pt x="5896783" y="3862140"/>
                  <a:pt x="5896953" y="3862145"/>
                  <a:pt x="5897121" y="3862150"/>
                </a:cubicBezTo>
                <a:lnTo>
                  <a:pt x="5897662" y="3868787"/>
                </a:lnTo>
                <a:cubicBezTo>
                  <a:pt x="5902718" y="3898794"/>
                  <a:pt x="5905168" y="3929436"/>
                  <a:pt x="5905126" y="3960518"/>
                </a:cubicBezTo>
                <a:cubicBezTo>
                  <a:pt x="5906438" y="3966104"/>
                  <a:pt x="5906496" y="3971728"/>
                  <a:pt x="5906496" y="3977366"/>
                </a:cubicBezTo>
                <a:cubicBezTo>
                  <a:pt x="5906496" y="3981158"/>
                  <a:pt x="5906469" y="3984944"/>
                  <a:pt x="5905903" y="3988716"/>
                </a:cubicBezTo>
                <a:lnTo>
                  <a:pt x="5905404" y="3988683"/>
                </a:lnTo>
                <a:lnTo>
                  <a:pt x="5905378" y="3989174"/>
                </a:lnTo>
                <a:lnTo>
                  <a:pt x="5888260" y="3987561"/>
                </a:lnTo>
                <a:cubicBezTo>
                  <a:pt x="5855886" y="3987038"/>
                  <a:pt x="5824005" y="3984080"/>
                  <a:pt x="5792833" y="3978570"/>
                </a:cubicBezTo>
                <a:cubicBezTo>
                  <a:pt x="5787256" y="3978986"/>
                  <a:pt x="5781927" y="3978045"/>
                  <a:pt x="5776617" y="3977042"/>
                </a:cubicBezTo>
                <a:lnTo>
                  <a:pt x="5776501" y="3975903"/>
                </a:lnTo>
                <a:cubicBezTo>
                  <a:pt x="5417649" y="3916971"/>
                  <a:pt x="5136610" y="3638399"/>
                  <a:pt x="5086335" y="3288305"/>
                </a:cubicBezTo>
                <a:cubicBezTo>
                  <a:pt x="5086167" y="3288253"/>
                  <a:pt x="5085999" y="3288248"/>
                  <a:pt x="5085830" y="3288243"/>
                </a:cubicBezTo>
                <a:lnTo>
                  <a:pt x="5085291" y="3281619"/>
                </a:lnTo>
                <a:cubicBezTo>
                  <a:pt x="5080233" y="3251607"/>
                  <a:pt x="5077782" y="3220958"/>
                  <a:pt x="5077824" y="3189869"/>
                </a:cubicBezTo>
                <a:cubicBezTo>
                  <a:pt x="5076512" y="3184286"/>
                  <a:pt x="5076453" y="3178663"/>
                  <a:pt x="5076453" y="3173027"/>
                </a:cubicBezTo>
                <a:lnTo>
                  <a:pt x="5077047" y="3161677"/>
                </a:lnTo>
                <a:lnTo>
                  <a:pt x="5077545" y="3161709"/>
                </a:lnTo>
                <a:close/>
                <a:moveTo>
                  <a:pt x="5063783" y="3161219"/>
                </a:moveTo>
                <a:lnTo>
                  <a:pt x="5063809" y="3161709"/>
                </a:lnTo>
                <a:lnTo>
                  <a:pt x="5064307" y="3161677"/>
                </a:lnTo>
                <a:lnTo>
                  <a:pt x="5064902" y="3173027"/>
                </a:lnTo>
                <a:cubicBezTo>
                  <a:pt x="5064902" y="3178663"/>
                  <a:pt x="5064842" y="3184286"/>
                  <a:pt x="5063530" y="3189869"/>
                </a:cubicBezTo>
                <a:cubicBezTo>
                  <a:pt x="5063572" y="3220958"/>
                  <a:pt x="5061122" y="3251607"/>
                  <a:pt x="5056063" y="3281619"/>
                </a:cubicBezTo>
                <a:lnTo>
                  <a:pt x="5055525" y="3288243"/>
                </a:lnTo>
                <a:cubicBezTo>
                  <a:pt x="5055355" y="3288248"/>
                  <a:pt x="5055187" y="3288253"/>
                  <a:pt x="5055019" y="3288305"/>
                </a:cubicBezTo>
                <a:cubicBezTo>
                  <a:pt x="5004744" y="3638399"/>
                  <a:pt x="4723705" y="3916971"/>
                  <a:pt x="4364853" y="3975903"/>
                </a:cubicBezTo>
                <a:lnTo>
                  <a:pt x="4364737" y="3977042"/>
                </a:lnTo>
                <a:cubicBezTo>
                  <a:pt x="4359427" y="3978045"/>
                  <a:pt x="4354098" y="3978986"/>
                  <a:pt x="4348521" y="3978570"/>
                </a:cubicBezTo>
                <a:cubicBezTo>
                  <a:pt x="4317350" y="3984080"/>
                  <a:pt x="4285468" y="3987038"/>
                  <a:pt x="4253094" y="3987561"/>
                </a:cubicBezTo>
                <a:lnTo>
                  <a:pt x="4235976" y="3989174"/>
                </a:lnTo>
                <a:lnTo>
                  <a:pt x="4235950" y="3988683"/>
                </a:lnTo>
                <a:lnTo>
                  <a:pt x="4235451" y="3988716"/>
                </a:lnTo>
                <a:cubicBezTo>
                  <a:pt x="4234885" y="3984944"/>
                  <a:pt x="4234858" y="3981158"/>
                  <a:pt x="4234858" y="3977366"/>
                </a:cubicBezTo>
                <a:cubicBezTo>
                  <a:pt x="4234858" y="3971728"/>
                  <a:pt x="4234916" y="3966104"/>
                  <a:pt x="4236228" y="3960518"/>
                </a:cubicBezTo>
                <a:cubicBezTo>
                  <a:pt x="4236186" y="3929436"/>
                  <a:pt x="4238636" y="3898794"/>
                  <a:pt x="4243692" y="3868787"/>
                </a:cubicBezTo>
                <a:lnTo>
                  <a:pt x="4244233" y="3862150"/>
                </a:lnTo>
                <a:cubicBezTo>
                  <a:pt x="4244401" y="3862145"/>
                  <a:pt x="4244571" y="3862140"/>
                  <a:pt x="4244738" y="3862087"/>
                </a:cubicBezTo>
                <a:cubicBezTo>
                  <a:pt x="4295015" y="3511992"/>
                  <a:pt x="4576054" y="3233421"/>
                  <a:pt x="4934904" y="3174489"/>
                </a:cubicBezTo>
                <a:lnTo>
                  <a:pt x="4935021" y="3173350"/>
                </a:lnTo>
                <a:cubicBezTo>
                  <a:pt x="4940330" y="3172348"/>
                  <a:pt x="4945658" y="3171407"/>
                  <a:pt x="4951234" y="3171823"/>
                </a:cubicBezTo>
                <a:cubicBezTo>
                  <a:pt x="4982417" y="3166310"/>
                  <a:pt x="5014310" y="3163352"/>
                  <a:pt x="5046695" y="3162829"/>
                </a:cubicBezTo>
                <a:close/>
                <a:moveTo>
                  <a:pt x="3385420" y="3161219"/>
                </a:moveTo>
                <a:lnTo>
                  <a:pt x="3402507" y="3162829"/>
                </a:lnTo>
                <a:cubicBezTo>
                  <a:pt x="3434893" y="3163352"/>
                  <a:pt x="3466785" y="3166310"/>
                  <a:pt x="3497969" y="3171823"/>
                </a:cubicBezTo>
                <a:cubicBezTo>
                  <a:pt x="3503545" y="3171407"/>
                  <a:pt x="3508873" y="3172348"/>
                  <a:pt x="3514181" y="3173350"/>
                </a:cubicBezTo>
                <a:lnTo>
                  <a:pt x="3514298" y="3174489"/>
                </a:lnTo>
                <a:cubicBezTo>
                  <a:pt x="3873149" y="3233421"/>
                  <a:pt x="4154188" y="3511992"/>
                  <a:pt x="4204464" y="3862087"/>
                </a:cubicBezTo>
                <a:cubicBezTo>
                  <a:pt x="4204632" y="3862140"/>
                  <a:pt x="4204801" y="3862145"/>
                  <a:pt x="4204970" y="3862150"/>
                </a:cubicBezTo>
                <a:lnTo>
                  <a:pt x="4205510" y="3868787"/>
                </a:lnTo>
                <a:cubicBezTo>
                  <a:pt x="4210567" y="3898794"/>
                  <a:pt x="4213016" y="3929436"/>
                  <a:pt x="4212974" y="3960518"/>
                </a:cubicBezTo>
                <a:cubicBezTo>
                  <a:pt x="4214286" y="3966104"/>
                  <a:pt x="4214345" y="3971728"/>
                  <a:pt x="4214345" y="3977366"/>
                </a:cubicBezTo>
                <a:cubicBezTo>
                  <a:pt x="4214345" y="3981158"/>
                  <a:pt x="4214318" y="3984944"/>
                  <a:pt x="4213752" y="3988716"/>
                </a:cubicBezTo>
                <a:lnTo>
                  <a:pt x="4213253" y="3988683"/>
                </a:lnTo>
                <a:lnTo>
                  <a:pt x="4213227" y="3989174"/>
                </a:lnTo>
                <a:lnTo>
                  <a:pt x="4196108" y="3987561"/>
                </a:lnTo>
                <a:cubicBezTo>
                  <a:pt x="4163734" y="3987038"/>
                  <a:pt x="4131854" y="3984080"/>
                  <a:pt x="4100682" y="3978570"/>
                </a:cubicBezTo>
                <a:cubicBezTo>
                  <a:pt x="4095105" y="3978986"/>
                  <a:pt x="4089776" y="3978045"/>
                  <a:pt x="4084465" y="3977042"/>
                </a:cubicBezTo>
                <a:lnTo>
                  <a:pt x="4084349" y="3975903"/>
                </a:lnTo>
                <a:cubicBezTo>
                  <a:pt x="3725498" y="3916971"/>
                  <a:pt x="3444459" y="3638399"/>
                  <a:pt x="3394183" y="3288305"/>
                </a:cubicBezTo>
                <a:cubicBezTo>
                  <a:pt x="3394016" y="3288253"/>
                  <a:pt x="3393847" y="3288248"/>
                  <a:pt x="3393678" y="3288243"/>
                </a:cubicBezTo>
                <a:lnTo>
                  <a:pt x="3393139" y="3281619"/>
                </a:lnTo>
                <a:cubicBezTo>
                  <a:pt x="3388081" y="3251607"/>
                  <a:pt x="3385630" y="3220958"/>
                  <a:pt x="3385672" y="3189869"/>
                </a:cubicBezTo>
                <a:cubicBezTo>
                  <a:pt x="3384360" y="3184286"/>
                  <a:pt x="3384302" y="3178663"/>
                  <a:pt x="3384302" y="3173027"/>
                </a:cubicBezTo>
                <a:lnTo>
                  <a:pt x="3384896" y="3161677"/>
                </a:lnTo>
                <a:lnTo>
                  <a:pt x="3385394" y="3161709"/>
                </a:lnTo>
                <a:close/>
                <a:moveTo>
                  <a:pt x="3371632" y="3161219"/>
                </a:moveTo>
                <a:lnTo>
                  <a:pt x="3371658" y="3161709"/>
                </a:lnTo>
                <a:lnTo>
                  <a:pt x="3372156" y="3161677"/>
                </a:lnTo>
                <a:lnTo>
                  <a:pt x="3372750" y="3173027"/>
                </a:lnTo>
                <a:cubicBezTo>
                  <a:pt x="3372750" y="3178663"/>
                  <a:pt x="3372691" y="3184286"/>
                  <a:pt x="3371379" y="3189869"/>
                </a:cubicBezTo>
                <a:cubicBezTo>
                  <a:pt x="3371421" y="3220958"/>
                  <a:pt x="3368971" y="3251607"/>
                  <a:pt x="3363912" y="3281619"/>
                </a:cubicBezTo>
                <a:lnTo>
                  <a:pt x="3363374" y="3288243"/>
                </a:lnTo>
                <a:cubicBezTo>
                  <a:pt x="3363204" y="3288248"/>
                  <a:pt x="3363036" y="3288253"/>
                  <a:pt x="3362868" y="3288305"/>
                </a:cubicBezTo>
                <a:cubicBezTo>
                  <a:pt x="3312593" y="3638399"/>
                  <a:pt x="3031554" y="3916971"/>
                  <a:pt x="2672703" y="3975903"/>
                </a:cubicBezTo>
                <a:lnTo>
                  <a:pt x="2672586" y="3977042"/>
                </a:lnTo>
                <a:cubicBezTo>
                  <a:pt x="2667276" y="3978045"/>
                  <a:pt x="2661947" y="3978986"/>
                  <a:pt x="2656370" y="3978570"/>
                </a:cubicBezTo>
                <a:cubicBezTo>
                  <a:pt x="2625198" y="3984080"/>
                  <a:pt x="2593318" y="3987038"/>
                  <a:pt x="2560943" y="3987561"/>
                </a:cubicBezTo>
                <a:lnTo>
                  <a:pt x="2543825" y="3989174"/>
                </a:lnTo>
                <a:lnTo>
                  <a:pt x="2543799" y="3988683"/>
                </a:lnTo>
                <a:lnTo>
                  <a:pt x="2543300" y="3988716"/>
                </a:lnTo>
                <a:cubicBezTo>
                  <a:pt x="2542734" y="3984944"/>
                  <a:pt x="2542707" y="3981158"/>
                  <a:pt x="2542707" y="3977366"/>
                </a:cubicBezTo>
                <a:cubicBezTo>
                  <a:pt x="2542707" y="3971728"/>
                  <a:pt x="2542765" y="3966104"/>
                  <a:pt x="2544077" y="3960518"/>
                </a:cubicBezTo>
                <a:cubicBezTo>
                  <a:pt x="2544035" y="3929436"/>
                  <a:pt x="2546485" y="3898794"/>
                  <a:pt x="2551541" y="3868787"/>
                </a:cubicBezTo>
                <a:lnTo>
                  <a:pt x="2552082" y="3862150"/>
                </a:lnTo>
                <a:cubicBezTo>
                  <a:pt x="2552250" y="3862145"/>
                  <a:pt x="2552420" y="3862140"/>
                  <a:pt x="2552587" y="3862087"/>
                </a:cubicBezTo>
                <a:cubicBezTo>
                  <a:pt x="2602864" y="3511992"/>
                  <a:pt x="2883903" y="3233421"/>
                  <a:pt x="3242753" y="3174489"/>
                </a:cubicBezTo>
                <a:lnTo>
                  <a:pt x="3242870" y="3173350"/>
                </a:lnTo>
                <a:cubicBezTo>
                  <a:pt x="3248179" y="3172348"/>
                  <a:pt x="3253507" y="3171407"/>
                  <a:pt x="3259083" y="3171823"/>
                </a:cubicBezTo>
                <a:cubicBezTo>
                  <a:pt x="3290266" y="3166310"/>
                  <a:pt x="3322159" y="3163352"/>
                  <a:pt x="3354544" y="3162829"/>
                </a:cubicBezTo>
                <a:close/>
                <a:moveTo>
                  <a:pt x="1693269" y="3161219"/>
                </a:moveTo>
                <a:lnTo>
                  <a:pt x="1710356" y="3162829"/>
                </a:lnTo>
                <a:cubicBezTo>
                  <a:pt x="1742742" y="3163352"/>
                  <a:pt x="1774634" y="3166310"/>
                  <a:pt x="1805818" y="3171823"/>
                </a:cubicBezTo>
                <a:cubicBezTo>
                  <a:pt x="1811394" y="3171407"/>
                  <a:pt x="1816722" y="3172348"/>
                  <a:pt x="1822030" y="3173350"/>
                </a:cubicBezTo>
                <a:lnTo>
                  <a:pt x="1822148" y="3174489"/>
                </a:lnTo>
                <a:cubicBezTo>
                  <a:pt x="2180998" y="3233421"/>
                  <a:pt x="2462037" y="3511992"/>
                  <a:pt x="2512313" y="3862087"/>
                </a:cubicBezTo>
                <a:cubicBezTo>
                  <a:pt x="2512481" y="3862140"/>
                  <a:pt x="2512650" y="3862145"/>
                  <a:pt x="2512819" y="3862150"/>
                </a:cubicBezTo>
                <a:lnTo>
                  <a:pt x="2513359" y="3868787"/>
                </a:lnTo>
                <a:cubicBezTo>
                  <a:pt x="2518416" y="3898794"/>
                  <a:pt x="2520865" y="3929436"/>
                  <a:pt x="2520823" y="3960518"/>
                </a:cubicBezTo>
                <a:cubicBezTo>
                  <a:pt x="2522135" y="3966104"/>
                  <a:pt x="2522194" y="3971728"/>
                  <a:pt x="2522194" y="3977366"/>
                </a:cubicBezTo>
                <a:cubicBezTo>
                  <a:pt x="2522194" y="3981158"/>
                  <a:pt x="2522167" y="3984944"/>
                  <a:pt x="2521601" y="3988716"/>
                </a:cubicBezTo>
                <a:lnTo>
                  <a:pt x="2521102" y="3988683"/>
                </a:lnTo>
                <a:lnTo>
                  <a:pt x="2521076" y="3989174"/>
                </a:lnTo>
                <a:lnTo>
                  <a:pt x="2503957" y="3987561"/>
                </a:lnTo>
                <a:cubicBezTo>
                  <a:pt x="2471583" y="3987038"/>
                  <a:pt x="2439703" y="3984080"/>
                  <a:pt x="2408531" y="3978570"/>
                </a:cubicBezTo>
                <a:cubicBezTo>
                  <a:pt x="2402954" y="3978986"/>
                  <a:pt x="2397625" y="3978045"/>
                  <a:pt x="2392314" y="3977042"/>
                </a:cubicBezTo>
                <a:lnTo>
                  <a:pt x="2392198" y="3975903"/>
                </a:lnTo>
                <a:cubicBezTo>
                  <a:pt x="2033347" y="3916971"/>
                  <a:pt x="1752308" y="3638399"/>
                  <a:pt x="1702032" y="3288305"/>
                </a:cubicBezTo>
                <a:cubicBezTo>
                  <a:pt x="1701865" y="3288253"/>
                  <a:pt x="1701696" y="3288248"/>
                  <a:pt x="1701527" y="3288243"/>
                </a:cubicBezTo>
                <a:lnTo>
                  <a:pt x="1700989" y="3281619"/>
                </a:lnTo>
                <a:cubicBezTo>
                  <a:pt x="1695930" y="3251607"/>
                  <a:pt x="1693479" y="3220958"/>
                  <a:pt x="1693521" y="3189869"/>
                </a:cubicBezTo>
                <a:cubicBezTo>
                  <a:pt x="1692209" y="3184286"/>
                  <a:pt x="1692151" y="3178663"/>
                  <a:pt x="1692151" y="3173027"/>
                </a:cubicBezTo>
                <a:lnTo>
                  <a:pt x="1692745" y="3161677"/>
                </a:lnTo>
                <a:lnTo>
                  <a:pt x="1693243" y="3161709"/>
                </a:lnTo>
                <a:close/>
                <a:moveTo>
                  <a:pt x="1679481" y="3161219"/>
                </a:moveTo>
                <a:lnTo>
                  <a:pt x="1679507" y="3161709"/>
                </a:lnTo>
                <a:lnTo>
                  <a:pt x="1680005" y="3161677"/>
                </a:lnTo>
                <a:lnTo>
                  <a:pt x="1680599" y="3173027"/>
                </a:lnTo>
                <a:cubicBezTo>
                  <a:pt x="1680599" y="3178663"/>
                  <a:pt x="1680540" y="3184286"/>
                  <a:pt x="1679228" y="3189869"/>
                </a:cubicBezTo>
                <a:cubicBezTo>
                  <a:pt x="1679270" y="3220958"/>
                  <a:pt x="1676820" y="3251607"/>
                  <a:pt x="1671761" y="3281619"/>
                </a:cubicBezTo>
                <a:lnTo>
                  <a:pt x="1671223" y="3288243"/>
                </a:lnTo>
                <a:cubicBezTo>
                  <a:pt x="1671053" y="3288248"/>
                  <a:pt x="1670885" y="3288253"/>
                  <a:pt x="1670717" y="3288305"/>
                </a:cubicBezTo>
                <a:cubicBezTo>
                  <a:pt x="1620442" y="3638399"/>
                  <a:pt x="1339403" y="3916971"/>
                  <a:pt x="980552" y="3975903"/>
                </a:cubicBezTo>
                <a:lnTo>
                  <a:pt x="980435" y="3977042"/>
                </a:lnTo>
                <a:cubicBezTo>
                  <a:pt x="975125" y="3978045"/>
                  <a:pt x="969796" y="3978986"/>
                  <a:pt x="964219" y="3978570"/>
                </a:cubicBezTo>
                <a:cubicBezTo>
                  <a:pt x="933047" y="3984080"/>
                  <a:pt x="901167" y="3987038"/>
                  <a:pt x="868792" y="3987561"/>
                </a:cubicBezTo>
                <a:lnTo>
                  <a:pt x="851674" y="3989174"/>
                </a:lnTo>
                <a:lnTo>
                  <a:pt x="851648" y="3988683"/>
                </a:lnTo>
                <a:lnTo>
                  <a:pt x="851149" y="3988716"/>
                </a:lnTo>
                <a:cubicBezTo>
                  <a:pt x="850583" y="3984944"/>
                  <a:pt x="850556" y="3981158"/>
                  <a:pt x="850556" y="3977366"/>
                </a:cubicBezTo>
                <a:cubicBezTo>
                  <a:pt x="850556" y="3971728"/>
                  <a:pt x="850614" y="3966104"/>
                  <a:pt x="851926" y="3960518"/>
                </a:cubicBezTo>
                <a:cubicBezTo>
                  <a:pt x="851884" y="3929436"/>
                  <a:pt x="854334" y="3898794"/>
                  <a:pt x="859390" y="3868787"/>
                </a:cubicBezTo>
                <a:lnTo>
                  <a:pt x="859931" y="3862150"/>
                </a:lnTo>
                <a:cubicBezTo>
                  <a:pt x="860099" y="3862145"/>
                  <a:pt x="860269" y="3862140"/>
                  <a:pt x="860436" y="3862087"/>
                </a:cubicBezTo>
                <a:cubicBezTo>
                  <a:pt x="910713" y="3511992"/>
                  <a:pt x="1191752" y="3233421"/>
                  <a:pt x="1550602" y="3174489"/>
                </a:cubicBezTo>
                <a:lnTo>
                  <a:pt x="1550719" y="3173350"/>
                </a:lnTo>
                <a:cubicBezTo>
                  <a:pt x="1556028" y="3172348"/>
                  <a:pt x="1561356" y="3171407"/>
                  <a:pt x="1566932" y="3171823"/>
                </a:cubicBezTo>
                <a:cubicBezTo>
                  <a:pt x="1598115" y="3166310"/>
                  <a:pt x="1630008" y="3163352"/>
                  <a:pt x="1662393" y="3162829"/>
                </a:cubicBezTo>
                <a:close/>
                <a:moveTo>
                  <a:pt x="1118" y="3161219"/>
                </a:moveTo>
                <a:lnTo>
                  <a:pt x="18205" y="3162829"/>
                </a:lnTo>
                <a:cubicBezTo>
                  <a:pt x="50591" y="3163352"/>
                  <a:pt x="82483" y="3166310"/>
                  <a:pt x="113667" y="3171823"/>
                </a:cubicBezTo>
                <a:cubicBezTo>
                  <a:pt x="119243" y="3171407"/>
                  <a:pt x="124571" y="3172348"/>
                  <a:pt x="129879" y="3173350"/>
                </a:cubicBezTo>
                <a:lnTo>
                  <a:pt x="129997" y="3174489"/>
                </a:lnTo>
                <a:cubicBezTo>
                  <a:pt x="488847" y="3233421"/>
                  <a:pt x="769886" y="3511992"/>
                  <a:pt x="820162" y="3862087"/>
                </a:cubicBezTo>
                <a:cubicBezTo>
                  <a:pt x="820330" y="3862140"/>
                  <a:pt x="820499" y="3862145"/>
                  <a:pt x="820668" y="3862150"/>
                </a:cubicBezTo>
                <a:lnTo>
                  <a:pt x="821208" y="3868787"/>
                </a:lnTo>
                <a:cubicBezTo>
                  <a:pt x="826265" y="3898794"/>
                  <a:pt x="828714" y="3929436"/>
                  <a:pt x="828672" y="3960518"/>
                </a:cubicBezTo>
                <a:cubicBezTo>
                  <a:pt x="829984" y="3966104"/>
                  <a:pt x="830043" y="3971728"/>
                  <a:pt x="830043" y="3977366"/>
                </a:cubicBezTo>
                <a:cubicBezTo>
                  <a:pt x="830043" y="3981158"/>
                  <a:pt x="830016" y="3984944"/>
                  <a:pt x="829450" y="3988716"/>
                </a:cubicBezTo>
                <a:lnTo>
                  <a:pt x="828951" y="3988683"/>
                </a:lnTo>
                <a:lnTo>
                  <a:pt x="828925" y="3989174"/>
                </a:lnTo>
                <a:lnTo>
                  <a:pt x="811806" y="3987561"/>
                </a:lnTo>
                <a:cubicBezTo>
                  <a:pt x="779432" y="3987038"/>
                  <a:pt x="747552" y="3984080"/>
                  <a:pt x="716380" y="3978570"/>
                </a:cubicBezTo>
                <a:cubicBezTo>
                  <a:pt x="710803" y="3978986"/>
                  <a:pt x="705474" y="3978045"/>
                  <a:pt x="700163" y="3977042"/>
                </a:cubicBezTo>
                <a:lnTo>
                  <a:pt x="700047" y="3975903"/>
                </a:lnTo>
                <a:cubicBezTo>
                  <a:pt x="341196" y="3916971"/>
                  <a:pt x="60157" y="3638399"/>
                  <a:pt x="9881" y="3288305"/>
                </a:cubicBezTo>
                <a:cubicBezTo>
                  <a:pt x="9714" y="3288253"/>
                  <a:pt x="9545" y="3288248"/>
                  <a:pt x="9376" y="3288243"/>
                </a:cubicBezTo>
                <a:lnTo>
                  <a:pt x="8837" y="3281619"/>
                </a:lnTo>
                <a:cubicBezTo>
                  <a:pt x="3779" y="3251607"/>
                  <a:pt x="1328" y="3220958"/>
                  <a:pt x="1370" y="3189869"/>
                </a:cubicBezTo>
                <a:cubicBezTo>
                  <a:pt x="58" y="3184286"/>
                  <a:pt x="0" y="3178663"/>
                  <a:pt x="0" y="3173027"/>
                </a:cubicBezTo>
                <a:lnTo>
                  <a:pt x="594" y="3161677"/>
                </a:lnTo>
                <a:lnTo>
                  <a:pt x="1092" y="3161709"/>
                </a:lnTo>
                <a:close/>
                <a:moveTo>
                  <a:pt x="7762529" y="2447425"/>
                </a:moveTo>
                <a:cubicBezTo>
                  <a:pt x="7815805" y="2718331"/>
                  <a:pt x="8030648" y="2933128"/>
                  <a:pt x="8305838" y="2992271"/>
                </a:cubicBezTo>
                <a:cubicBezTo>
                  <a:pt x="8252563" y="2721365"/>
                  <a:pt x="8037719" y="2506568"/>
                  <a:pt x="7762529" y="2447425"/>
                </a:cubicBezTo>
                <a:close/>
                <a:moveTo>
                  <a:pt x="7455280" y="2447425"/>
                </a:moveTo>
                <a:cubicBezTo>
                  <a:pt x="7180090" y="2506568"/>
                  <a:pt x="6965246" y="2721365"/>
                  <a:pt x="6911971" y="2992271"/>
                </a:cubicBezTo>
                <a:cubicBezTo>
                  <a:pt x="7187161" y="2933128"/>
                  <a:pt x="7402004" y="2718331"/>
                  <a:pt x="7455280" y="2447425"/>
                </a:cubicBezTo>
                <a:close/>
                <a:moveTo>
                  <a:pt x="6070378" y="2447425"/>
                </a:moveTo>
                <a:cubicBezTo>
                  <a:pt x="6123654" y="2718331"/>
                  <a:pt x="6338497" y="2933128"/>
                  <a:pt x="6613687" y="2992271"/>
                </a:cubicBezTo>
                <a:cubicBezTo>
                  <a:pt x="6560412" y="2721365"/>
                  <a:pt x="6345568" y="2506568"/>
                  <a:pt x="6070378" y="2447425"/>
                </a:cubicBezTo>
                <a:close/>
                <a:moveTo>
                  <a:pt x="5763129" y="2447425"/>
                </a:moveTo>
                <a:cubicBezTo>
                  <a:pt x="5487939" y="2506568"/>
                  <a:pt x="5273095" y="2721365"/>
                  <a:pt x="5219820" y="2992271"/>
                </a:cubicBezTo>
                <a:cubicBezTo>
                  <a:pt x="5495010" y="2933128"/>
                  <a:pt x="5709853" y="2718331"/>
                  <a:pt x="5763129" y="2447425"/>
                </a:cubicBezTo>
                <a:close/>
                <a:moveTo>
                  <a:pt x="4378227" y="2447425"/>
                </a:moveTo>
                <a:cubicBezTo>
                  <a:pt x="4431503" y="2718331"/>
                  <a:pt x="4646346" y="2933128"/>
                  <a:pt x="4921536" y="2992271"/>
                </a:cubicBezTo>
                <a:cubicBezTo>
                  <a:pt x="4868261" y="2721365"/>
                  <a:pt x="4653417" y="2506568"/>
                  <a:pt x="4378227" y="2447425"/>
                </a:cubicBezTo>
                <a:close/>
                <a:moveTo>
                  <a:pt x="4070978" y="2447425"/>
                </a:moveTo>
                <a:cubicBezTo>
                  <a:pt x="3795788" y="2506568"/>
                  <a:pt x="3580944" y="2721365"/>
                  <a:pt x="3527669" y="2992271"/>
                </a:cubicBezTo>
                <a:cubicBezTo>
                  <a:pt x="3802859" y="2933128"/>
                  <a:pt x="4017702" y="2718331"/>
                  <a:pt x="4070978" y="2447425"/>
                </a:cubicBezTo>
                <a:close/>
                <a:moveTo>
                  <a:pt x="2686076" y="2447425"/>
                </a:moveTo>
                <a:cubicBezTo>
                  <a:pt x="2739352" y="2718331"/>
                  <a:pt x="2954195" y="2933128"/>
                  <a:pt x="3229385" y="2992271"/>
                </a:cubicBezTo>
                <a:cubicBezTo>
                  <a:pt x="3176110" y="2721365"/>
                  <a:pt x="2961266" y="2506568"/>
                  <a:pt x="2686076" y="2447425"/>
                </a:cubicBezTo>
                <a:close/>
                <a:moveTo>
                  <a:pt x="2378827" y="2447425"/>
                </a:moveTo>
                <a:cubicBezTo>
                  <a:pt x="2103637" y="2506568"/>
                  <a:pt x="1888793" y="2721365"/>
                  <a:pt x="1835518" y="2992271"/>
                </a:cubicBezTo>
                <a:cubicBezTo>
                  <a:pt x="2110708" y="2933128"/>
                  <a:pt x="2325551" y="2718331"/>
                  <a:pt x="2378827" y="2447425"/>
                </a:cubicBezTo>
                <a:close/>
                <a:moveTo>
                  <a:pt x="993925" y="2447425"/>
                </a:moveTo>
                <a:cubicBezTo>
                  <a:pt x="1047201" y="2718331"/>
                  <a:pt x="1262044" y="2933128"/>
                  <a:pt x="1537234" y="2992271"/>
                </a:cubicBezTo>
                <a:cubicBezTo>
                  <a:pt x="1483959" y="2721365"/>
                  <a:pt x="1269115" y="2506568"/>
                  <a:pt x="993925" y="2447425"/>
                </a:cubicBezTo>
                <a:close/>
                <a:moveTo>
                  <a:pt x="686676" y="2447425"/>
                </a:moveTo>
                <a:cubicBezTo>
                  <a:pt x="411486" y="2506568"/>
                  <a:pt x="196642" y="2721365"/>
                  <a:pt x="143367" y="2992271"/>
                </a:cubicBezTo>
                <a:cubicBezTo>
                  <a:pt x="418557" y="2933128"/>
                  <a:pt x="633400" y="2718331"/>
                  <a:pt x="686676" y="2447425"/>
                </a:cubicBezTo>
                <a:close/>
                <a:moveTo>
                  <a:pt x="9139239" y="2321311"/>
                </a:moveTo>
                <a:lnTo>
                  <a:pt x="9139239" y="2449820"/>
                </a:lnTo>
                <a:lnTo>
                  <a:pt x="9047261" y="2476706"/>
                </a:lnTo>
                <a:cubicBezTo>
                  <a:pt x="8821055" y="2561144"/>
                  <a:pt x="8650738" y="2755228"/>
                  <a:pt x="8604122" y="2992271"/>
                </a:cubicBezTo>
                <a:cubicBezTo>
                  <a:pt x="8844913" y="2940521"/>
                  <a:pt x="9039501" y="2769598"/>
                  <a:pt x="9120077" y="2546190"/>
                </a:cubicBezTo>
                <a:lnTo>
                  <a:pt x="9139239" y="2477003"/>
                </a:lnTo>
                <a:lnTo>
                  <a:pt x="9139239" y="2782562"/>
                </a:lnTo>
                <a:lnTo>
                  <a:pt x="9135069" y="2789374"/>
                </a:lnTo>
                <a:cubicBezTo>
                  <a:pt x="9008919" y="2963003"/>
                  <a:pt x="8815033" y="3086603"/>
                  <a:pt x="8590751" y="3123727"/>
                </a:cubicBezTo>
                <a:lnTo>
                  <a:pt x="8590635" y="3124875"/>
                </a:lnTo>
                <a:cubicBezTo>
                  <a:pt x="8585324" y="3125886"/>
                  <a:pt x="8579995" y="3126834"/>
                  <a:pt x="8574418" y="3126415"/>
                </a:cubicBezTo>
                <a:cubicBezTo>
                  <a:pt x="8543246" y="3131969"/>
                  <a:pt x="8511366" y="3134950"/>
                  <a:pt x="8478991" y="3135477"/>
                </a:cubicBezTo>
                <a:lnTo>
                  <a:pt x="8461873" y="3137103"/>
                </a:lnTo>
                <a:lnTo>
                  <a:pt x="8461847" y="3136608"/>
                </a:lnTo>
                <a:lnTo>
                  <a:pt x="8461348" y="3136641"/>
                </a:lnTo>
                <a:cubicBezTo>
                  <a:pt x="8460782" y="3132839"/>
                  <a:pt x="8460755" y="3129023"/>
                  <a:pt x="8460755" y="3125201"/>
                </a:cubicBezTo>
                <a:cubicBezTo>
                  <a:pt x="8460755" y="3119519"/>
                  <a:pt x="8460814" y="3113850"/>
                  <a:pt x="8462126" y="3108220"/>
                </a:cubicBezTo>
                <a:cubicBezTo>
                  <a:pt x="8462083" y="3076892"/>
                  <a:pt x="8464533" y="3046007"/>
                  <a:pt x="8469590" y="3015763"/>
                </a:cubicBezTo>
                <a:lnTo>
                  <a:pt x="8470130" y="3009073"/>
                </a:lnTo>
                <a:cubicBezTo>
                  <a:pt x="8470299" y="3009068"/>
                  <a:pt x="8470468" y="3009063"/>
                  <a:pt x="8470636" y="3009010"/>
                </a:cubicBezTo>
                <a:cubicBezTo>
                  <a:pt x="8514628" y="2700252"/>
                  <a:pt x="8735297" y="2446688"/>
                  <a:pt x="9030178" y="2348329"/>
                </a:cubicBezTo>
                <a:close/>
                <a:moveTo>
                  <a:pt x="7620280" y="2302594"/>
                </a:moveTo>
                <a:lnTo>
                  <a:pt x="7637367" y="2304217"/>
                </a:lnTo>
                <a:cubicBezTo>
                  <a:pt x="7669753" y="2304744"/>
                  <a:pt x="7701646" y="2307725"/>
                  <a:pt x="7732829" y="2313282"/>
                </a:cubicBezTo>
                <a:cubicBezTo>
                  <a:pt x="7738405" y="2312863"/>
                  <a:pt x="7743733" y="2313811"/>
                  <a:pt x="7749042" y="2314821"/>
                </a:cubicBezTo>
                <a:lnTo>
                  <a:pt x="7749159" y="2315969"/>
                </a:lnTo>
                <a:cubicBezTo>
                  <a:pt x="8108009" y="2375367"/>
                  <a:pt x="8389048" y="2656144"/>
                  <a:pt x="8439324" y="3009010"/>
                </a:cubicBezTo>
                <a:cubicBezTo>
                  <a:pt x="8439492" y="3009063"/>
                  <a:pt x="8439661" y="3009068"/>
                  <a:pt x="8439830" y="3009073"/>
                </a:cubicBezTo>
                <a:lnTo>
                  <a:pt x="8440370" y="3015763"/>
                </a:lnTo>
                <a:cubicBezTo>
                  <a:pt x="8445427" y="3046007"/>
                  <a:pt x="8447877" y="3076892"/>
                  <a:pt x="8447834" y="3108220"/>
                </a:cubicBezTo>
                <a:cubicBezTo>
                  <a:pt x="8449146" y="3113850"/>
                  <a:pt x="8449205" y="3119519"/>
                  <a:pt x="8449205" y="3125201"/>
                </a:cubicBezTo>
                <a:cubicBezTo>
                  <a:pt x="8449205" y="3129023"/>
                  <a:pt x="8449178" y="3132839"/>
                  <a:pt x="8448612" y="3136641"/>
                </a:cubicBezTo>
                <a:lnTo>
                  <a:pt x="8448113" y="3136608"/>
                </a:lnTo>
                <a:lnTo>
                  <a:pt x="8448087" y="3137103"/>
                </a:lnTo>
                <a:lnTo>
                  <a:pt x="8430969" y="3135477"/>
                </a:lnTo>
                <a:cubicBezTo>
                  <a:pt x="8398594" y="3134950"/>
                  <a:pt x="8366714" y="3131969"/>
                  <a:pt x="8335542" y="3126415"/>
                </a:cubicBezTo>
                <a:cubicBezTo>
                  <a:pt x="8329965" y="3126834"/>
                  <a:pt x="8324636" y="3125886"/>
                  <a:pt x="8319325" y="3124875"/>
                </a:cubicBezTo>
                <a:lnTo>
                  <a:pt x="8319209" y="3123727"/>
                </a:lnTo>
                <a:cubicBezTo>
                  <a:pt x="7960358" y="3064328"/>
                  <a:pt x="7679319" y="2783551"/>
                  <a:pt x="7629044" y="2430686"/>
                </a:cubicBezTo>
                <a:cubicBezTo>
                  <a:pt x="7628876" y="2430633"/>
                  <a:pt x="7628708" y="2430628"/>
                  <a:pt x="7628538" y="2430623"/>
                </a:cubicBezTo>
                <a:lnTo>
                  <a:pt x="7628000" y="2423947"/>
                </a:lnTo>
                <a:cubicBezTo>
                  <a:pt x="7622941" y="2393697"/>
                  <a:pt x="7620490" y="2362806"/>
                  <a:pt x="7620533" y="2331471"/>
                </a:cubicBezTo>
                <a:cubicBezTo>
                  <a:pt x="7619221" y="2325843"/>
                  <a:pt x="7619162" y="2320176"/>
                  <a:pt x="7619162" y="2314495"/>
                </a:cubicBezTo>
                <a:lnTo>
                  <a:pt x="7619756" y="2303055"/>
                </a:lnTo>
                <a:lnTo>
                  <a:pt x="7620254" y="2303088"/>
                </a:lnTo>
                <a:close/>
                <a:moveTo>
                  <a:pt x="7597529" y="2302594"/>
                </a:moveTo>
                <a:lnTo>
                  <a:pt x="7597555" y="2303088"/>
                </a:lnTo>
                <a:lnTo>
                  <a:pt x="7598053" y="2303055"/>
                </a:lnTo>
                <a:lnTo>
                  <a:pt x="7598647" y="2314495"/>
                </a:lnTo>
                <a:cubicBezTo>
                  <a:pt x="7598647" y="2320176"/>
                  <a:pt x="7598588" y="2325843"/>
                  <a:pt x="7597276" y="2331471"/>
                </a:cubicBezTo>
                <a:cubicBezTo>
                  <a:pt x="7597319" y="2362806"/>
                  <a:pt x="7594868" y="2393697"/>
                  <a:pt x="7589809" y="2423947"/>
                </a:cubicBezTo>
                <a:lnTo>
                  <a:pt x="7589271" y="2430623"/>
                </a:lnTo>
                <a:cubicBezTo>
                  <a:pt x="7589101" y="2430628"/>
                  <a:pt x="7588933" y="2430633"/>
                  <a:pt x="7588765" y="2430686"/>
                </a:cubicBezTo>
                <a:cubicBezTo>
                  <a:pt x="7538490" y="2783551"/>
                  <a:pt x="7257451" y="3064328"/>
                  <a:pt x="6898600" y="3123727"/>
                </a:cubicBezTo>
                <a:lnTo>
                  <a:pt x="6898484" y="3124875"/>
                </a:lnTo>
                <a:cubicBezTo>
                  <a:pt x="6893173" y="3125886"/>
                  <a:pt x="6887844" y="3126834"/>
                  <a:pt x="6882267" y="3126415"/>
                </a:cubicBezTo>
                <a:cubicBezTo>
                  <a:pt x="6851095" y="3131969"/>
                  <a:pt x="6819215" y="3134950"/>
                  <a:pt x="6786841" y="3135477"/>
                </a:cubicBezTo>
                <a:lnTo>
                  <a:pt x="6769722" y="3137103"/>
                </a:lnTo>
                <a:lnTo>
                  <a:pt x="6769696" y="3136608"/>
                </a:lnTo>
                <a:lnTo>
                  <a:pt x="6769197" y="3136641"/>
                </a:lnTo>
                <a:cubicBezTo>
                  <a:pt x="6768631" y="3132839"/>
                  <a:pt x="6768604" y="3129023"/>
                  <a:pt x="6768604" y="3125201"/>
                </a:cubicBezTo>
                <a:cubicBezTo>
                  <a:pt x="6768604" y="3119519"/>
                  <a:pt x="6768663" y="3113850"/>
                  <a:pt x="6769975" y="3108220"/>
                </a:cubicBezTo>
                <a:cubicBezTo>
                  <a:pt x="6769933" y="3076892"/>
                  <a:pt x="6772382" y="3046007"/>
                  <a:pt x="6777439" y="3015763"/>
                </a:cubicBezTo>
                <a:lnTo>
                  <a:pt x="6777979" y="3009073"/>
                </a:lnTo>
                <a:cubicBezTo>
                  <a:pt x="6778148" y="3009068"/>
                  <a:pt x="6778317" y="3009063"/>
                  <a:pt x="6778485" y="3009010"/>
                </a:cubicBezTo>
                <a:cubicBezTo>
                  <a:pt x="6828761" y="2656144"/>
                  <a:pt x="7109800" y="2375367"/>
                  <a:pt x="7468650" y="2315969"/>
                </a:cubicBezTo>
                <a:lnTo>
                  <a:pt x="7468767" y="2314821"/>
                </a:lnTo>
                <a:cubicBezTo>
                  <a:pt x="7474076" y="2313811"/>
                  <a:pt x="7479404" y="2312863"/>
                  <a:pt x="7484980" y="2313282"/>
                </a:cubicBezTo>
                <a:cubicBezTo>
                  <a:pt x="7516163" y="2307725"/>
                  <a:pt x="7548056" y="2304744"/>
                  <a:pt x="7580442" y="2304217"/>
                </a:cubicBezTo>
                <a:close/>
                <a:moveTo>
                  <a:pt x="5928129" y="2302594"/>
                </a:moveTo>
                <a:lnTo>
                  <a:pt x="5945217" y="2304217"/>
                </a:lnTo>
                <a:cubicBezTo>
                  <a:pt x="5977602" y="2304744"/>
                  <a:pt x="6009495" y="2307725"/>
                  <a:pt x="6040678" y="2313282"/>
                </a:cubicBezTo>
                <a:cubicBezTo>
                  <a:pt x="6046254" y="2312863"/>
                  <a:pt x="6051582" y="2313811"/>
                  <a:pt x="6056891" y="2314821"/>
                </a:cubicBezTo>
                <a:lnTo>
                  <a:pt x="6057008" y="2315969"/>
                </a:lnTo>
                <a:cubicBezTo>
                  <a:pt x="6415858" y="2375367"/>
                  <a:pt x="6696897" y="2656144"/>
                  <a:pt x="6747174" y="3009010"/>
                </a:cubicBezTo>
                <a:cubicBezTo>
                  <a:pt x="6747341" y="3009063"/>
                  <a:pt x="6747511" y="3009068"/>
                  <a:pt x="6747679" y="3009073"/>
                </a:cubicBezTo>
                <a:lnTo>
                  <a:pt x="6748220" y="3015763"/>
                </a:lnTo>
                <a:cubicBezTo>
                  <a:pt x="6753276" y="3046007"/>
                  <a:pt x="6755726" y="3076892"/>
                  <a:pt x="6755684" y="3108220"/>
                </a:cubicBezTo>
                <a:cubicBezTo>
                  <a:pt x="6756996" y="3113850"/>
                  <a:pt x="6757054" y="3119519"/>
                  <a:pt x="6757054" y="3125201"/>
                </a:cubicBezTo>
                <a:cubicBezTo>
                  <a:pt x="6757054" y="3129023"/>
                  <a:pt x="6757027" y="3132839"/>
                  <a:pt x="6756461" y="3136641"/>
                </a:cubicBezTo>
                <a:lnTo>
                  <a:pt x="6755962" y="3136608"/>
                </a:lnTo>
                <a:lnTo>
                  <a:pt x="6755936" y="3137103"/>
                </a:lnTo>
                <a:lnTo>
                  <a:pt x="6738818" y="3135477"/>
                </a:lnTo>
                <a:cubicBezTo>
                  <a:pt x="6706444" y="3134950"/>
                  <a:pt x="6674563" y="3131969"/>
                  <a:pt x="6643391" y="3126415"/>
                </a:cubicBezTo>
                <a:cubicBezTo>
                  <a:pt x="6637814" y="3126834"/>
                  <a:pt x="6632485" y="3125886"/>
                  <a:pt x="6627175" y="3124875"/>
                </a:cubicBezTo>
                <a:lnTo>
                  <a:pt x="6627059" y="3123727"/>
                </a:lnTo>
                <a:cubicBezTo>
                  <a:pt x="6268207" y="3064328"/>
                  <a:pt x="5987168" y="2783551"/>
                  <a:pt x="5936893" y="2430686"/>
                </a:cubicBezTo>
                <a:cubicBezTo>
                  <a:pt x="5936725" y="2430633"/>
                  <a:pt x="5936557" y="2430628"/>
                  <a:pt x="5936387" y="2430623"/>
                </a:cubicBezTo>
                <a:lnTo>
                  <a:pt x="5935849" y="2423947"/>
                </a:lnTo>
                <a:cubicBezTo>
                  <a:pt x="5930790" y="2393697"/>
                  <a:pt x="5928340" y="2362806"/>
                  <a:pt x="5928382" y="2331471"/>
                </a:cubicBezTo>
                <a:cubicBezTo>
                  <a:pt x="5927070" y="2325843"/>
                  <a:pt x="5927011" y="2320176"/>
                  <a:pt x="5927011" y="2314495"/>
                </a:cubicBezTo>
                <a:lnTo>
                  <a:pt x="5927605" y="2303055"/>
                </a:lnTo>
                <a:lnTo>
                  <a:pt x="5928103" y="2303088"/>
                </a:lnTo>
                <a:close/>
                <a:moveTo>
                  <a:pt x="5905378" y="2302594"/>
                </a:moveTo>
                <a:lnTo>
                  <a:pt x="5905404" y="2303088"/>
                </a:lnTo>
                <a:lnTo>
                  <a:pt x="5905902" y="2303055"/>
                </a:lnTo>
                <a:lnTo>
                  <a:pt x="5906496" y="2314495"/>
                </a:lnTo>
                <a:cubicBezTo>
                  <a:pt x="5906496" y="2320176"/>
                  <a:pt x="5906438" y="2325843"/>
                  <a:pt x="5905126" y="2331471"/>
                </a:cubicBezTo>
                <a:cubicBezTo>
                  <a:pt x="5905168" y="2362806"/>
                  <a:pt x="5902717" y="2393697"/>
                  <a:pt x="5897659" y="2423947"/>
                </a:cubicBezTo>
                <a:lnTo>
                  <a:pt x="5897120" y="2430623"/>
                </a:lnTo>
                <a:cubicBezTo>
                  <a:pt x="5896951" y="2430628"/>
                  <a:pt x="5896782" y="2430633"/>
                  <a:pt x="5896615" y="2430686"/>
                </a:cubicBezTo>
                <a:cubicBezTo>
                  <a:pt x="5846339" y="2783551"/>
                  <a:pt x="5565300" y="3064328"/>
                  <a:pt x="5206449" y="3123727"/>
                </a:cubicBezTo>
                <a:lnTo>
                  <a:pt x="5206334" y="3124875"/>
                </a:lnTo>
                <a:cubicBezTo>
                  <a:pt x="5201022" y="3125886"/>
                  <a:pt x="5195693" y="3126834"/>
                  <a:pt x="5190116" y="3126415"/>
                </a:cubicBezTo>
                <a:cubicBezTo>
                  <a:pt x="5158944" y="3131969"/>
                  <a:pt x="5127065" y="3134950"/>
                  <a:pt x="5094690" y="3135477"/>
                </a:cubicBezTo>
                <a:lnTo>
                  <a:pt x="5077571" y="3137103"/>
                </a:lnTo>
                <a:lnTo>
                  <a:pt x="5077545" y="3136608"/>
                </a:lnTo>
                <a:lnTo>
                  <a:pt x="5077046" y="3136641"/>
                </a:lnTo>
                <a:cubicBezTo>
                  <a:pt x="5076480" y="3132839"/>
                  <a:pt x="5076453" y="3129023"/>
                  <a:pt x="5076453" y="3125201"/>
                </a:cubicBezTo>
                <a:cubicBezTo>
                  <a:pt x="5076453" y="3119519"/>
                  <a:pt x="5076512" y="3113850"/>
                  <a:pt x="5077824" y="3108220"/>
                </a:cubicBezTo>
                <a:cubicBezTo>
                  <a:pt x="5077782" y="3076892"/>
                  <a:pt x="5080231" y="3046007"/>
                  <a:pt x="5085288" y="3015763"/>
                </a:cubicBezTo>
                <a:lnTo>
                  <a:pt x="5085828" y="3009073"/>
                </a:lnTo>
                <a:cubicBezTo>
                  <a:pt x="5085997" y="3009068"/>
                  <a:pt x="5086166" y="3009063"/>
                  <a:pt x="5086334" y="3009010"/>
                </a:cubicBezTo>
                <a:cubicBezTo>
                  <a:pt x="5136610" y="2656144"/>
                  <a:pt x="5417649" y="2375367"/>
                  <a:pt x="5776501" y="2315969"/>
                </a:cubicBezTo>
                <a:lnTo>
                  <a:pt x="5776617" y="2314821"/>
                </a:lnTo>
                <a:cubicBezTo>
                  <a:pt x="5781926" y="2313811"/>
                  <a:pt x="5787253" y="2312863"/>
                  <a:pt x="5792829" y="2313282"/>
                </a:cubicBezTo>
                <a:cubicBezTo>
                  <a:pt x="5824013" y="2307725"/>
                  <a:pt x="5855905" y="2304744"/>
                  <a:pt x="5888291" y="2304217"/>
                </a:cubicBezTo>
                <a:close/>
                <a:moveTo>
                  <a:pt x="4235979" y="2302594"/>
                </a:moveTo>
                <a:lnTo>
                  <a:pt x="4253065" y="2304217"/>
                </a:lnTo>
                <a:cubicBezTo>
                  <a:pt x="4285451" y="2304744"/>
                  <a:pt x="4317343" y="2307725"/>
                  <a:pt x="4348528" y="2313282"/>
                </a:cubicBezTo>
                <a:cubicBezTo>
                  <a:pt x="4354104" y="2312863"/>
                  <a:pt x="4359431" y="2313811"/>
                  <a:pt x="4364739" y="2314821"/>
                </a:cubicBezTo>
                <a:lnTo>
                  <a:pt x="4364856" y="2315969"/>
                </a:lnTo>
                <a:cubicBezTo>
                  <a:pt x="4723707" y="2375367"/>
                  <a:pt x="5004746" y="2656144"/>
                  <a:pt x="5055022" y="3009010"/>
                </a:cubicBezTo>
                <a:cubicBezTo>
                  <a:pt x="5055190" y="3009063"/>
                  <a:pt x="5055359" y="3009068"/>
                  <a:pt x="5055528" y="3009073"/>
                </a:cubicBezTo>
                <a:lnTo>
                  <a:pt x="5056068" y="3015763"/>
                </a:lnTo>
                <a:cubicBezTo>
                  <a:pt x="5061125" y="3046007"/>
                  <a:pt x="5063574" y="3076892"/>
                  <a:pt x="5063532" y="3108220"/>
                </a:cubicBezTo>
                <a:cubicBezTo>
                  <a:pt x="5064844" y="3113850"/>
                  <a:pt x="5064903" y="3119519"/>
                  <a:pt x="5064903" y="3125201"/>
                </a:cubicBezTo>
                <a:cubicBezTo>
                  <a:pt x="5064903" y="3129023"/>
                  <a:pt x="5064876" y="3132839"/>
                  <a:pt x="5064310" y="3136641"/>
                </a:cubicBezTo>
                <a:lnTo>
                  <a:pt x="5063811" y="3136608"/>
                </a:lnTo>
                <a:lnTo>
                  <a:pt x="5063785" y="3137103"/>
                </a:lnTo>
                <a:lnTo>
                  <a:pt x="5046666" y="3135477"/>
                </a:lnTo>
                <a:cubicBezTo>
                  <a:pt x="5014292" y="3134950"/>
                  <a:pt x="4982412" y="3131969"/>
                  <a:pt x="4951241" y="3126415"/>
                </a:cubicBezTo>
                <a:cubicBezTo>
                  <a:pt x="4945663" y="3126834"/>
                  <a:pt x="4940334" y="3125886"/>
                  <a:pt x="4935023" y="3124875"/>
                </a:cubicBezTo>
                <a:lnTo>
                  <a:pt x="4934907" y="3123727"/>
                </a:lnTo>
                <a:cubicBezTo>
                  <a:pt x="4576056" y="3064328"/>
                  <a:pt x="4295017" y="2783551"/>
                  <a:pt x="4244741" y="2430686"/>
                </a:cubicBezTo>
                <a:cubicBezTo>
                  <a:pt x="4244574" y="2430633"/>
                  <a:pt x="4244405" y="2430628"/>
                  <a:pt x="4244236" y="2430623"/>
                </a:cubicBezTo>
                <a:lnTo>
                  <a:pt x="4243697" y="2423947"/>
                </a:lnTo>
                <a:cubicBezTo>
                  <a:pt x="4238639" y="2393697"/>
                  <a:pt x="4236188" y="2362806"/>
                  <a:pt x="4236230" y="2331471"/>
                </a:cubicBezTo>
                <a:cubicBezTo>
                  <a:pt x="4234918" y="2325843"/>
                  <a:pt x="4234860" y="2320176"/>
                  <a:pt x="4234860" y="2314495"/>
                </a:cubicBezTo>
                <a:lnTo>
                  <a:pt x="4235454" y="2303055"/>
                </a:lnTo>
                <a:lnTo>
                  <a:pt x="4235952" y="2303088"/>
                </a:lnTo>
                <a:close/>
                <a:moveTo>
                  <a:pt x="4213227" y="2302594"/>
                </a:moveTo>
                <a:lnTo>
                  <a:pt x="4213253" y="2303088"/>
                </a:lnTo>
                <a:lnTo>
                  <a:pt x="4213751" y="2303055"/>
                </a:lnTo>
                <a:lnTo>
                  <a:pt x="4214345" y="2314495"/>
                </a:lnTo>
                <a:cubicBezTo>
                  <a:pt x="4214345" y="2320176"/>
                  <a:pt x="4214286" y="2325843"/>
                  <a:pt x="4212974" y="2331471"/>
                </a:cubicBezTo>
                <a:cubicBezTo>
                  <a:pt x="4213016" y="2362806"/>
                  <a:pt x="4210566" y="2393697"/>
                  <a:pt x="4205507" y="2423947"/>
                </a:cubicBezTo>
                <a:lnTo>
                  <a:pt x="4204969" y="2430623"/>
                </a:lnTo>
                <a:cubicBezTo>
                  <a:pt x="4204799" y="2430628"/>
                  <a:pt x="4204631" y="2430633"/>
                  <a:pt x="4204463" y="2430686"/>
                </a:cubicBezTo>
                <a:cubicBezTo>
                  <a:pt x="4154188" y="2783551"/>
                  <a:pt x="3873149" y="3064328"/>
                  <a:pt x="3514297" y="3123727"/>
                </a:cubicBezTo>
                <a:lnTo>
                  <a:pt x="3514181" y="3124875"/>
                </a:lnTo>
                <a:cubicBezTo>
                  <a:pt x="3508871" y="3125886"/>
                  <a:pt x="3503542" y="3126834"/>
                  <a:pt x="3497965" y="3126415"/>
                </a:cubicBezTo>
                <a:cubicBezTo>
                  <a:pt x="3466793" y="3131969"/>
                  <a:pt x="3434912" y="3134950"/>
                  <a:pt x="3402538" y="3135477"/>
                </a:cubicBezTo>
                <a:lnTo>
                  <a:pt x="3385420" y="3137103"/>
                </a:lnTo>
                <a:lnTo>
                  <a:pt x="3385394" y="3136608"/>
                </a:lnTo>
                <a:lnTo>
                  <a:pt x="3384895" y="3136641"/>
                </a:lnTo>
                <a:cubicBezTo>
                  <a:pt x="3384329" y="3132839"/>
                  <a:pt x="3384302" y="3129023"/>
                  <a:pt x="3384302" y="3125201"/>
                </a:cubicBezTo>
                <a:cubicBezTo>
                  <a:pt x="3384302" y="3119519"/>
                  <a:pt x="3384360" y="3113850"/>
                  <a:pt x="3385672" y="3108220"/>
                </a:cubicBezTo>
                <a:cubicBezTo>
                  <a:pt x="3385630" y="3076892"/>
                  <a:pt x="3388080" y="3046007"/>
                  <a:pt x="3393136" y="3015763"/>
                </a:cubicBezTo>
                <a:lnTo>
                  <a:pt x="3393677" y="3009073"/>
                </a:lnTo>
                <a:cubicBezTo>
                  <a:pt x="3393845" y="3009068"/>
                  <a:pt x="3394015" y="3009063"/>
                  <a:pt x="3394182" y="3009010"/>
                </a:cubicBezTo>
                <a:cubicBezTo>
                  <a:pt x="3444459" y="2656144"/>
                  <a:pt x="3725498" y="2375367"/>
                  <a:pt x="4084348" y="2315969"/>
                </a:cubicBezTo>
                <a:lnTo>
                  <a:pt x="4084465" y="2314821"/>
                </a:lnTo>
                <a:cubicBezTo>
                  <a:pt x="4089774" y="2313811"/>
                  <a:pt x="4095102" y="2312863"/>
                  <a:pt x="4100678" y="2313282"/>
                </a:cubicBezTo>
                <a:cubicBezTo>
                  <a:pt x="4131861" y="2307725"/>
                  <a:pt x="4163754" y="2304744"/>
                  <a:pt x="4196139" y="2304217"/>
                </a:cubicBezTo>
                <a:close/>
                <a:moveTo>
                  <a:pt x="2543827" y="2302594"/>
                </a:moveTo>
                <a:lnTo>
                  <a:pt x="2560914" y="2304217"/>
                </a:lnTo>
                <a:cubicBezTo>
                  <a:pt x="2593300" y="2304744"/>
                  <a:pt x="2625192" y="2307725"/>
                  <a:pt x="2656376" y="2313282"/>
                </a:cubicBezTo>
                <a:cubicBezTo>
                  <a:pt x="2661952" y="2312863"/>
                  <a:pt x="2667280" y="2313811"/>
                  <a:pt x="2672588" y="2314821"/>
                </a:cubicBezTo>
                <a:lnTo>
                  <a:pt x="2672706" y="2315969"/>
                </a:lnTo>
                <a:cubicBezTo>
                  <a:pt x="3031556" y="2375367"/>
                  <a:pt x="3312595" y="2656144"/>
                  <a:pt x="3362871" y="3009010"/>
                </a:cubicBezTo>
                <a:cubicBezTo>
                  <a:pt x="3363039" y="3009063"/>
                  <a:pt x="3363208" y="3009068"/>
                  <a:pt x="3363377" y="3009073"/>
                </a:cubicBezTo>
                <a:lnTo>
                  <a:pt x="3363917" y="3015763"/>
                </a:lnTo>
                <a:cubicBezTo>
                  <a:pt x="3368974" y="3046007"/>
                  <a:pt x="3371423" y="3076892"/>
                  <a:pt x="3371381" y="3108220"/>
                </a:cubicBezTo>
                <a:cubicBezTo>
                  <a:pt x="3372693" y="3113850"/>
                  <a:pt x="3372752" y="3119519"/>
                  <a:pt x="3372752" y="3125201"/>
                </a:cubicBezTo>
                <a:cubicBezTo>
                  <a:pt x="3372752" y="3129023"/>
                  <a:pt x="3372725" y="3132839"/>
                  <a:pt x="3372159" y="3136641"/>
                </a:cubicBezTo>
                <a:lnTo>
                  <a:pt x="3371660" y="3136608"/>
                </a:lnTo>
                <a:lnTo>
                  <a:pt x="3371634" y="3137103"/>
                </a:lnTo>
                <a:lnTo>
                  <a:pt x="3354515" y="3135477"/>
                </a:lnTo>
                <a:cubicBezTo>
                  <a:pt x="3322141" y="3134950"/>
                  <a:pt x="3290261" y="3131969"/>
                  <a:pt x="3259089" y="3126415"/>
                </a:cubicBezTo>
                <a:cubicBezTo>
                  <a:pt x="3253512" y="3126834"/>
                  <a:pt x="3248183" y="3125886"/>
                  <a:pt x="3242872" y="3124875"/>
                </a:cubicBezTo>
                <a:lnTo>
                  <a:pt x="3242756" y="3123727"/>
                </a:lnTo>
                <a:cubicBezTo>
                  <a:pt x="2883905" y="3064328"/>
                  <a:pt x="2602866" y="2783551"/>
                  <a:pt x="2552590" y="2430686"/>
                </a:cubicBezTo>
                <a:cubicBezTo>
                  <a:pt x="2552423" y="2430633"/>
                  <a:pt x="2552254" y="2430628"/>
                  <a:pt x="2552085" y="2430623"/>
                </a:cubicBezTo>
                <a:lnTo>
                  <a:pt x="2551547" y="2423947"/>
                </a:lnTo>
                <a:cubicBezTo>
                  <a:pt x="2546488" y="2393697"/>
                  <a:pt x="2544037" y="2362806"/>
                  <a:pt x="2544079" y="2331471"/>
                </a:cubicBezTo>
                <a:cubicBezTo>
                  <a:pt x="2542767" y="2325843"/>
                  <a:pt x="2542709" y="2320176"/>
                  <a:pt x="2542709" y="2314495"/>
                </a:cubicBezTo>
                <a:lnTo>
                  <a:pt x="2543303" y="2303055"/>
                </a:lnTo>
                <a:lnTo>
                  <a:pt x="2543801" y="2303088"/>
                </a:lnTo>
                <a:close/>
                <a:moveTo>
                  <a:pt x="2521076" y="2302594"/>
                </a:moveTo>
                <a:lnTo>
                  <a:pt x="2521102" y="2303088"/>
                </a:lnTo>
                <a:lnTo>
                  <a:pt x="2521600" y="2303055"/>
                </a:lnTo>
                <a:lnTo>
                  <a:pt x="2522194" y="2314495"/>
                </a:lnTo>
                <a:cubicBezTo>
                  <a:pt x="2522194" y="2320176"/>
                  <a:pt x="2522135" y="2325843"/>
                  <a:pt x="2520823" y="2331471"/>
                </a:cubicBezTo>
                <a:cubicBezTo>
                  <a:pt x="2520865" y="2362806"/>
                  <a:pt x="2518415" y="2393697"/>
                  <a:pt x="2513356" y="2423947"/>
                </a:cubicBezTo>
                <a:lnTo>
                  <a:pt x="2512818" y="2430623"/>
                </a:lnTo>
                <a:cubicBezTo>
                  <a:pt x="2512648" y="2430628"/>
                  <a:pt x="2512480" y="2430633"/>
                  <a:pt x="2512312" y="2430686"/>
                </a:cubicBezTo>
                <a:cubicBezTo>
                  <a:pt x="2462037" y="2783551"/>
                  <a:pt x="2180998" y="3064328"/>
                  <a:pt x="1822147" y="3123727"/>
                </a:cubicBezTo>
                <a:lnTo>
                  <a:pt x="1822030" y="3124875"/>
                </a:lnTo>
                <a:cubicBezTo>
                  <a:pt x="1816720" y="3125886"/>
                  <a:pt x="1811391" y="3126834"/>
                  <a:pt x="1805814" y="3126415"/>
                </a:cubicBezTo>
                <a:cubicBezTo>
                  <a:pt x="1774642" y="3131969"/>
                  <a:pt x="1742762" y="3134950"/>
                  <a:pt x="1710387" y="3135477"/>
                </a:cubicBezTo>
                <a:lnTo>
                  <a:pt x="1693269" y="3137103"/>
                </a:lnTo>
                <a:lnTo>
                  <a:pt x="1693243" y="3136608"/>
                </a:lnTo>
                <a:lnTo>
                  <a:pt x="1692744" y="3136641"/>
                </a:lnTo>
                <a:cubicBezTo>
                  <a:pt x="1692178" y="3132839"/>
                  <a:pt x="1692151" y="3129023"/>
                  <a:pt x="1692151" y="3125201"/>
                </a:cubicBezTo>
                <a:cubicBezTo>
                  <a:pt x="1692151" y="3119519"/>
                  <a:pt x="1692209" y="3113850"/>
                  <a:pt x="1693521" y="3108220"/>
                </a:cubicBezTo>
                <a:cubicBezTo>
                  <a:pt x="1693479" y="3076892"/>
                  <a:pt x="1695929" y="3046007"/>
                  <a:pt x="1700985" y="3015763"/>
                </a:cubicBezTo>
                <a:lnTo>
                  <a:pt x="1701526" y="3009073"/>
                </a:lnTo>
                <a:cubicBezTo>
                  <a:pt x="1701694" y="3009068"/>
                  <a:pt x="1701864" y="3009063"/>
                  <a:pt x="1702031" y="3009010"/>
                </a:cubicBezTo>
                <a:cubicBezTo>
                  <a:pt x="1752308" y="2656144"/>
                  <a:pt x="2033347" y="2375367"/>
                  <a:pt x="2392197" y="2315969"/>
                </a:cubicBezTo>
                <a:lnTo>
                  <a:pt x="2392314" y="2314821"/>
                </a:lnTo>
                <a:cubicBezTo>
                  <a:pt x="2397623" y="2313811"/>
                  <a:pt x="2402951" y="2312863"/>
                  <a:pt x="2408527" y="2313282"/>
                </a:cubicBezTo>
                <a:cubicBezTo>
                  <a:pt x="2439710" y="2307725"/>
                  <a:pt x="2471603" y="2304744"/>
                  <a:pt x="2503988" y="2304217"/>
                </a:cubicBezTo>
                <a:close/>
                <a:moveTo>
                  <a:pt x="851676" y="2302594"/>
                </a:moveTo>
                <a:lnTo>
                  <a:pt x="868763" y="2304217"/>
                </a:lnTo>
                <a:cubicBezTo>
                  <a:pt x="901149" y="2304744"/>
                  <a:pt x="933041" y="2307725"/>
                  <a:pt x="964225" y="2313282"/>
                </a:cubicBezTo>
                <a:cubicBezTo>
                  <a:pt x="969801" y="2312863"/>
                  <a:pt x="975129" y="2313811"/>
                  <a:pt x="980437" y="2314821"/>
                </a:cubicBezTo>
                <a:lnTo>
                  <a:pt x="980555" y="2315969"/>
                </a:lnTo>
                <a:cubicBezTo>
                  <a:pt x="1339405" y="2375367"/>
                  <a:pt x="1620444" y="2656144"/>
                  <a:pt x="1670720" y="3009010"/>
                </a:cubicBezTo>
                <a:cubicBezTo>
                  <a:pt x="1670888" y="3009063"/>
                  <a:pt x="1671057" y="3009068"/>
                  <a:pt x="1671226" y="3009073"/>
                </a:cubicBezTo>
                <a:lnTo>
                  <a:pt x="1671766" y="3015763"/>
                </a:lnTo>
                <a:cubicBezTo>
                  <a:pt x="1676823" y="3046007"/>
                  <a:pt x="1679272" y="3076892"/>
                  <a:pt x="1679230" y="3108220"/>
                </a:cubicBezTo>
                <a:cubicBezTo>
                  <a:pt x="1680542" y="3113850"/>
                  <a:pt x="1680601" y="3119519"/>
                  <a:pt x="1680601" y="3125201"/>
                </a:cubicBezTo>
                <a:cubicBezTo>
                  <a:pt x="1680601" y="3129023"/>
                  <a:pt x="1680574" y="3132839"/>
                  <a:pt x="1680008" y="3136641"/>
                </a:cubicBezTo>
                <a:lnTo>
                  <a:pt x="1679509" y="3136608"/>
                </a:lnTo>
                <a:lnTo>
                  <a:pt x="1679483" y="3137103"/>
                </a:lnTo>
                <a:lnTo>
                  <a:pt x="1662364" y="3135477"/>
                </a:lnTo>
                <a:cubicBezTo>
                  <a:pt x="1629990" y="3134950"/>
                  <a:pt x="1598110" y="3131969"/>
                  <a:pt x="1566938" y="3126415"/>
                </a:cubicBezTo>
                <a:cubicBezTo>
                  <a:pt x="1561361" y="3126834"/>
                  <a:pt x="1556032" y="3125886"/>
                  <a:pt x="1550721" y="3124875"/>
                </a:cubicBezTo>
                <a:lnTo>
                  <a:pt x="1550605" y="3123727"/>
                </a:lnTo>
                <a:cubicBezTo>
                  <a:pt x="1191754" y="3064328"/>
                  <a:pt x="910715" y="2783551"/>
                  <a:pt x="860439" y="2430686"/>
                </a:cubicBezTo>
                <a:cubicBezTo>
                  <a:pt x="860272" y="2430633"/>
                  <a:pt x="860103" y="2430628"/>
                  <a:pt x="859934" y="2430623"/>
                </a:cubicBezTo>
                <a:lnTo>
                  <a:pt x="859396" y="2423947"/>
                </a:lnTo>
                <a:cubicBezTo>
                  <a:pt x="854337" y="2393697"/>
                  <a:pt x="851886" y="2362806"/>
                  <a:pt x="851928" y="2331471"/>
                </a:cubicBezTo>
                <a:cubicBezTo>
                  <a:pt x="850616" y="2325843"/>
                  <a:pt x="850558" y="2320176"/>
                  <a:pt x="850558" y="2314495"/>
                </a:cubicBezTo>
                <a:lnTo>
                  <a:pt x="851152" y="2303055"/>
                </a:lnTo>
                <a:lnTo>
                  <a:pt x="851650" y="2303088"/>
                </a:lnTo>
                <a:close/>
                <a:moveTo>
                  <a:pt x="828925" y="2302594"/>
                </a:moveTo>
                <a:lnTo>
                  <a:pt x="828951" y="2303088"/>
                </a:lnTo>
                <a:lnTo>
                  <a:pt x="829449" y="2303055"/>
                </a:lnTo>
                <a:lnTo>
                  <a:pt x="830043" y="2314495"/>
                </a:lnTo>
                <a:cubicBezTo>
                  <a:pt x="830043" y="2320176"/>
                  <a:pt x="829984" y="2325843"/>
                  <a:pt x="828672" y="2331471"/>
                </a:cubicBezTo>
                <a:cubicBezTo>
                  <a:pt x="828714" y="2362806"/>
                  <a:pt x="826264" y="2393697"/>
                  <a:pt x="821205" y="2423947"/>
                </a:cubicBezTo>
                <a:lnTo>
                  <a:pt x="820667" y="2430623"/>
                </a:lnTo>
                <a:cubicBezTo>
                  <a:pt x="820497" y="2430628"/>
                  <a:pt x="820329" y="2430633"/>
                  <a:pt x="820161" y="2430686"/>
                </a:cubicBezTo>
                <a:cubicBezTo>
                  <a:pt x="769886" y="2783551"/>
                  <a:pt x="488847" y="3064328"/>
                  <a:pt x="129995" y="3123727"/>
                </a:cubicBezTo>
                <a:lnTo>
                  <a:pt x="129879" y="3124875"/>
                </a:lnTo>
                <a:cubicBezTo>
                  <a:pt x="124569" y="3125886"/>
                  <a:pt x="119240" y="3126834"/>
                  <a:pt x="113663" y="3126415"/>
                </a:cubicBezTo>
                <a:cubicBezTo>
                  <a:pt x="82491" y="3131969"/>
                  <a:pt x="50611" y="3134950"/>
                  <a:pt x="18236" y="3135477"/>
                </a:cubicBezTo>
                <a:lnTo>
                  <a:pt x="1118" y="3137103"/>
                </a:lnTo>
                <a:lnTo>
                  <a:pt x="1092" y="3136608"/>
                </a:lnTo>
                <a:lnTo>
                  <a:pt x="593" y="3136641"/>
                </a:lnTo>
                <a:cubicBezTo>
                  <a:pt x="27" y="3132839"/>
                  <a:pt x="0" y="3129023"/>
                  <a:pt x="0" y="3125201"/>
                </a:cubicBezTo>
                <a:cubicBezTo>
                  <a:pt x="0" y="3119519"/>
                  <a:pt x="58" y="3113850"/>
                  <a:pt x="1370" y="3108220"/>
                </a:cubicBezTo>
                <a:cubicBezTo>
                  <a:pt x="1328" y="3076892"/>
                  <a:pt x="3778" y="3046007"/>
                  <a:pt x="8835" y="3015763"/>
                </a:cubicBezTo>
                <a:lnTo>
                  <a:pt x="9375" y="3009073"/>
                </a:lnTo>
                <a:cubicBezTo>
                  <a:pt x="9543" y="3009068"/>
                  <a:pt x="9713" y="3009063"/>
                  <a:pt x="9880" y="3009010"/>
                </a:cubicBezTo>
                <a:cubicBezTo>
                  <a:pt x="60157" y="2656144"/>
                  <a:pt x="341196" y="2375367"/>
                  <a:pt x="700046" y="2315969"/>
                </a:cubicBezTo>
                <a:lnTo>
                  <a:pt x="700163" y="2314821"/>
                </a:lnTo>
                <a:cubicBezTo>
                  <a:pt x="705472" y="2313811"/>
                  <a:pt x="710800" y="2312863"/>
                  <a:pt x="716376" y="2313282"/>
                </a:cubicBezTo>
                <a:cubicBezTo>
                  <a:pt x="747559" y="2307725"/>
                  <a:pt x="779452" y="2304744"/>
                  <a:pt x="811837" y="2304217"/>
                </a:cubicBezTo>
                <a:close/>
                <a:moveTo>
                  <a:pt x="8305836" y="1608087"/>
                </a:moveTo>
                <a:cubicBezTo>
                  <a:pt x="8030646" y="1666766"/>
                  <a:pt x="7815802" y="1879876"/>
                  <a:pt x="7762527" y="2148655"/>
                </a:cubicBezTo>
                <a:cubicBezTo>
                  <a:pt x="8037717" y="2089976"/>
                  <a:pt x="8252560" y="1876866"/>
                  <a:pt x="8305836" y="1608087"/>
                </a:cubicBezTo>
                <a:close/>
                <a:moveTo>
                  <a:pt x="6911971" y="1608087"/>
                </a:moveTo>
                <a:cubicBezTo>
                  <a:pt x="6965247" y="1876866"/>
                  <a:pt x="7180090" y="2089976"/>
                  <a:pt x="7455280" y="2148655"/>
                </a:cubicBezTo>
                <a:cubicBezTo>
                  <a:pt x="7402005" y="1879876"/>
                  <a:pt x="7187161" y="1666766"/>
                  <a:pt x="6911971" y="1608087"/>
                </a:cubicBezTo>
                <a:close/>
                <a:moveTo>
                  <a:pt x="6613685" y="1608087"/>
                </a:moveTo>
                <a:cubicBezTo>
                  <a:pt x="6338495" y="1666766"/>
                  <a:pt x="6123651" y="1879876"/>
                  <a:pt x="6070376" y="2148655"/>
                </a:cubicBezTo>
                <a:cubicBezTo>
                  <a:pt x="6345566" y="2089976"/>
                  <a:pt x="6560409" y="1876866"/>
                  <a:pt x="6613685" y="1608087"/>
                </a:cubicBezTo>
                <a:close/>
                <a:moveTo>
                  <a:pt x="5219820" y="1608087"/>
                </a:moveTo>
                <a:cubicBezTo>
                  <a:pt x="5273096" y="1876866"/>
                  <a:pt x="5487939" y="2089976"/>
                  <a:pt x="5763129" y="2148655"/>
                </a:cubicBezTo>
                <a:cubicBezTo>
                  <a:pt x="5709854" y="1879876"/>
                  <a:pt x="5495010" y="1666766"/>
                  <a:pt x="5219820" y="1608087"/>
                </a:cubicBezTo>
                <a:close/>
                <a:moveTo>
                  <a:pt x="4921534" y="1608087"/>
                </a:moveTo>
                <a:cubicBezTo>
                  <a:pt x="4646344" y="1666766"/>
                  <a:pt x="4431500" y="1879876"/>
                  <a:pt x="4378225" y="2148655"/>
                </a:cubicBezTo>
                <a:cubicBezTo>
                  <a:pt x="4653415" y="2089976"/>
                  <a:pt x="4868259" y="1876866"/>
                  <a:pt x="4921534" y="1608087"/>
                </a:cubicBezTo>
                <a:close/>
                <a:moveTo>
                  <a:pt x="3527669" y="1608087"/>
                </a:moveTo>
                <a:cubicBezTo>
                  <a:pt x="3580945" y="1876866"/>
                  <a:pt x="3795788" y="2089976"/>
                  <a:pt x="4070978" y="2148655"/>
                </a:cubicBezTo>
                <a:cubicBezTo>
                  <a:pt x="4017703" y="1879876"/>
                  <a:pt x="3802859" y="1666766"/>
                  <a:pt x="3527669" y="1608087"/>
                </a:cubicBezTo>
                <a:close/>
                <a:moveTo>
                  <a:pt x="3229383" y="1608087"/>
                </a:moveTo>
                <a:cubicBezTo>
                  <a:pt x="2954193" y="1666766"/>
                  <a:pt x="2739349" y="1879876"/>
                  <a:pt x="2686074" y="2148655"/>
                </a:cubicBezTo>
                <a:cubicBezTo>
                  <a:pt x="2961264" y="2089976"/>
                  <a:pt x="3176107" y="1876866"/>
                  <a:pt x="3229383" y="1608087"/>
                </a:cubicBezTo>
                <a:close/>
                <a:moveTo>
                  <a:pt x="1835518" y="1608087"/>
                </a:moveTo>
                <a:cubicBezTo>
                  <a:pt x="1888794" y="1876866"/>
                  <a:pt x="2103637" y="2089976"/>
                  <a:pt x="2378827" y="2148655"/>
                </a:cubicBezTo>
                <a:cubicBezTo>
                  <a:pt x="2325552" y="1879876"/>
                  <a:pt x="2110708" y="1666766"/>
                  <a:pt x="1835518" y="1608087"/>
                </a:cubicBezTo>
                <a:close/>
                <a:moveTo>
                  <a:pt x="1537232" y="1608087"/>
                </a:moveTo>
                <a:cubicBezTo>
                  <a:pt x="1262042" y="1666766"/>
                  <a:pt x="1047198" y="1879876"/>
                  <a:pt x="993923" y="2148655"/>
                </a:cubicBezTo>
                <a:cubicBezTo>
                  <a:pt x="1269113" y="2089976"/>
                  <a:pt x="1483956" y="1876866"/>
                  <a:pt x="1537232" y="1608087"/>
                </a:cubicBezTo>
                <a:close/>
                <a:moveTo>
                  <a:pt x="143367" y="1608087"/>
                </a:moveTo>
                <a:cubicBezTo>
                  <a:pt x="196643" y="1876866"/>
                  <a:pt x="411486" y="2089976"/>
                  <a:pt x="686676" y="2148655"/>
                </a:cubicBezTo>
                <a:cubicBezTo>
                  <a:pt x="633401" y="1879876"/>
                  <a:pt x="418557" y="1666766"/>
                  <a:pt x="143367" y="1608087"/>
                </a:cubicBezTo>
                <a:close/>
                <a:moveTo>
                  <a:pt x="8461873" y="1464394"/>
                </a:moveTo>
                <a:lnTo>
                  <a:pt x="8478960" y="1466004"/>
                </a:lnTo>
                <a:cubicBezTo>
                  <a:pt x="8511346" y="1466527"/>
                  <a:pt x="8543239" y="1469485"/>
                  <a:pt x="8574422" y="1474998"/>
                </a:cubicBezTo>
                <a:cubicBezTo>
                  <a:pt x="8579998" y="1474582"/>
                  <a:pt x="8585326" y="1475523"/>
                  <a:pt x="8590635" y="1476525"/>
                </a:cubicBezTo>
                <a:lnTo>
                  <a:pt x="8590752" y="1477664"/>
                </a:lnTo>
                <a:cubicBezTo>
                  <a:pt x="8815033" y="1514497"/>
                  <a:pt x="9008920" y="1637126"/>
                  <a:pt x="9135069" y="1809390"/>
                </a:cubicBezTo>
                <a:lnTo>
                  <a:pt x="9139239" y="1816149"/>
                </a:lnTo>
                <a:lnTo>
                  <a:pt x="9139239" y="2119309"/>
                </a:lnTo>
                <a:lnTo>
                  <a:pt x="9120077" y="2050665"/>
                </a:lnTo>
                <a:cubicBezTo>
                  <a:pt x="9039502" y="1829012"/>
                  <a:pt x="8844913" y="1659431"/>
                  <a:pt x="8604122" y="1608087"/>
                </a:cubicBezTo>
                <a:cubicBezTo>
                  <a:pt x="8650738" y="1843269"/>
                  <a:pt x="8821055" y="2035829"/>
                  <a:pt x="9047261" y="2119605"/>
                </a:cubicBezTo>
                <a:lnTo>
                  <a:pt x="9139239" y="2146279"/>
                </a:lnTo>
                <a:lnTo>
                  <a:pt x="9139239" y="2273778"/>
                </a:lnTo>
                <a:lnTo>
                  <a:pt x="9030179" y="2246972"/>
                </a:lnTo>
                <a:cubicBezTo>
                  <a:pt x="8735297" y="2149386"/>
                  <a:pt x="8514628" y="1897812"/>
                  <a:pt x="8470637" y="1591480"/>
                </a:cubicBezTo>
                <a:cubicBezTo>
                  <a:pt x="8470469" y="1591427"/>
                  <a:pt x="8470301" y="1591423"/>
                  <a:pt x="8470131" y="1591418"/>
                </a:cubicBezTo>
                <a:lnTo>
                  <a:pt x="8469593" y="1584794"/>
                </a:lnTo>
                <a:cubicBezTo>
                  <a:pt x="8464534" y="1554782"/>
                  <a:pt x="8462083" y="1524133"/>
                  <a:pt x="8462126" y="1493044"/>
                </a:cubicBezTo>
                <a:cubicBezTo>
                  <a:pt x="8460814" y="1487460"/>
                  <a:pt x="8460755" y="1481838"/>
                  <a:pt x="8460755" y="1476202"/>
                </a:cubicBezTo>
                <a:lnTo>
                  <a:pt x="8461349" y="1464852"/>
                </a:lnTo>
                <a:lnTo>
                  <a:pt x="8461847" y="1464884"/>
                </a:lnTo>
                <a:close/>
                <a:moveTo>
                  <a:pt x="8448085" y="1464394"/>
                </a:moveTo>
                <a:lnTo>
                  <a:pt x="8448111" y="1464884"/>
                </a:lnTo>
                <a:lnTo>
                  <a:pt x="8448609" y="1464852"/>
                </a:lnTo>
                <a:lnTo>
                  <a:pt x="8449203" y="1476202"/>
                </a:lnTo>
                <a:cubicBezTo>
                  <a:pt x="8449203" y="1481838"/>
                  <a:pt x="8449144" y="1487460"/>
                  <a:pt x="8447832" y="1493044"/>
                </a:cubicBezTo>
                <a:cubicBezTo>
                  <a:pt x="8447875" y="1524133"/>
                  <a:pt x="8445424" y="1554782"/>
                  <a:pt x="8440365" y="1584794"/>
                </a:cubicBezTo>
                <a:lnTo>
                  <a:pt x="8439827" y="1591418"/>
                </a:lnTo>
                <a:cubicBezTo>
                  <a:pt x="8439657" y="1591423"/>
                  <a:pt x="8439489" y="1591427"/>
                  <a:pt x="8439321" y="1591480"/>
                </a:cubicBezTo>
                <a:cubicBezTo>
                  <a:pt x="8389046" y="1941574"/>
                  <a:pt x="8108007" y="2220146"/>
                  <a:pt x="7749156" y="2279078"/>
                </a:cubicBezTo>
                <a:lnTo>
                  <a:pt x="7749040" y="2280217"/>
                </a:lnTo>
                <a:cubicBezTo>
                  <a:pt x="7743729" y="2281220"/>
                  <a:pt x="7738400" y="2282161"/>
                  <a:pt x="7732823" y="2281745"/>
                </a:cubicBezTo>
                <a:cubicBezTo>
                  <a:pt x="7701651" y="2287255"/>
                  <a:pt x="7669771" y="2290213"/>
                  <a:pt x="7637396" y="2290736"/>
                </a:cubicBezTo>
                <a:lnTo>
                  <a:pt x="7620278" y="2292349"/>
                </a:lnTo>
                <a:lnTo>
                  <a:pt x="7620252" y="2291858"/>
                </a:lnTo>
                <a:lnTo>
                  <a:pt x="7619753" y="2291891"/>
                </a:lnTo>
                <a:cubicBezTo>
                  <a:pt x="7619187" y="2288119"/>
                  <a:pt x="7619160" y="2284333"/>
                  <a:pt x="7619160" y="2280541"/>
                </a:cubicBezTo>
                <a:cubicBezTo>
                  <a:pt x="7619160" y="2274903"/>
                  <a:pt x="7619219" y="2269279"/>
                  <a:pt x="7620531" y="2263693"/>
                </a:cubicBezTo>
                <a:cubicBezTo>
                  <a:pt x="7620488" y="2232611"/>
                  <a:pt x="7622938" y="2201969"/>
                  <a:pt x="7627995" y="2171962"/>
                </a:cubicBezTo>
                <a:lnTo>
                  <a:pt x="7628535" y="2165325"/>
                </a:lnTo>
                <a:cubicBezTo>
                  <a:pt x="7628704" y="2165320"/>
                  <a:pt x="7628873" y="2165315"/>
                  <a:pt x="7629040" y="2165262"/>
                </a:cubicBezTo>
                <a:cubicBezTo>
                  <a:pt x="7679317" y="1815167"/>
                  <a:pt x="7960356" y="1536596"/>
                  <a:pt x="8319206" y="1477664"/>
                </a:cubicBezTo>
                <a:lnTo>
                  <a:pt x="8319323" y="1476525"/>
                </a:lnTo>
                <a:cubicBezTo>
                  <a:pt x="8324632" y="1475523"/>
                  <a:pt x="8329960" y="1474582"/>
                  <a:pt x="8335536" y="1474998"/>
                </a:cubicBezTo>
                <a:cubicBezTo>
                  <a:pt x="8366719" y="1469485"/>
                  <a:pt x="8398612" y="1466527"/>
                  <a:pt x="8430998" y="1466004"/>
                </a:cubicBezTo>
                <a:close/>
                <a:moveTo>
                  <a:pt x="6769722" y="1464394"/>
                </a:moveTo>
                <a:lnTo>
                  <a:pt x="6786810" y="1466004"/>
                </a:lnTo>
                <a:cubicBezTo>
                  <a:pt x="6819195" y="1466527"/>
                  <a:pt x="6851088" y="1469485"/>
                  <a:pt x="6882271" y="1474998"/>
                </a:cubicBezTo>
                <a:cubicBezTo>
                  <a:pt x="6887847" y="1474582"/>
                  <a:pt x="6893175" y="1475523"/>
                  <a:pt x="6898484" y="1476525"/>
                </a:cubicBezTo>
                <a:lnTo>
                  <a:pt x="6898601" y="1477664"/>
                </a:lnTo>
                <a:cubicBezTo>
                  <a:pt x="7257451" y="1536596"/>
                  <a:pt x="7538490" y="1815167"/>
                  <a:pt x="7588766" y="2165262"/>
                </a:cubicBezTo>
                <a:cubicBezTo>
                  <a:pt x="7588934" y="2165315"/>
                  <a:pt x="7589103" y="2165320"/>
                  <a:pt x="7589272" y="2165325"/>
                </a:cubicBezTo>
                <a:lnTo>
                  <a:pt x="7589812" y="2171962"/>
                </a:lnTo>
                <a:cubicBezTo>
                  <a:pt x="7594869" y="2201969"/>
                  <a:pt x="7597319" y="2232611"/>
                  <a:pt x="7597276" y="2263693"/>
                </a:cubicBezTo>
                <a:cubicBezTo>
                  <a:pt x="7598588" y="2269279"/>
                  <a:pt x="7598647" y="2274903"/>
                  <a:pt x="7598647" y="2280541"/>
                </a:cubicBezTo>
                <a:cubicBezTo>
                  <a:pt x="7598647" y="2284333"/>
                  <a:pt x="7598620" y="2288119"/>
                  <a:pt x="7598054" y="2291891"/>
                </a:cubicBezTo>
                <a:lnTo>
                  <a:pt x="7597555" y="2291858"/>
                </a:lnTo>
                <a:lnTo>
                  <a:pt x="7597529" y="2292349"/>
                </a:lnTo>
                <a:lnTo>
                  <a:pt x="7580411" y="2290736"/>
                </a:lnTo>
                <a:cubicBezTo>
                  <a:pt x="7548036" y="2290213"/>
                  <a:pt x="7516156" y="2287255"/>
                  <a:pt x="7484984" y="2281745"/>
                </a:cubicBezTo>
                <a:cubicBezTo>
                  <a:pt x="7479407" y="2282161"/>
                  <a:pt x="7474078" y="2281220"/>
                  <a:pt x="7468767" y="2280217"/>
                </a:cubicBezTo>
                <a:lnTo>
                  <a:pt x="7468651" y="2279078"/>
                </a:lnTo>
                <a:cubicBezTo>
                  <a:pt x="7109800" y="2220146"/>
                  <a:pt x="6828761" y="1941574"/>
                  <a:pt x="6778486" y="1591480"/>
                </a:cubicBezTo>
                <a:cubicBezTo>
                  <a:pt x="6778318" y="1591427"/>
                  <a:pt x="6778150" y="1591423"/>
                  <a:pt x="6777980" y="1591418"/>
                </a:cubicBezTo>
                <a:lnTo>
                  <a:pt x="6777442" y="1584794"/>
                </a:lnTo>
                <a:cubicBezTo>
                  <a:pt x="6772383" y="1554782"/>
                  <a:pt x="6769933" y="1524133"/>
                  <a:pt x="6769975" y="1493044"/>
                </a:cubicBezTo>
                <a:cubicBezTo>
                  <a:pt x="6768663" y="1487460"/>
                  <a:pt x="6768604" y="1481838"/>
                  <a:pt x="6768604" y="1476202"/>
                </a:cubicBezTo>
                <a:lnTo>
                  <a:pt x="6769198" y="1464852"/>
                </a:lnTo>
                <a:lnTo>
                  <a:pt x="6769696" y="1464884"/>
                </a:lnTo>
                <a:close/>
                <a:moveTo>
                  <a:pt x="6755934" y="1464394"/>
                </a:moveTo>
                <a:lnTo>
                  <a:pt x="6755960" y="1464884"/>
                </a:lnTo>
                <a:lnTo>
                  <a:pt x="6756458" y="1464852"/>
                </a:lnTo>
                <a:lnTo>
                  <a:pt x="6757052" y="1476202"/>
                </a:lnTo>
                <a:cubicBezTo>
                  <a:pt x="6757052" y="1481838"/>
                  <a:pt x="6756994" y="1487460"/>
                  <a:pt x="6755682" y="1493044"/>
                </a:cubicBezTo>
                <a:cubicBezTo>
                  <a:pt x="6755724" y="1524133"/>
                  <a:pt x="6753273" y="1554782"/>
                  <a:pt x="6748215" y="1584794"/>
                </a:cubicBezTo>
                <a:lnTo>
                  <a:pt x="6747676" y="1591418"/>
                </a:lnTo>
                <a:cubicBezTo>
                  <a:pt x="6747507" y="1591423"/>
                  <a:pt x="6747338" y="1591427"/>
                  <a:pt x="6747171" y="1591480"/>
                </a:cubicBezTo>
                <a:cubicBezTo>
                  <a:pt x="6696895" y="1941574"/>
                  <a:pt x="6415856" y="2220146"/>
                  <a:pt x="6057005" y="2279078"/>
                </a:cubicBezTo>
                <a:lnTo>
                  <a:pt x="6056889" y="2280217"/>
                </a:lnTo>
                <a:cubicBezTo>
                  <a:pt x="6051578" y="2281220"/>
                  <a:pt x="6046249" y="2282161"/>
                  <a:pt x="6040672" y="2281745"/>
                </a:cubicBezTo>
                <a:cubicBezTo>
                  <a:pt x="6009500" y="2287255"/>
                  <a:pt x="5977620" y="2290213"/>
                  <a:pt x="5945246" y="2290736"/>
                </a:cubicBezTo>
                <a:lnTo>
                  <a:pt x="5928127" y="2292349"/>
                </a:lnTo>
                <a:lnTo>
                  <a:pt x="5928101" y="2291858"/>
                </a:lnTo>
                <a:lnTo>
                  <a:pt x="5927602" y="2291891"/>
                </a:lnTo>
                <a:cubicBezTo>
                  <a:pt x="5927036" y="2288119"/>
                  <a:pt x="5927009" y="2284333"/>
                  <a:pt x="5927009" y="2280541"/>
                </a:cubicBezTo>
                <a:cubicBezTo>
                  <a:pt x="5927009" y="2274903"/>
                  <a:pt x="5927068" y="2269279"/>
                  <a:pt x="5928380" y="2263693"/>
                </a:cubicBezTo>
                <a:cubicBezTo>
                  <a:pt x="5928338" y="2232611"/>
                  <a:pt x="5930787" y="2201969"/>
                  <a:pt x="5935844" y="2171962"/>
                </a:cubicBezTo>
                <a:lnTo>
                  <a:pt x="5936384" y="2165325"/>
                </a:lnTo>
                <a:cubicBezTo>
                  <a:pt x="5936553" y="2165320"/>
                  <a:pt x="5936722" y="2165315"/>
                  <a:pt x="5936890" y="2165262"/>
                </a:cubicBezTo>
                <a:cubicBezTo>
                  <a:pt x="5987166" y="1815167"/>
                  <a:pt x="6268205" y="1536596"/>
                  <a:pt x="6627056" y="1477664"/>
                </a:cubicBezTo>
                <a:lnTo>
                  <a:pt x="6627173" y="1476525"/>
                </a:lnTo>
                <a:cubicBezTo>
                  <a:pt x="6632481" y="1475523"/>
                  <a:pt x="6637809" y="1474582"/>
                  <a:pt x="6643385" y="1474998"/>
                </a:cubicBezTo>
                <a:cubicBezTo>
                  <a:pt x="6674569" y="1469485"/>
                  <a:pt x="6706461" y="1466527"/>
                  <a:pt x="6738847" y="1466004"/>
                </a:cubicBezTo>
                <a:close/>
                <a:moveTo>
                  <a:pt x="5077571" y="1464394"/>
                </a:moveTo>
                <a:lnTo>
                  <a:pt x="5094659" y="1466004"/>
                </a:lnTo>
                <a:cubicBezTo>
                  <a:pt x="5127044" y="1466527"/>
                  <a:pt x="5158937" y="1469485"/>
                  <a:pt x="5190120" y="1474998"/>
                </a:cubicBezTo>
                <a:cubicBezTo>
                  <a:pt x="5195696" y="1474582"/>
                  <a:pt x="5201024" y="1475523"/>
                  <a:pt x="5206334" y="1476525"/>
                </a:cubicBezTo>
                <a:lnTo>
                  <a:pt x="5206450" y="1477664"/>
                </a:lnTo>
                <a:cubicBezTo>
                  <a:pt x="5565300" y="1536596"/>
                  <a:pt x="5846339" y="1815167"/>
                  <a:pt x="5896616" y="2165262"/>
                </a:cubicBezTo>
                <a:cubicBezTo>
                  <a:pt x="5896783" y="2165315"/>
                  <a:pt x="5896953" y="2165320"/>
                  <a:pt x="5897121" y="2165325"/>
                </a:cubicBezTo>
                <a:lnTo>
                  <a:pt x="5897662" y="2171962"/>
                </a:lnTo>
                <a:cubicBezTo>
                  <a:pt x="5902718" y="2201969"/>
                  <a:pt x="5905168" y="2232611"/>
                  <a:pt x="5905126" y="2263693"/>
                </a:cubicBezTo>
                <a:cubicBezTo>
                  <a:pt x="5906438" y="2269279"/>
                  <a:pt x="5906496" y="2274903"/>
                  <a:pt x="5906496" y="2280541"/>
                </a:cubicBezTo>
                <a:cubicBezTo>
                  <a:pt x="5906496" y="2284333"/>
                  <a:pt x="5906469" y="2288119"/>
                  <a:pt x="5905903" y="2291891"/>
                </a:cubicBezTo>
                <a:lnTo>
                  <a:pt x="5905404" y="2291858"/>
                </a:lnTo>
                <a:lnTo>
                  <a:pt x="5905378" y="2292349"/>
                </a:lnTo>
                <a:lnTo>
                  <a:pt x="5888260" y="2290736"/>
                </a:lnTo>
                <a:cubicBezTo>
                  <a:pt x="5855886" y="2290213"/>
                  <a:pt x="5824005" y="2287255"/>
                  <a:pt x="5792833" y="2281745"/>
                </a:cubicBezTo>
                <a:cubicBezTo>
                  <a:pt x="5787256" y="2282161"/>
                  <a:pt x="5781927" y="2281220"/>
                  <a:pt x="5776617" y="2280217"/>
                </a:cubicBezTo>
                <a:lnTo>
                  <a:pt x="5776501" y="2279078"/>
                </a:lnTo>
                <a:cubicBezTo>
                  <a:pt x="5417649" y="2220146"/>
                  <a:pt x="5136610" y="1941574"/>
                  <a:pt x="5086335" y="1591480"/>
                </a:cubicBezTo>
                <a:cubicBezTo>
                  <a:pt x="5086167" y="1591427"/>
                  <a:pt x="5085999" y="1591423"/>
                  <a:pt x="5085830" y="1591418"/>
                </a:cubicBezTo>
                <a:lnTo>
                  <a:pt x="5085291" y="1584794"/>
                </a:lnTo>
                <a:cubicBezTo>
                  <a:pt x="5080233" y="1554782"/>
                  <a:pt x="5077782" y="1524133"/>
                  <a:pt x="5077824" y="1493044"/>
                </a:cubicBezTo>
                <a:cubicBezTo>
                  <a:pt x="5076512" y="1487460"/>
                  <a:pt x="5076453" y="1481838"/>
                  <a:pt x="5076453" y="1476202"/>
                </a:cubicBezTo>
                <a:lnTo>
                  <a:pt x="5077047" y="1464852"/>
                </a:lnTo>
                <a:lnTo>
                  <a:pt x="5077545" y="1464884"/>
                </a:lnTo>
                <a:close/>
                <a:moveTo>
                  <a:pt x="5063783" y="1464394"/>
                </a:moveTo>
                <a:lnTo>
                  <a:pt x="5063809" y="1464884"/>
                </a:lnTo>
                <a:lnTo>
                  <a:pt x="5064307" y="1464852"/>
                </a:lnTo>
                <a:lnTo>
                  <a:pt x="5064902" y="1476202"/>
                </a:lnTo>
                <a:cubicBezTo>
                  <a:pt x="5064902" y="1481838"/>
                  <a:pt x="5064842" y="1487460"/>
                  <a:pt x="5063530" y="1493044"/>
                </a:cubicBezTo>
                <a:cubicBezTo>
                  <a:pt x="5063572" y="1524133"/>
                  <a:pt x="5061122" y="1554782"/>
                  <a:pt x="5056063" y="1584794"/>
                </a:cubicBezTo>
                <a:lnTo>
                  <a:pt x="5055525" y="1591418"/>
                </a:lnTo>
                <a:cubicBezTo>
                  <a:pt x="5055355" y="1591423"/>
                  <a:pt x="5055187" y="1591427"/>
                  <a:pt x="5055019" y="1591480"/>
                </a:cubicBezTo>
                <a:cubicBezTo>
                  <a:pt x="5004744" y="1941574"/>
                  <a:pt x="4723705" y="2220146"/>
                  <a:pt x="4364853" y="2279078"/>
                </a:cubicBezTo>
                <a:lnTo>
                  <a:pt x="4364737" y="2280217"/>
                </a:lnTo>
                <a:cubicBezTo>
                  <a:pt x="4359427" y="2281220"/>
                  <a:pt x="4354098" y="2282161"/>
                  <a:pt x="4348521" y="2281745"/>
                </a:cubicBezTo>
                <a:cubicBezTo>
                  <a:pt x="4317350" y="2287255"/>
                  <a:pt x="4285468" y="2290213"/>
                  <a:pt x="4253094" y="2290736"/>
                </a:cubicBezTo>
                <a:lnTo>
                  <a:pt x="4235976" y="2292349"/>
                </a:lnTo>
                <a:lnTo>
                  <a:pt x="4235950" y="2291858"/>
                </a:lnTo>
                <a:lnTo>
                  <a:pt x="4235451" y="2291891"/>
                </a:lnTo>
                <a:cubicBezTo>
                  <a:pt x="4234885" y="2288119"/>
                  <a:pt x="4234858" y="2284333"/>
                  <a:pt x="4234858" y="2280541"/>
                </a:cubicBezTo>
                <a:cubicBezTo>
                  <a:pt x="4234858" y="2274903"/>
                  <a:pt x="4234916" y="2269279"/>
                  <a:pt x="4236228" y="2263693"/>
                </a:cubicBezTo>
                <a:cubicBezTo>
                  <a:pt x="4236186" y="2232611"/>
                  <a:pt x="4238636" y="2201969"/>
                  <a:pt x="4243692" y="2171962"/>
                </a:cubicBezTo>
                <a:lnTo>
                  <a:pt x="4244233" y="2165325"/>
                </a:lnTo>
                <a:cubicBezTo>
                  <a:pt x="4244401" y="2165320"/>
                  <a:pt x="4244571" y="2165315"/>
                  <a:pt x="4244738" y="2165262"/>
                </a:cubicBezTo>
                <a:cubicBezTo>
                  <a:pt x="4295015" y="1815167"/>
                  <a:pt x="4576054" y="1536596"/>
                  <a:pt x="4934904" y="1477664"/>
                </a:cubicBezTo>
                <a:lnTo>
                  <a:pt x="4935021" y="1476525"/>
                </a:lnTo>
                <a:cubicBezTo>
                  <a:pt x="4940330" y="1475523"/>
                  <a:pt x="4945658" y="1474582"/>
                  <a:pt x="4951234" y="1474998"/>
                </a:cubicBezTo>
                <a:cubicBezTo>
                  <a:pt x="4982417" y="1469485"/>
                  <a:pt x="5014310" y="1466527"/>
                  <a:pt x="5046695" y="1466004"/>
                </a:cubicBezTo>
                <a:close/>
                <a:moveTo>
                  <a:pt x="3385420" y="1464394"/>
                </a:moveTo>
                <a:lnTo>
                  <a:pt x="3402507" y="1466004"/>
                </a:lnTo>
                <a:cubicBezTo>
                  <a:pt x="3434893" y="1466527"/>
                  <a:pt x="3466785" y="1469485"/>
                  <a:pt x="3497969" y="1474998"/>
                </a:cubicBezTo>
                <a:cubicBezTo>
                  <a:pt x="3503545" y="1474582"/>
                  <a:pt x="3508873" y="1475523"/>
                  <a:pt x="3514181" y="1476525"/>
                </a:cubicBezTo>
                <a:lnTo>
                  <a:pt x="3514298" y="1477664"/>
                </a:lnTo>
                <a:cubicBezTo>
                  <a:pt x="3873149" y="1536596"/>
                  <a:pt x="4154188" y="1815167"/>
                  <a:pt x="4204464" y="2165262"/>
                </a:cubicBezTo>
                <a:cubicBezTo>
                  <a:pt x="4204632" y="2165315"/>
                  <a:pt x="4204801" y="2165320"/>
                  <a:pt x="4204970" y="2165325"/>
                </a:cubicBezTo>
                <a:lnTo>
                  <a:pt x="4205510" y="2171962"/>
                </a:lnTo>
                <a:cubicBezTo>
                  <a:pt x="4210567" y="2201969"/>
                  <a:pt x="4213016" y="2232611"/>
                  <a:pt x="4212974" y="2263693"/>
                </a:cubicBezTo>
                <a:cubicBezTo>
                  <a:pt x="4214286" y="2269279"/>
                  <a:pt x="4214345" y="2274903"/>
                  <a:pt x="4214345" y="2280541"/>
                </a:cubicBezTo>
                <a:cubicBezTo>
                  <a:pt x="4214345" y="2284333"/>
                  <a:pt x="4214318" y="2288119"/>
                  <a:pt x="4213752" y="2291891"/>
                </a:cubicBezTo>
                <a:lnTo>
                  <a:pt x="4213253" y="2291858"/>
                </a:lnTo>
                <a:lnTo>
                  <a:pt x="4213227" y="2292349"/>
                </a:lnTo>
                <a:lnTo>
                  <a:pt x="4196108" y="2290736"/>
                </a:lnTo>
                <a:cubicBezTo>
                  <a:pt x="4163734" y="2290213"/>
                  <a:pt x="4131854" y="2287255"/>
                  <a:pt x="4100682" y="2281745"/>
                </a:cubicBezTo>
                <a:cubicBezTo>
                  <a:pt x="4095105" y="2282161"/>
                  <a:pt x="4089776" y="2281220"/>
                  <a:pt x="4084465" y="2280217"/>
                </a:cubicBezTo>
                <a:lnTo>
                  <a:pt x="4084349" y="2279078"/>
                </a:lnTo>
                <a:cubicBezTo>
                  <a:pt x="3725498" y="2220146"/>
                  <a:pt x="3444459" y="1941574"/>
                  <a:pt x="3394183" y="1591480"/>
                </a:cubicBezTo>
                <a:cubicBezTo>
                  <a:pt x="3394016" y="1591427"/>
                  <a:pt x="3393847" y="1591423"/>
                  <a:pt x="3393678" y="1591418"/>
                </a:cubicBezTo>
                <a:lnTo>
                  <a:pt x="3393139" y="1584794"/>
                </a:lnTo>
                <a:cubicBezTo>
                  <a:pt x="3388081" y="1554782"/>
                  <a:pt x="3385630" y="1524133"/>
                  <a:pt x="3385672" y="1493044"/>
                </a:cubicBezTo>
                <a:cubicBezTo>
                  <a:pt x="3384360" y="1487460"/>
                  <a:pt x="3384302" y="1481838"/>
                  <a:pt x="3384302" y="1476202"/>
                </a:cubicBezTo>
                <a:lnTo>
                  <a:pt x="3384896" y="1464852"/>
                </a:lnTo>
                <a:lnTo>
                  <a:pt x="3385394" y="1464884"/>
                </a:lnTo>
                <a:close/>
                <a:moveTo>
                  <a:pt x="3371632" y="1464394"/>
                </a:moveTo>
                <a:lnTo>
                  <a:pt x="3371658" y="1464884"/>
                </a:lnTo>
                <a:lnTo>
                  <a:pt x="3372156" y="1464852"/>
                </a:lnTo>
                <a:lnTo>
                  <a:pt x="3372750" y="1476202"/>
                </a:lnTo>
                <a:cubicBezTo>
                  <a:pt x="3372750" y="1481838"/>
                  <a:pt x="3372691" y="1487460"/>
                  <a:pt x="3371379" y="1493044"/>
                </a:cubicBezTo>
                <a:cubicBezTo>
                  <a:pt x="3371421" y="1524133"/>
                  <a:pt x="3368971" y="1554782"/>
                  <a:pt x="3363912" y="1584794"/>
                </a:cubicBezTo>
                <a:lnTo>
                  <a:pt x="3363374" y="1591418"/>
                </a:lnTo>
                <a:cubicBezTo>
                  <a:pt x="3363204" y="1591423"/>
                  <a:pt x="3363036" y="1591427"/>
                  <a:pt x="3362868" y="1591480"/>
                </a:cubicBezTo>
                <a:cubicBezTo>
                  <a:pt x="3312593" y="1941574"/>
                  <a:pt x="3031554" y="2220146"/>
                  <a:pt x="2672703" y="2279078"/>
                </a:cubicBezTo>
                <a:lnTo>
                  <a:pt x="2672586" y="2280217"/>
                </a:lnTo>
                <a:cubicBezTo>
                  <a:pt x="2667276" y="2281220"/>
                  <a:pt x="2661947" y="2282161"/>
                  <a:pt x="2656370" y="2281745"/>
                </a:cubicBezTo>
                <a:cubicBezTo>
                  <a:pt x="2625198" y="2287255"/>
                  <a:pt x="2593318" y="2290213"/>
                  <a:pt x="2560943" y="2290736"/>
                </a:cubicBezTo>
                <a:lnTo>
                  <a:pt x="2543825" y="2292349"/>
                </a:lnTo>
                <a:lnTo>
                  <a:pt x="2543799" y="2291858"/>
                </a:lnTo>
                <a:lnTo>
                  <a:pt x="2543300" y="2291891"/>
                </a:lnTo>
                <a:cubicBezTo>
                  <a:pt x="2542734" y="2288119"/>
                  <a:pt x="2542707" y="2284333"/>
                  <a:pt x="2542707" y="2280541"/>
                </a:cubicBezTo>
                <a:cubicBezTo>
                  <a:pt x="2542707" y="2274903"/>
                  <a:pt x="2542765" y="2269279"/>
                  <a:pt x="2544077" y="2263693"/>
                </a:cubicBezTo>
                <a:cubicBezTo>
                  <a:pt x="2544035" y="2232611"/>
                  <a:pt x="2546485" y="2201969"/>
                  <a:pt x="2551541" y="2171962"/>
                </a:cubicBezTo>
                <a:lnTo>
                  <a:pt x="2552082" y="2165325"/>
                </a:lnTo>
                <a:cubicBezTo>
                  <a:pt x="2552250" y="2165320"/>
                  <a:pt x="2552420" y="2165315"/>
                  <a:pt x="2552587" y="2165262"/>
                </a:cubicBezTo>
                <a:cubicBezTo>
                  <a:pt x="2602864" y="1815167"/>
                  <a:pt x="2883903" y="1536596"/>
                  <a:pt x="3242753" y="1477664"/>
                </a:cubicBezTo>
                <a:lnTo>
                  <a:pt x="3242870" y="1476525"/>
                </a:lnTo>
                <a:cubicBezTo>
                  <a:pt x="3248179" y="1475523"/>
                  <a:pt x="3253507" y="1474582"/>
                  <a:pt x="3259083" y="1474998"/>
                </a:cubicBezTo>
                <a:cubicBezTo>
                  <a:pt x="3290266" y="1469485"/>
                  <a:pt x="3322159" y="1466527"/>
                  <a:pt x="3354544" y="1466004"/>
                </a:cubicBezTo>
                <a:close/>
                <a:moveTo>
                  <a:pt x="1693269" y="1464394"/>
                </a:moveTo>
                <a:lnTo>
                  <a:pt x="1710356" y="1466004"/>
                </a:lnTo>
                <a:cubicBezTo>
                  <a:pt x="1742742" y="1466527"/>
                  <a:pt x="1774634" y="1469485"/>
                  <a:pt x="1805818" y="1474998"/>
                </a:cubicBezTo>
                <a:cubicBezTo>
                  <a:pt x="1811394" y="1474582"/>
                  <a:pt x="1816722" y="1475523"/>
                  <a:pt x="1822030" y="1476525"/>
                </a:cubicBezTo>
                <a:lnTo>
                  <a:pt x="1822148" y="1477664"/>
                </a:lnTo>
                <a:cubicBezTo>
                  <a:pt x="2180998" y="1536596"/>
                  <a:pt x="2462037" y="1815167"/>
                  <a:pt x="2512313" y="2165262"/>
                </a:cubicBezTo>
                <a:cubicBezTo>
                  <a:pt x="2512481" y="2165315"/>
                  <a:pt x="2512650" y="2165320"/>
                  <a:pt x="2512819" y="2165325"/>
                </a:cubicBezTo>
                <a:lnTo>
                  <a:pt x="2513359" y="2171962"/>
                </a:lnTo>
                <a:cubicBezTo>
                  <a:pt x="2518416" y="2201969"/>
                  <a:pt x="2520865" y="2232611"/>
                  <a:pt x="2520823" y="2263693"/>
                </a:cubicBezTo>
                <a:cubicBezTo>
                  <a:pt x="2522135" y="2269279"/>
                  <a:pt x="2522194" y="2274903"/>
                  <a:pt x="2522194" y="2280541"/>
                </a:cubicBezTo>
                <a:cubicBezTo>
                  <a:pt x="2522194" y="2284333"/>
                  <a:pt x="2522167" y="2288119"/>
                  <a:pt x="2521601" y="2291891"/>
                </a:cubicBezTo>
                <a:lnTo>
                  <a:pt x="2521102" y="2291858"/>
                </a:lnTo>
                <a:lnTo>
                  <a:pt x="2521076" y="2292349"/>
                </a:lnTo>
                <a:lnTo>
                  <a:pt x="2503957" y="2290736"/>
                </a:lnTo>
                <a:cubicBezTo>
                  <a:pt x="2471583" y="2290213"/>
                  <a:pt x="2439703" y="2287255"/>
                  <a:pt x="2408531" y="2281745"/>
                </a:cubicBezTo>
                <a:cubicBezTo>
                  <a:pt x="2402954" y="2282161"/>
                  <a:pt x="2397625" y="2281220"/>
                  <a:pt x="2392314" y="2280217"/>
                </a:cubicBezTo>
                <a:lnTo>
                  <a:pt x="2392198" y="2279078"/>
                </a:lnTo>
                <a:cubicBezTo>
                  <a:pt x="2033347" y="2220146"/>
                  <a:pt x="1752308" y="1941574"/>
                  <a:pt x="1702032" y="1591480"/>
                </a:cubicBezTo>
                <a:cubicBezTo>
                  <a:pt x="1701865" y="1591427"/>
                  <a:pt x="1701696" y="1591423"/>
                  <a:pt x="1701527" y="1591418"/>
                </a:cubicBezTo>
                <a:lnTo>
                  <a:pt x="1700989" y="1584794"/>
                </a:lnTo>
                <a:cubicBezTo>
                  <a:pt x="1695930" y="1554782"/>
                  <a:pt x="1693479" y="1524133"/>
                  <a:pt x="1693521" y="1493044"/>
                </a:cubicBezTo>
                <a:cubicBezTo>
                  <a:pt x="1692209" y="1487460"/>
                  <a:pt x="1692151" y="1481838"/>
                  <a:pt x="1692151" y="1476202"/>
                </a:cubicBezTo>
                <a:lnTo>
                  <a:pt x="1692745" y="1464852"/>
                </a:lnTo>
                <a:lnTo>
                  <a:pt x="1693243" y="1464884"/>
                </a:lnTo>
                <a:close/>
                <a:moveTo>
                  <a:pt x="1679481" y="1464394"/>
                </a:moveTo>
                <a:lnTo>
                  <a:pt x="1679507" y="1464884"/>
                </a:lnTo>
                <a:lnTo>
                  <a:pt x="1680005" y="1464852"/>
                </a:lnTo>
                <a:lnTo>
                  <a:pt x="1680599" y="1476202"/>
                </a:lnTo>
                <a:cubicBezTo>
                  <a:pt x="1680599" y="1481838"/>
                  <a:pt x="1680540" y="1487460"/>
                  <a:pt x="1679228" y="1493044"/>
                </a:cubicBezTo>
                <a:cubicBezTo>
                  <a:pt x="1679270" y="1524133"/>
                  <a:pt x="1676820" y="1554782"/>
                  <a:pt x="1671761" y="1584794"/>
                </a:cubicBezTo>
                <a:lnTo>
                  <a:pt x="1671223" y="1591418"/>
                </a:lnTo>
                <a:cubicBezTo>
                  <a:pt x="1671053" y="1591423"/>
                  <a:pt x="1670885" y="1591427"/>
                  <a:pt x="1670717" y="1591480"/>
                </a:cubicBezTo>
                <a:cubicBezTo>
                  <a:pt x="1620442" y="1941574"/>
                  <a:pt x="1339403" y="2220146"/>
                  <a:pt x="980552" y="2279078"/>
                </a:cubicBezTo>
                <a:lnTo>
                  <a:pt x="980435" y="2280217"/>
                </a:lnTo>
                <a:cubicBezTo>
                  <a:pt x="975125" y="2281220"/>
                  <a:pt x="969796" y="2282161"/>
                  <a:pt x="964219" y="2281745"/>
                </a:cubicBezTo>
                <a:cubicBezTo>
                  <a:pt x="933047" y="2287255"/>
                  <a:pt x="901167" y="2290213"/>
                  <a:pt x="868792" y="2290736"/>
                </a:cubicBezTo>
                <a:lnTo>
                  <a:pt x="851674" y="2292349"/>
                </a:lnTo>
                <a:lnTo>
                  <a:pt x="851648" y="2291858"/>
                </a:lnTo>
                <a:lnTo>
                  <a:pt x="851149" y="2291891"/>
                </a:lnTo>
                <a:cubicBezTo>
                  <a:pt x="850583" y="2288119"/>
                  <a:pt x="850556" y="2284333"/>
                  <a:pt x="850556" y="2280541"/>
                </a:cubicBezTo>
                <a:cubicBezTo>
                  <a:pt x="850556" y="2274903"/>
                  <a:pt x="850614" y="2269279"/>
                  <a:pt x="851926" y="2263693"/>
                </a:cubicBezTo>
                <a:cubicBezTo>
                  <a:pt x="851884" y="2232611"/>
                  <a:pt x="854334" y="2201969"/>
                  <a:pt x="859390" y="2171962"/>
                </a:cubicBezTo>
                <a:lnTo>
                  <a:pt x="859931" y="2165325"/>
                </a:lnTo>
                <a:cubicBezTo>
                  <a:pt x="860099" y="2165320"/>
                  <a:pt x="860269" y="2165315"/>
                  <a:pt x="860436" y="2165262"/>
                </a:cubicBezTo>
                <a:cubicBezTo>
                  <a:pt x="910713" y="1815167"/>
                  <a:pt x="1191752" y="1536596"/>
                  <a:pt x="1550602" y="1477664"/>
                </a:cubicBezTo>
                <a:lnTo>
                  <a:pt x="1550719" y="1476525"/>
                </a:lnTo>
                <a:cubicBezTo>
                  <a:pt x="1556028" y="1475523"/>
                  <a:pt x="1561356" y="1474582"/>
                  <a:pt x="1566932" y="1474998"/>
                </a:cubicBezTo>
                <a:cubicBezTo>
                  <a:pt x="1598115" y="1469485"/>
                  <a:pt x="1630008" y="1466527"/>
                  <a:pt x="1662393" y="1466004"/>
                </a:cubicBezTo>
                <a:close/>
                <a:moveTo>
                  <a:pt x="1118" y="1464394"/>
                </a:moveTo>
                <a:lnTo>
                  <a:pt x="18205" y="1466004"/>
                </a:lnTo>
                <a:cubicBezTo>
                  <a:pt x="50591" y="1466527"/>
                  <a:pt x="82483" y="1469485"/>
                  <a:pt x="113667" y="1474998"/>
                </a:cubicBezTo>
                <a:cubicBezTo>
                  <a:pt x="119243" y="1474582"/>
                  <a:pt x="124571" y="1475523"/>
                  <a:pt x="129879" y="1476525"/>
                </a:cubicBezTo>
                <a:lnTo>
                  <a:pt x="129997" y="1477664"/>
                </a:lnTo>
                <a:cubicBezTo>
                  <a:pt x="488847" y="1536596"/>
                  <a:pt x="769886" y="1815167"/>
                  <a:pt x="820162" y="2165262"/>
                </a:cubicBezTo>
                <a:cubicBezTo>
                  <a:pt x="820330" y="2165315"/>
                  <a:pt x="820499" y="2165320"/>
                  <a:pt x="820668" y="2165325"/>
                </a:cubicBezTo>
                <a:lnTo>
                  <a:pt x="821208" y="2171962"/>
                </a:lnTo>
                <a:cubicBezTo>
                  <a:pt x="826265" y="2201969"/>
                  <a:pt x="828714" y="2232611"/>
                  <a:pt x="828672" y="2263693"/>
                </a:cubicBezTo>
                <a:cubicBezTo>
                  <a:pt x="829984" y="2269279"/>
                  <a:pt x="830043" y="2274903"/>
                  <a:pt x="830043" y="2280541"/>
                </a:cubicBezTo>
                <a:cubicBezTo>
                  <a:pt x="830043" y="2284333"/>
                  <a:pt x="830016" y="2288119"/>
                  <a:pt x="829450" y="2291891"/>
                </a:cubicBezTo>
                <a:lnTo>
                  <a:pt x="828951" y="2291858"/>
                </a:lnTo>
                <a:lnTo>
                  <a:pt x="828925" y="2292349"/>
                </a:lnTo>
                <a:lnTo>
                  <a:pt x="811806" y="2290736"/>
                </a:lnTo>
                <a:cubicBezTo>
                  <a:pt x="779432" y="2290213"/>
                  <a:pt x="747552" y="2287255"/>
                  <a:pt x="716380" y="2281745"/>
                </a:cubicBezTo>
                <a:cubicBezTo>
                  <a:pt x="710803" y="2282161"/>
                  <a:pt x="705474" y="2281220"/>
                  <a:pt x="700163" y="2280217"/>
                </a:cubicBezTo>
                <a:lnTo>
                  <a:pt x="700047" y="2279078"/>
                </a:lnTo>
                <a:cubicBezTo>
                  <a:pt x="341196" y="2220146"/>
                  <a:pt x="60157" y="1941574"/>
                  <a:pt x="9881" y="1591480"/>
                </a:cubicBezTo>
                <a:cubicBezTo>
                  <a:pt x="9714" y="1591427"/>
                  <a:pt x="9545" y="1591423"/>
                  <a:pt x="9376" y="1591418"/>
                </a:cubicBezTo>
                <a:lnTo>
                  <a:pt x="8837" y="1584794"/>
                </a:lnTo>
                <a:cubicBezTo>
                  <a:pt x="3779" y="1554782"/>
                  <a:pt x="1328" y="1524133"/>
                  <a:pt x="1370" y="1493044"/>
                </a:cubicBezTo>
                <a:cubicBezTo>
                  <a:pt x="58" y="1487460"/>
                  <a:pt x="0" y="1481838"/>
                  <a:pt x="0" y="1476202"/>
                </a:cubicBezTo>
                <a:lnTo>
                  <a:pt x="594" y="1464852"/>
                </a:lnTo>
                <a:lnTo>
                  <a:pt x="1092" y="1464884"/>
                </a:lnTo>
                <a:close/>
                <a:moveTo>
                  <a:pt x="7762529" y="750600"/>
                </a:moveTo>
                <a:cubicBezTo>
                  <a:pt x="7815805" y="1021506"/>
                  <a:pt x="8030648" y="1236303"/>
                  <a:pt x="8305838" y="1295446"/>
                </a:cubicBezTo>
                <a:cubicBezTo>
                  <a:pt x="8252563" y="1024540"/>
                  <a:pt x="8037719" y="809743"/>
                  <a:pt x="7762529" y="750600"/>
                </a:cubicBezTo>
                <a:close/>
                <a:moveTo>
                  <a:pt x="7455280" y="750600"/>
                </a:moveTo>
                <a:cubicBezTo>
                  <a:pt x="7180090" y="809743"/>
                  <a:pt x="6965246" y="1024540"/>
                  <a:pt x="6911971" y="1295446"/>
                </a:cubicBezTo>
                <a:cubicBezTo>
                  <a:pt x="7187161" y="1236303"/>
                  <a:pt x="7402004" y="1021506"/>
                  <a:pt x="7455280" y="750600"/>
                </a:cubicBezTo>
                <a:close/>
                <a:moveTo>
                  <a:pt x="6070378" y="750600"/>
                </a:moveTo>
                <a:cubicBezTo>
                  <a:pt x="6123654" y="1021506"/>
                  <a:pt x="6338497" y="1236303"/>
                  <a:pt x="6613687" y="1295446"/>
                </a:cubicBezTo>
                <a:cubicBezTo>
                  <a:pt x="6560412" y="1024540"/>
                  <a:pt x="6345568" y="809743"/>
                  <a:pt x="6070378" y="750600"/>
                </a:cubicBezTo>
                <a:close/>
                <a:moveTo>
                  <a:pt x="5763129" y="750600"/>
                </a:moveTo>
                <a:cubicBezTo>
                  <a:pt x="5487939" y="809743"/>
                  <a:pt x="5273095" y="1024540"/>
                  <a:pt x="5219820" y="1295446"/>
                </a:cubicBezTo>
                <a:cubicBezTo>
                  <a:pt x="5495010" y="1236303"/>
                  <a:pt x="5709853" y="1021506"/>
                  <a:pt x="5763129" y="750600"/>
                </a:cubicBezTo>
                <a:close/>
                <a:moveTo>
                  <a:pt x="4378227" y="750600"/>
                </a:moveTo>
                <a:cubicBezTo>
                  <a:pt x="4431503" y="1021506"/>
                  <a:pt x="4646346" y="1236303"/>
                  <a:pt x="4921536" y="1295446"/>
                </a:cubicBezTo>
                <a:cubicBezTo>
                  <a:pt x="4868261" y="1024540"/>
                  <a:pt x="4653417" y="809743"/>
                  <a:pt x="4378227" y="750600"/>
                </a:cubicBezTo>
                <a:close/>
                <a:moveTo>
                  <a:pt x="4070978" y="750600"/>
                </a:moveTo>
                <a:cubicBezTo>
                  <a:pt x="3795788" y="809743"/>
                  <a:pt x="3580944" y="1024540"/>
                  <a:pt x="3527669" y="1295446"/>
                </a:cubicBezTo>
                <a:cubicBezTo>
                  <a:pt x="3802859" y="1236303"/>
                  <a:pt x="4017702" y="1021506"/>
                  <a:pt x="4070978" y="750600"/>
                </a:cubicBezTo>
                <a:close/>
                <a:moveTo>
                  <a:pt x="2686076" y="750600"/>
                </a:moveTo>
                <a:cubicBezTo>
                  <a:pt x="2739352" y="1021506"/>
                  <a:pt x="2954195" y="1236303"/>
                  <a:pt x="3229385" y="1295446"/>
                </a:cubicBezTo>
                <a:cubicBezTo>
                  <a:pt x="3176110" y="1024540"/>
                  <a:pt x="2961266" y="809743"/>
                  <a:pt x="2686076" y="750600"/>
                </a:cubicBezTo>
                <a:close/>
                <a:moveTo>
                  <a:pt x="2378827" y="750600"/>
                </a:moveTo>
                <a:cubicBezTo>
                  <a:pt x="2103637" y="809743"/>
                  <a:pt x="1888793" y="1024540"/>
                  <a:pt x="1835518" y="1295446"/>
                </a:cubicBezTo>
                <a:cubicBezTo>
                  <a:pt x="2110708" y="1236303"/>
                  <a:pt x="2325551" y="1021506"/>
                  <a:pt x="2378827" y="750600"/>
                </a:cubicBezTo>
                <a:close/>
                <a:moveTo>
                  <a:pt x="993925" y="750600"/>
                </a:moveTo>
                <a:cubicBezTo>
                  <a:pt x="1047201" y="1021506"/>
                  <a:pt x="1262044" y="1236303"/>
                  <a:pt x="1537234" y="1295446"/>
                </a:cubicBezTo>
                <a:cubicBezTo>
                  <a:pt x="1483959" y="1024540"/>
                  <a:pt x="1269115" y="809743"/>
                  <a:pt x="993925" y="750600"/>
                </a:cubicBezTo>
                <a:close/>
                <a:moveTo>
                  <a:pt x="686676" y="750600"/>
                </a:moveTo>
                <a:cubicBezTo>
                  <a:pt x="411486" y="809743"/>
                  <a:pt x="196642" y="1024540"/>
                  <a:pt x="143367" y="1295446"/>
                </a:cubicBezTo>
                <a:cubicBezTo>
                  <a:pt x="418557" y="1236303"/>
                  <a:pt x="633400" y="1021506"/>
                  <a:pt x="686676" y="750600"/>
                </a:cubicBezTo>
                <a:close/>
                <a:moveTo>
                  <a:pt x="9139239" y="624486"/>
                </a:moveTo>
                <a:lnTo>
                  <a:pt x="9139239" y="752995"/>
                </a:lnTo>
                <a:lnTo>
                  <a:pt x="9047261" y="779881"/>
                </a:lnTo>
                <a:cubicBezTo>
                  <a:pt x="8821055" y="864319"/>
                  <a:pt x="8650738" y="1058403"/>
                  <a:pt x="8604122" y="1295446"/>
                </a:cubicBezTo>
                <a:cubicBezTo>
                  <a:pt x="8844913" y="1243696"/>
                  <a:pt x="9039501" y="1072773"/>
                  <a:pt x="9120077" y="849365"/>
                </a:cubicBezTo>
                <a:lnTo>
                  <a:pt x="9139239" y="780178"/>
                </a:lnTo>
                <a:lnTo>
                  <a:pt x="9139239" y="1085737"/>
                </a:lnTo>
                <a:lnTo>
                  <a:pt x="9135069" y="1092549"/>
                </a:lnTo>
                <a:cubicBezTo>
                  <a:pt x="9008919" y="1266178"/>
                  <a:pt x="8815033" y="1389778"/>
                  <a:pt x="8590751" y="1426902"/>
                </a:cubicBezTo>
                <a:lnTo>
                  <a:pt x="8590635" y="1428050"/>
                </a:lnTo>
                <a:cubicBezTo>
                  <a:pt x="8585324" y="1429061"/>
                  <a:pt x="8579995" y="1430009"/>
                  <a:pt x="8574418" y="1429590"/>
                </a:cubicBezTo>
                <a:cubicBezTo>
                  <a:pt x="8543246" y="1435144"/>
                  <a:pt x="8511366" y="1438125"/>
                  <a:pt x="8478991" y="1438652"/>
                </a:cubicBezTo>
                <a:lnTo>
                  <a:pt x="8461873" y="1440278"/>
                </a:lnTo>
                <a:lnTo>
                  <a:pt x="8461847" y="1439783"/>
                </a:lnTo>
                <a:lnTo>
                  <a:pt x="8461348" y="1439816"/>
                </a:lnTo>
                <a:cubicBezTo>
                  <a:pt x="8460782" y="1436014"/>
                  <a:pt x="8460755" y="1432198"/>
                  <a:pt x="8460755" y="1428376"/>
                </a:cubicBezTo>
                <a:cubicBezTo>
                  <a:pt x="8460755" y="1422694"/>
                  <a:pt x="8460814" y="1417025"/>
                  <a:pt x="8462126" y="1411395"/>
                </a:cubicBezTo>
                <a:cubicBezTo>
                  <a:pt x="8462083" y="1380067"/>
                  <a:pt x="8464533" y="1349182"/>
                  <a:pt x="8469590" y="1318938"/>
                </a:cubicBezTo>
                <a:lnTo>
                  <a:pt x="8470130" y="1312248"/>
                </a:lnTo>
                <a:cubicBezTo>
                  <a:pt x="8470299" y="1312243"/>
                  <a:pt x="8470468" y="1312238"/>
                  <a:pt x="8470636" y="1312185"/>
                </a:cubicBezTo>
                <a:cubicBezTo>
                  <a:pt x="8514628" y="1003427"/>
                  <a:pt x="8735297" y="749863"/>
                  <a:pt x="9030178" y="651504"/>
                </a:cubicBezTo>
                <a:close/>
                <a:moveTo>
                  <a:pt x="7620280" y="605769"/>
                </a:moveTo>
                <a:lnTo>
                  <a:pt x="7637367" y="607392"/>
                </a:lnTo>
                <a:cubicBezTo>
                  <a:pt x="7669753" y="607919"/>
                  <a:pt x="7701646" y="610900"/>
                  <a:pt x="7732829" y="616457"/>
                </a:cubicBezTo>
                <a:cubicBezTo>
                  <a:pt x="7738405" y="616038"/>
                  <a:pt x="7743733" y="616986"/>
                  <a:pt x="7749042" y="617996"/>
                </a:cubicBezTo>
                <a:lnTo>
                  <a:pt x="7749159" y="619144"/>
                </a:lnTo>
                <a:cubicBezTo>
                  <a:pt x="8108009" y="678542"/>
                  <a:pt x="8389048" y="959319"/>
                  <a:pt x="8439324" y="1312185"/>
                </a:cubicBezTo>
                <a:cubicBezTo>
                  <a:pt x="8439492" y="1312238"/>
                  <a:pt x="8439661" y="1312243"/>
                  <a:pt x="8439830" y="1312248"/>
                </a:cubicBezTo>
                <a:lnTo>
                  <a:pt x="8440370" y="1318938"/>
                </a:lnTo>
                <a:cubicBezTo>
                  <a:pt x="8445427" y="1349182"/>
                  <a:pt x="8447877" y="1380067"/>
                  <a:pt x="8447834" y="1411395"/>
                </a:cubicBezTo>
                <a:cubicBezTo>
                  <a:pt x="8449146" y="1417025"/>
                  <a:pt x="8449205" y="1422694"/>
                  <a:pt x="8449205" y="1428376"/>
                </a:cubicBezTo>
                <a:cubicBezTo>
                  <a:pt x="8449205" y="1432198"/>
                  <a:pt x="8449178" y="1436014"/>
                  <a:pt x="8448612" y="1439816"/>
                </a:cubicBezTo>
                <a:lnTo>
                  <a:pt x="8448113" y="1439783"/>
                </a:lnTo>
                <a:lnTo>
                  <a:pt x="8448087" y="1440278"/>
                </a:lnTo>
                <a:lnTo>
                  <a:pt x="8430969" y="1438652"/>
                </a:lnTo>
                <a:cubicBezTo>
                  <a:pt x="8398594" y="1438125"/>
                  <a:pt x="8366714" y="1435144"/>
                  <a:pt x="8335542" y="1429590"/>
                </a:cubicBezTo>
                <a:cubicBezTo>
                  <a:pt x="8329965" y="1430009"/>
                  <a:pt x="8324636" y="1429061"/>
                  <a:pt x="8319325" y="1428050"/>
                </a:cubicBezTo>
                <a:lnTo>
                  <a:pt x="8319209" y="1426902"/>
                </a:lnTo>
                <a:cubicBezTo>
                  <a:pt x="7960358" y="1367503"/>
                  <a:pt x="7679319" y="1086726"/>
                  <a:pt x="7629044" y="733861"/>
                </a:cubicBezTo>
                <a:cubicBezTo>
                  <a:pt x="7628876" y="733808"/>
                  <a:pt x="7628708" y="733803"/>
                  <a:pt x="7628538" y="733798"/>
                </a:cubicBezTo>
                <a:lnTo>
                  <a:pt x="7628000" y="727122"/>
                </a:lnTo>
                <a:cubicBezTo>
                  <a:pt x="7622941" y="696872"/>
                  <a:pt x="7620490" y="665981"/>
                  <a:pt x="7620533" y="634646"/>
                </a:cubicBezTo>
                <a:cubicBezTo>
                  <a:pt x="7619221" y="629018"/>
                  <a:pt x="7619162" y="623351"/>
                  <a:pt x="7619162" y="617670"/>
                </a:cubicBezTo>
                <a:lnTo>
                  <a:pt x="7619756" y="606230"/>
                </a:lnTo>
                <a:lnTo>
                  <a:pt x="7620254" y="606263"/>
                </a:lnTo>
                <a:close/>
                <a:moveTo>
                  <a:pt x="7597529" y="605769"/>
                </a:moveTo>
                <a:lnTo>
                  <a:pt x="7597555" y="606263"/>
                </a:lnTo>
                <a:lnTo>
                  <a:pt x="7598053" y="606230"/>
                </a:lnTo>
                <a:lnTo>
                  <a:pt x="7598647" y="617670"/>
                </a:lnTo>
                <a:cubicBezTo>
                  <a:pt x="7598647" y="623351"/>
                  <a:pt x="7598588" y="629018"/>
                  <a:pt x="7597276" y="634646"/>
                </a:cubicBezTo>
                <a:cubicBezTo>
                  <a:pt x="7597319" y="665981"/>
                  <a:pt x="7594868" y="696872"/>
                  <a:pt x="7589809" y="727122"/>
                </a:cubicBezTo>
                <a:lnTo>
                  <a:pt x="7589271" y="733798"/>
                </a:lnTo>
                <a:cubicBezTo>
                  <a:pt x="7589101" y="733803"/>
                  <a:pt x="7588933" y="733808"/>
                  <a:pt x="7588765" y="733861"/>
                </a:cubicBezTo>
                <a:cubicBezTo>
                  <a:pt x="7538490" y="1086726"/>
                  <a:pt x="7257451" y="1367503"/>
                  <a:pt x="6898600" y="1426902"/>
                </a:cubicBezTo>
                <a:lnTo>
                  <a:pt x="6898484" y="1428050"/>
                </a:lnTo>
                <a:cubicBezTo>
                  <a:pt x="6893173" y="1429061"/>
                  <a:pt x="6887844" y="1430009"/>
                  <a:pt x="6882267" y="1429590"/>
                </a:cubicBezTo>
                <a:cubicBezTo>
                  <a:pt x="6851095" y="1435144"/>
                  <a:pt x="6819215" y="1438125"/>
                  <a:pt x="6786841" y="1438652"/>
                </a:cubicBezTo>
                <a:lnTo>
                  <a:pt x="6769722" y="1440278"/>
                </a:lnTo>
                <a:lnTo>
                  <a:pt x="6769696" y="1439783"/>
                </a:lnTo>
                <a:lnTo>
                  <a:pt x="6769197" y="1439816"/>
                </a:lnTo>
                <a:cubicBezTo>
                  <a:pt x="6768631" y="1436014"/>
                  <a:pt x="6768604" y="1432198"/>
                  <a:pt x="6768604" y="1428376"/>
                </a:cubicBezTo>
                <a:cubicBezTo>
                  <a:pt x="6768604" y="1422694"/>
                  <a:pt x="6768663" y="1417025"/>
                  <a:pt x="6769975" y="1411395"/>
                </a:cubicBezTo>
                <a:cubicBezTo>
                  <a:pt x="6769933" y="1380067"/>
                  <a:pt x="6772382" y="1349182"/>
                  <a:pt x="6777439" y="1318938"/>
                </a:cubicBezTo>
                <a:lnTo>
                  <a:pt x="6777979" y="1312248"/>
                </a:lnTo>
                <a:cubicBezTo>
                  <a:pt x="6778148" y="1312243"/>
                  <a:pt x="6778317" y="1312238"/>
                  <a:pt x="6778485" y="1312185"/>
                </a:cubicBezTo>
                <a:cubicBezTo>
                  <a:pt x="6828761" y="959319"/>
                  <a:pt x="7109800" y="678542"/>
                  <a:pt x="7468650" y="619144"/>
                </a:cubicBezTo>
                <a:lnTo>
                  <a:pt x="7468767" y="617996"/>
                </a:lnTo>
                <a:cubicBezTo>
                  <a:pt x="7474076" y="616986"/>
                  <a:pt x="7479404" y="616038"/>
                  <a:pt x="7484980" y="616457"/>
                </a:cubicBezTo>
                <a:cubicBezTo>
                  <a:pt x="7516163" y="610900"/>
                  <a:pt x="7548056" y="607919"/>
                  <a:pt x="7580442" y="607392"/>
                </a:cubicBezTo>
                <a:close/>
                <a:moveTo>
                  <a:pt x="5928129" y="605769"/>
                </a:moveTo>
                <a:lnTo>
                  <a:pt x="5945217" y="607392"/>
                </a:lnTo>
                <a:cubicBezTo>
                  <a:pt x="5977602" y="607919"/>
                  <a:pt x="6009495" y="610900"/>
                  <a:pt x="6040678" y="616457"/>
                </a:cubicBezTo>
                <a:cubicBezTo>
                  <a:pt x="6046254" y="616038"/>
                  <a:pt x="6051582" y="616986"/>
                  <a:pt x="6056891" y="617996"/>
                </a:cubicBezTo>
                <a:lnTo>
                  <a:pt x="6057008" y="619144"/>
                </a:lnTo>
                <a:cubicBezTo>
                  <a:pt x="6415858" y="678542"/>
                  <a:pt x="6696897" y="959319"/>
                  <a:pt x="6747174" y="1312185"/>
                </a:cubicBezTo>
                <a:cubicBezTo>
                  <a:pt x="6747341" y="1312238"/>
                  <a:pt x="6747511" y="1312243"/>
                  <a:pt x="6747679" y="1312248"/>
                </a:cubicBezTo>
                <a:lnTo>
                  <a:pt x="6748220" y="1318938"/>
                </a:lnTo>
                <a:cubicBezTo>
                  <a:pt x="6753276" y="1349182"/>
                  <a:pt x="6755726" y="1380067"/>
                  <a:pt x="6755684" y="1411395"/>
                </a:cubicBezTo>
                <a:cubicBezTo>
                  <a:pt x="6756996" y="1417025"/>
                  <a:pt x="6757054" y="1422694"/>
                  <a:pt x="6757054" y="1428376"/>
                </a:cubicBezTo>
                <a:cubicBezTo>
                  <a:pt x="6757054" y="1432198"/>
                  <a:pt x="6757027" y="1436014"/>
                  <a:pt x="6756461" y="1439816"/>
                </a:cubicBezTo>
                <a:lnTo>
                  <a:pt x="6755962" y="1439783"/>
                </a:lnTo>
                <a:lnTo>
                  <a:pt x="6755936" y="1440278"/>
                </a:lnTo>
                <a:lnTo>
                  <a:pt x="6738818" y="1438652"/>
                </a:lnTo>
                <a:cubicBezTo>
                  <a:pt x="6706444" y="1438125"/>
                  <a:pt x="6674563" y="1435144"/>
                  <a:pt x="6643391" y="1429590"/>
                </a:cubicBezTo>
                <a:cubicBezTo>
                  <a:pt x="6637814" y="1430009"/>
                  <a:pt x="6632485" y="1429061"/>
                  <a:pt x="6627175" y="1428050"/>
                </a:cubicBezTo>
                <a:lnTo>
                  <a:pt x="6627059" y="1426902"/>
                </a:lnTo>
                <a:cubicBezTo>
                  <a:pt x="6268207" y="1367503"/>
                  <a:pt x="5987168" y="1086726"/>
                  <a:pt x="5936893" y="733861"/>
                </a:cubicBezTo>
                <a:cubicBezTo>
                  <a:pt x="5936725" y="733808"/>
                  <a:pt x="5936557" y="733803"/>
                  <a:pt x="5936387" y="733798"/>
                </a:cubicBezTo>
                <a:lnTo>
                  <a:pt x="5935849" y="727122"/>
                </a:lnTo>
                <a:cubicBezTo>
                  <a:pt x="5930790" y="696872"/>
                  <a:pt x="5928340" y="665981"/>
                  <a:pt x="5928382" y="634646"/>
                </a:cubicBezTo>
                <a:cubicBezTo>
                  <a:pt x="5927070" y="629018"/>
                  <a:pt x="5927011" y="623351"/>
                  <a:pt x="5927011" y="617670"/>
                </a:cubicBezTo>
                <a:lnTo>
                  <a:pt x="5927605" y="606230"/>
                </a:lnTo>
                <a:lnTo>
                  <a:pt x="5928103" y="606263"/>
                </a:lnTo>
                <a:close/>
                <a:moveTo>
                  <a:pt x="5905378" y="605769"/>
                </a:moveTo>
                <a:lnTo>
                  <a:pt x="5905404" y="606263"/>
                </a:lnTo>
                <a:lnTo>
                  <a:pt x="5905902" y="606230"/>
                </a:lnTo>
                <a:lnTo>
                  <a:pt x="5906496" y="617670"/>
                </a:lnTo>
                <a:cubicBezTo>
                  <a:pt x="5906496" y="623351"/>
                  <a:pt x="5906438" y="629018"/>
                  <a:pt x="5905126" y="634646"/>
                </a:cubicBezTo>
                <a:cubicBezTo>
                  <a:pt x="5905168" y="665981"/>
                  <a:pt x="5902717" y="696872"/>
                  <a:pt x="5897659" y="727122"/>
                </a:cubicBezTo>
                <a:lnTo>
                  <a:pt x="5897120" y="733798"/>
                </a:lnTo>
                <a:cubicBezTo>
                  <a:pt x="5896951" y="733803"/>
                  <a:pt x="5896782" y="733808"/>
                  <a:pt x="5896615" y="733861"/>
                </a:cubicBezTo>
                <a:cubicBezTo>
                  <a:pt x="5846339" y="1086726"/>
                  <a:pt x="5565300" y="1367503"/>
                  <a:pt x="5206449" y="1426902"/>
                </a:cubicBezTo>
                <a:lnTo>
                  <a:pt x="5206334" y="1428050"/>
                </a:lnTo>
                <a:cubicBezTo>
                  <a:pt x="5201022" y="1429061"/>
                  <a:pt x="5195693" y="1430009"/>
                  <a:pt x="5190116" y="1429590"/>
                </a:cubicBezTo>
                <a:cubicBezTo>
                  <a:pt x="5158944" y="1435144"/>
                  <a:pt x="5127065" y="1438125"/>
                  <a:pt x="5094690" y="1438652"/>
                </a:cubicBezTo>
                <a:lnTo>
                  <a:pt x="5077571" y="1440278"/>
                </a:lnTo>
                <a:lnTo>
                  <a:pt x="5077545" y="1439783"/>
                </a:lnTo>
                <a:lnTo>
                  <a:pt x="5077046" y="1439816"/>
                </a:lnTo>
                <a:cubicBezTo>
                  <a:pt x="5076480" y="1436014"/>
                  <a:pt x="5076453" y="1432198"/>
                  <a:pt x="5076453" y="1428376"/>
                </a:cubicBezTo>
                <a:cubicBezTo>
                  <a:pt x="5076453" y="1422694"/>
                  <a:pt x="5076512" y="1417025"/>
                  <a:pt x="5077824" y="1411395"/>
                </a:cubicBezTo>
                <a:cubicBezTo>
                  <a:pt x="5077782" y="1380067"/>
                  <a:pt x="5080231" y="1349182"/>
                  <a:pt x="5085288" y="1318938"/>
                </a:cubicBezTo>
                <a:lnTo>
                  <a:pt x="5085828" y="1312248"/>
                </a:lnTo>
                <a:cubicBezTo>
                  <a:pt x="5085997" y="1312243"/>
                  <a:pt x="5086166" y="1312238"/>
                  <a:pt x="5086334" y="1312185"/>
                </a:cubicBezTo>
                <a:cubicBezTo>
                  <a:pt x="5136610" y="959319"/>
                  <a:pt x="5417649" y="678542"/>
                  <a:pt x="5776501" y="619144"/>
                </a:cubicBezTo>
                <a:lnTo>
                  <a:pt x="5776617" y="617996"/>
                </a:lnTo>
                <a:cubicBezTo>
                  <a:pt x="5781926" y="616986"/>
                  <a:pt x="5787253" y="616038"/>
                  <a:pt x="5792829" y="616457"/>
                </a:cubicBezTo>
                <a:cubicBezTo>
                  <a:pt x="5824013" y="610900"/>
                  <a:pt x="5855905" y="607919"/>
                  <a:pt x="5888291" y="607392"/>
                </a:cubicBezTo>
                <a:close/>
                <a:moveTo>
                  <a:pt x="4235979" y="605769"/>
                </a:moveTo>
                <a:lnTo>
                  <a:pt x="4253065" y="607392"/>
                </a:lnTo>
                <a:cubicBezTo>
                  <a:pt x="4285451" y="607919"/>
                  <a:pt x="4317343" y="610900"/>
                  <a:pt x="4348528" y="616457"/>
                </a:cubicBezTo>
                <a:cubicBezTo>
                  <a:pt x="4354104" y="616038"/>
                  <a:pt x="4359431" y="616986"/>
                  <a:pt x="4364739" y="617996"/>
                </a:cubicBezTo>
                <a:lnTo>
                  <a:pt x="4364856" y="619144"/>
                </a:lnTo>
                <a:cubicBezTo>
                  <a:pt x="4723707" y="678542"/>
                  <a:pt x="5004746" y="959319"/>
                  <a:pt x="5055022" y="1312185"/>
                </a:cubicBezTo>
                <a:cubicBezTo>
                  <a:pt x="5055190" y="1312238"/>
                  <a:pt x="5055359" y="1312243"/>
                  <a:pt x="5055528" y="1312248"/>
                </a:cubicBezTo>
                <a:lnTo>
                  <a:pt x="5056068" y="1318938"/>
                </a:lnTo>
                <a:cubicBezTo>
                  <a:pt x="5061125" y="1349182"/>
                  <a:pt x="5063574" y="1380067"/>
                  <a:pt x="5063532" y="1411395"/>
                </a:cubicBezTo>
                <a:cubicBezTo>
                  <a:pt x="5064844" y="1417025"/>
                  <a:pt x="5064903" y="1422694"/>
                  <a:pt x="5064903" y="1428376"/>
                </a:cubicBezTo>
                <a:cubicBezTo>
                  <a:pt x="5064903" y="1432198"/>
                  <a:pt x="5064876" y="1436014"/>
                  <a:pt x="5064310" y="1439816"/>
                </a:cubicBezTo>
                <a:lnTo>
                  <a:pt x="5063811" y="1439783"/>
                </a:lnTo>
                <a:lnTo>
                  <a:pt x="5063785" y="1440278"/>
                </a:lnTo>
                <a:lnTo>
                  <a:pt x="5046666" y="1438652"/>
                </a:lnTo>
                <a:cubicBezTo>
                  <a:pt x="5014292" y="1438125"/>
                  <a:pt x="4982412" y="1435144"/>
                  <a:pt x="4951241" y="1429590"/>
                </a:cubicBezTo>
                <a:cubicBezTo>
                  <a:pt x="4945663" y="1430009"/>
                  <a:pt x="4940334" y="1429061"/>
                  <a:pt x="4935023" y="1428050"/>
                </a:cubicBezTo>
                <a:lnTo>
                  <a:pt x="4934907" y="1426902"/>
                </a:lnTo>
                <a:cubicBezTo>
                  <a:pt x="4576056" y="1367503"/>
                  <a:pt x="4295017" y="1086726"/>
                  <a:pt x="4244741" y="733861"/>
                </a:cubicBezTo>
                <a:cubicBezTo>
                  <a:pt x="4244574" y="733808"/>
                  <a:pt x="4244405" y="733803"/>
                  <a:pt x="4244236" y="733798"/>
                </a:cubicBezTo>
                <a:lnTo>
                  <a:pt x="4243697" y="727122"/>
                </a:lnTo>
                <a:cubicBezTo>
                  <a:pt x="4238639" y="696872"/>
                  <a:pt x="4236188" y="665981"/>
                  <a:pt x="4236230" y="634646"/>
                </a:cubicBezTo>
                <a:cubicBezTo>
                  <a:pt x="4234918" y="629018"/>
                  <a:pt x="4234860" y="623351"/>
                  <a:pt x="4234860" y="617670"/>
                </a:cubicBezTo>
                <a:lnTo>
                  <a:pt x="4235454" y="606230"/>
                </a:lnTo>
                <a:lnTo>
                  <a:pt x="4235952" y="606263"/>
                </a:lnTo>
                <a:close/>
                <a:moveTo>
                  <a:pt x="4213227" y="605769"/>
                </a:moveTo>
                <a:lnTo>
                  <a:pt x="4213253" y="606263"/>
                </a:lnTo>
                <a:lnTo>
                  <a:pt x="4213751" y="606230"/>
                </a:lnTo>
                <a:lnTo>
                  <a:pt x="4214345" y="617670"/>
                </a:lnTo>
                <a:cubicBezTo>
                  <a:pt x="4214345" y="623351"/>
                  <a:pt x="4214286" y="629018"/>
                  <a:pt x="4212974" y="634646"/>
                </a:cubicBezTo>
                <a:cubicBezTo>
                  <a:pt x="4213016" y="665981"/>
                  <a:pt x="4210566" y="696872"/>
                  <a:pt x="4205507" y="727122"/>
                </a:cubicBezTo>
                <a:lnTo>
                  <a:pt x="4204969" y="733798"/>
                </a:lnTo>
                <a:cubicBezTo>
                  <a:pt x="4204799" y="733803"/>
                  <a:pt x="4204631" y="733808"/>
                  <a:pt x="4204463" y="733861"/>
                </a:cubicBezTo>
                <a:cubicBezTo>
                  <a:pt x="4154188" y="1086726"/>
                  <a:pt x="3873149" y="1367503"/>
                  <a:pt x="3514297" y="1426902"/>
                </a:cubicBezTo>
                <a:lnTo>
                  <a:pt x="3514181" y="1428050"/>
                </a:lnTo>
                <a:cubicBezTo>
                  <a:pt x="3508871" y="1429061"/>
                  <a:pt x="3503542" y="1430009"/>
                  <a:pt x="3497965" y="1429590"/>
                </a:cubicBezTo>
                <a:cubicBezTo>
                  <a:pt x="3466793" y="1435144"/>
                  <a:pt x="3434912" y="1438125"/>
                  <a:pt x="3402538" y="1438652"/>
                </a:cubicBezTo>
                <a:lnTo>
                  <a:pt x="3385420" y="1440278"/>
                </a:lnTo>
                <a:lnTo>
                  <a:pt x="3385394" y="1439783"/>
                </a:lnTo>
                <a:lnTo>
                  <a:pt x="3384895" y="1439816"/>
                </a:lnTo>
                <a:cubicBezTo>
                  <a:pt x="3384329" y="1436014"/>
                  <a:pt x="3384302" y="1432198"/>
                  <a:pt x="3384302" y="1428376"/>
                </a:cubicBezTo>
                <a:cubicBezTo>
                  <a:pt x="3384302" y="1422694"/>
                  <a:pt x="3384360" y="1417025"/>
                  <a:pt x="3385672" y="1411395"/>
                </a:cubicBezTo>
                <a:cubicBezTo>
                  <a:pt x="3385630" y="1380067"/>
                  <a:pt x="3388080" y="1349182"/>
                  <a:pt x="3393136" y="1318938"/>
                </a:cubicBezTo>
                <a:lnTo>
                  <a:pt x="3393677" y="1312248"/>
                </a:lnTo>
                <a:cubicBezTo>
                  <a:pt x="3393845" y="1312243"/>
                  <a:pt x="3394015" y="1312238"/>
                  <a:pt x="3394182" y="1312185"/>
                </a:cubicBezTo>
                <a:cubicBezTo>
                  <a:pt x="3444459" y="959319"/>
                  <a:pt x="3725498" y="678542"/>
                  <a:pt x="4084348" y="619144"/>
                </a:cubicBezTo>
                <a:lnTo>
                  <a:pt x="4084465" y="617996"/>
                </a:lnTo>
                <a:cubicBezTo>
                  <a:pt x="4089774" y="616986"/>
                  <a:pt x="4095102" y="616038"/>
                  <a:pt x="4100678" y="616457"/>
                </a:cubicBezTo>
                <a:cubicBezTo>
                  <a:pt x="4131861" y="610900"/>
                  <a:pt x="4163754" y="607919"/>
                  <a:pt x="4196139" y="607392"/>
                </a:cubicBezTo>
                <a:close/>
                <a:moveTo>
                  <a:pt x="2543827" y="605769"/>
                </a:moveTo>
                <a:lnTo>
                  <a:pt x="2560914" y="607392"/>
                </a:lnTo>
                <a:cubicBezTo>
                  <a:pt x="2593300" y="607919"/>
                  <a:pt x="2625192" y="610900"/>
                  <a:pt x="2656376" y="616457"/>
                </a:cubicBezTo>
                <a:cubicBezTo>
                  <a:pt x="2661952" y="616038"/>
                  <a:pt x="2667280" y="616986"/>
                  <a:pt x="2672588" y="617996"/>
                </a:cubicBezTo>
                <a:lnTo>
                  <a:pt x="2672706" y="619144"/>
                </a:lnTo>
                <a:cubicBezTo>
                  <a:pt x="3031556" y="678542"/>
                  <a:pt x="3312595" y="959319"/>
                  <a:pt x="3362871" y="1312185"/>
                </a:cubicBezTo>
                <a:cubicBezTo>
                  <a:pt x="3363039" y="1312238"/>
                  <a:pt x="3363208" y="1312243"/>
                  <a:pt x="3363377" y="1312248"/>
                </a:cubicBezTo>
                <a:lnTo>
                  <a:pt x="3363917" y="1318938"/>
                </a:lnTo>
                <a:cubicBezTo>
                  <a:pt x="3368974" y="1349182"/>
                  <a:pt x="3371423" y="1380067"/>
                  <a:pt x="3371381" y="1411395"/>
                </a:cubicBezTo>
                <a:cubicBezTo>
                  <a:pt x="3372693" y="1417025"/>
                  <a:pt x="3372752" y="1422694"/>
                  <a:pt x="3372752" y="1428376"/>
                </a:cubicBezTo>
                <a:cubicBezTo>
                  <a:pt x="3372752" y="1432198"/>
                  <a:pt x="3372725" y="1436014"/>
                  <a:pt x="3372159" y="1439816"/>
                </a:cubicBezTo>
                <a:lnTo>
                  <a:pt x="3371660" y="1439783"/>
                </a:lnTo>
                <a:lnTo>
                  <a:pt x="3371634" y="1440278"/>
                </a:lnTo>
                <a:lnTo>
                  <a:pt x="3354515" y="1438652"/>
                </a:lnTo>
                <a:cubicBezTo>
                  <a:pt x="3322141" y="1438125"/>
                  <a:pt x="3290261" y="1435144"/>
                  <a:pt x="3259089" y="1429590"/>
                </a:cubicBezTo>
                <a:cubicBezTo>
                  <a:pt x="3253512" y="1430009"/>
                  <a:pt x="3248183" y="1429061"/>
                  <a:pt x="3242872" y="1428050"/>
                </a:cubicBezTo>
                <a:lnTo>
                  <a:pt x="3242756" y="1426902"/>
                </a:lnTo>
                <a:cubicBezTo>
                  <a:pt x="2883905" y="1367503"/>
                  <a:pt x="2602866" y="1086726"/>
                  <a:pt x="2552590" y="733861"/>
                </a:cubicBezTo>
                <a:cubicBezTo>
                  <a:pt x="2552423" y="733808"/>
                  <a:pt x="2552254" y="733803"/>
                  <a:pt x="2552085" y="733798"/>
                </a:cubicBezTo>
                <a:lnTo>
                  <a:pt x="2551547" y="727122"/>
                </a:lnTo>
                <a:cubicBezTo>
                  <a:pt x="2546488" y="696872"/>
                  <a:pt x="2544037" y="665981"/>
                  <a:pt x="2544079" y="634646"/>
                </a:cubicBezTo>
                <a:cubicBezTo>
                  <a:pt x="2542767" y="629018"/>
                  <a:pt x="2542709" y="623351"/>
                  <a:pt x="2542709" y="617670"/>
                </a:cubicBezTo>
                <a:lnTo>
                  <a:pt x="2543303" y="606230"/>
                </a:lnTo>
                <a:lnTo>
                  <a:pt x="2543801" y="606263"/>
                </a:lnTo>
                <a:close/>
                <a:moveTo>
                  <a:pt x="2521076" y="605769"/>
                </a:moveTo>
                <a:lnTo>
                  <a:pt x="2521102" y="606263"/>
                </a:lnTo>
                <a:lnTo>
                  <a:pt x="2521600" y="606230"/>
                </a:lnTo>
                <a:lnTo>
                  <a:pt x="2522194" y="617670"/>
                </a:lnTo>
                <a:cubicBezTo>
                  <a:pt x="2522194" y="623351"/>
                  <a:pt x="2522135" y="629018"/>
                  <a:pt x="2520823" y="634646"/>
                </a:cubicBezTo>
                <a:cubicBezTo>
                  <a:pt x="2520865" y="665981"/>
                  <a:pt x="2518415" y="696872"/>
                  <a:pt x="2513356" y="727122"/>
                </a:cubicBezTo>
                <a:lnTo>
                  <a:pt x="2512818" y="733798"/>
                </a:lnTo>
                <a:cubicBezTo>
                  <a:pt x="2512648" y="733803"/>
                  <a:pt x="2512480" y="733808"/>
                  <a:pt x="2512312" y="733861"/>
                </a:cubicBezTo>
                <a:cubicBezTo>
                  <a:pt x="2462037" y="1086726"/>
                  <a:pt x="2180998" y="1367503"/>
                  <a:pt x="1822147" y="1426902"/>
                </a:cubicBezTo>
                <a:lnTo>
                  <a:pt x="1822030" y="1428050"/>
                </a:lnTo>
                <a:cubicBezTo>
                  <a:pt x="1816720" y="1429061"/>
                  <a:pt x="1811391" y="1430009"/>
                  <a:pt x="1805814" y="1429590"/>
                </a:cubicBezTo>
                <a:cubicBezTo>
                  <a:pt x="1774642" y="1435144"/>
                  <a:pt x="1742762" y="1438125"/>
                  <a:pt x="1710387" y="1438652"/>
                </a:cubicBezTo>
                <a:lnTo>
                  <a:pt x="1693269" y="1440278"/>
                </a:lnTo>
                <a:lnTo>
                  <a:pt x="1693243" y="1439783"/>
                </a:lnTo>
                <a:lnTo>
                  <a:pt x="1692744" y="1439816"/>
                </a:lnTo>
                <a:cubicBezTo>
                  <a:pt x="1692178" y="1436014"/>
                  <a:pt x="1692151" y="1432198"/>
                  <a:pt x="1692151" y="1428376"/>
                </a:cubicBezTo>
                <a:cubicBezTo>
                  <a:pt x="1692151" y="1422694"/>
                  <a:pt x="1692209" y="1417025"/>
                  <a:pt x="1693521" y="1411395"/>
                </a:cubicBezTo>
                <a:cubicBezTo>
                  <a:pt x="1693479" y="1380067"/>
                  <a:pt x="1695929" y="1349182"/>
                  <a:pt x="1700985" y="1318938"/>
                </a:cubicBezTo>
                <a:lnTo>
                  <a:pt x="1701526" y="1312248"/>
                </a:lnTo>
                <a:cubicBezTo>
                  <a:pt x="1701694" y="1312243"/>
                  <a:pt x="1701864" y="1312238"/>
                  <a:pt x="1702031" y="1312185"/>
                </a:cubicBezTo>
                <a:cubicBezTo>
                  <a:pt x="1752308" y="959319"/>
                  <a:pt x="2033347" y="678542"/>
                  <a:pt x="2392197" y="619144"/>
                </a:cubicBezTo>
                <a:lnTo>
                  <a:pt x="2392314" y="617996"/>
                </a:lnTo>
                <a:cubicBezTo>
                  <a:pt x="2397623" y="616986"/>
                  <a:pt x="2402951" y="616038"/>
                  <a:pt x="2408527" y="616457"/>
                </a:cubicBezTo>
                <a:cubicBezTo>
                  <a:pt x="2439710" y="610900"/>
                  <a:pt x="2471603" y="607919"/>
                  <a:pt x="2503988" y="607392"/>
                </a:cubicBezTo>
                <a:close/>
                <a:moveTo>
                  <a:pt x="851676" y="605769"/>
                </a:moveTo>
                <a:lnTo>
                  <a:pt x="868763" y="607392"/>
                </a:lnTo>
                <a:cubicBezTo>
                  <a:pt x="901149" y="607919"/>
                  <a:pt x="933041" y="610900"/>
                  <a:pt x="964225" y="616457"/>
                </a:cubicBezTo>
                <a:cubicBezTo>
                  <a:pt x="969801" y="616038"/>
                  <a:pt x="975129" y="616986"/>
                  <a:pt x="980437" y="617996"/>
                </a:cubicBezTo>
                <a:lnTo>
                  <a:pt x="980555" y="619144"/>
                </a:lnTo>
                <a:cubicBezTo>
                  <a:pt x="1339405" y="678542"/>
                  <a:pt x="1620444" y="959319"/>
                  <a:pt x="1670720" y="1312185"/>
                </a:cubicBezTo>
                <a:cubicBezTo>
                  <a:pt x="1670888" y="1312238"/>
                  <a:pt x="1671057" y="1312243"/>
                  <a:pt x="1671226" y="1312248"/>
                </a:cubicBezTo>
                <a:lnTo>
                  <a:pt x="1671766" y="1318938"/>
                </a:lnTo>
                <a:cubicBezTo>
                  <a:pt x="1676823" y="1349182"/>
                  <a:pt x="1679272" y="1380067"/>
                  <a:pt x="1679230" y="1411395"/>
                </a:cubicBezTo>
                <a:cubicBezTo>
                  <a:pt x="1680542" y="1417025"/>
                  <a:pt x="1680601" y="1422694"/>
                  <a:pt x="1680601" y="1428376"/>
                </a:cubicBezTo>
                <a:cubicBezTo>
                  <a:pt x="1680601" y="1432198"/>
                  <a:pt x="1680574" y="1436014"/>
                  <a:pt x="1680008" y="1439816"/>
                </a:cubicBezTo>
                <a:lnTo>
                  <a:pt x="1679509" y="1439783"/>
                </a:lnTo>
                <a:lnTo>
                  <a:pt x="1679483" y="1440278"/>
                </a:lnTo>
                <a:lnTo>
                  <a:pt x="1662364" y="1438652"/>
                </a:lnTo>
                <a:cubicBezTo>
                  <a:pt x="1629990" y="1438125"/>
                  <a:pt x="1598110" y="1435144"/>
                  <a:pt x="1566938" y="1429590"/>
                </a:cubicBezTo>
                <a:cubicBezTo>
                  <a:pt x="1561361" y="1430009"/>
                  <a:pt x="1556032" y="1429061"/>
                  <a:pt x="1550721" y="1428050"/>
                </a:cubicBezTo>
                <a:lnTo>
                  <a:pt x="1550605" y="1426902"/>
                </a:lnTo>
                <a:cubicBezTo>
                  <a:pt x="1191754" y="1367503"/>
                  <a:pt x="910715" y="1086726"/>
                  <a:pt x="860439" y="733861"/>
                </a:cubicBezTo>
                <a:cubicBezTo>
                  <a:pt x="860272" y="733808"/>
                  <a:pt x="860103" y="733803"/>
                  <a:pt x="859934" y="733798"/>
                </a:cubicBezTo>
                <a:lnTo>
                  <a:pt x="859396" y="727122"/>
                </a:lnTo>
                <a:cubicBezTo>
                  <a:pt x="854337" y="696872"/>
                  <a:pt x="851886" y="665981"/>
                  <a:pt x="851928" y="634646"/>
                </a:cubicBezTo>
                <a:cubicBezTo>
                  <a:pt x="850616" y="629018"/>
                  <a:pt x="850558" y="623351"/>
                  <a:pt x="850558" y="617670"/>
                </a:cubicBezTo>
                <a:lnTo>
                  <a:pt x="851152" y="606230"/>
                </a:lnTo>
                <a:lnTo>
                  <a:pt x="851650" y="606263"/>
                </a:lnTo>
                <a:close/>
                <a:moveTo>
                  <a:pt x="828925" y="605769"/>
                </a:moveTo>
                <a:lnTo>
                  <a:pt x="828951" y="606263"/>
                </a:lnTo>
                <a:lnTo>
                  <a:pt x="829449" y="606230"/>
                </a:lnTo>
                <a:lnTo>
                  <a:pt x="830043" y="617670"/>
                </a:lnTo>
                <a:cubicBezTo>
                  <a:pt x="830043" y="623351"/>
                  <a:pt x="829984" y="629018"/>
                  <a:pt x="828672" y="634646"/>
                </a:cubicBezTo>
                <a:cubicBezTo>
                  <a:pt x="828714" y="665981"/>
                  <a:pt x="826264" y="696872"/>
                  <a:pt x="821205" y="727122"/>
                </a:cubicBezTo>
                <a:lnTo>
                  <a:pt x="820667" y="733798"/>
                </a:lnTo>
                <a:cubicBezTo>
                  <a:pt x="820497" y="733803"/>
                  <a:pt x="820329" y="733808"/>
                  <a:pt x="820161" y="733861"/>
                </a:cubicBezTo>
                <a:cubicBezTo>
                  <a:pt x="769886" y="1086726"/>
                  <a:pt x="488847" y="1367503"/>
                  <a:pt x="129995" y="1426902"/>
                </a:cubicBezTo>
                <a:lnTo>
                  <a:pt x="129879" y="1428050"/>
                </a:lnTo>
                <a:cubicBezTo>
                  <a:pt x="124569" y="1429061"/>
                  <a:pt x="119240" y="1430009"/>
                  <a:pt x="113663" y="1429590"/>
                </a:cubicBezTo>
                <a:cubicBezTo>
                  <a:pt x="82491" y="1435144"/>
                  <a:pt x="50611" y="1438125"/>
                  <a:pt x="18236" y="1438652"/>
                </a:cubicBezTo>
                <a:lnTo>
                  <a:pt x="1118" y="1440278"/>
                </a:lnTo>
                <a:lnTo>
                  <a:pt x="1092" y="1439783"/>
                </a:lnTo>
                <a:lnTo>
                  <a:pt x="593" y="1439816"/>
                </a:lnTo>
                <a:cubicBezTo>
                  <a:pt x="27" y="1436014"/>
                  <a:pt x="0" y="1432198"/>
                  <a:pt x="0" y="1428376"/>
                </a:cubicBezTo>
                <a:cubicBezTo>
                  <a:pt x="0" y="1422694"/>
                  <a:pt x="58" y="1417025"/>
                  <a:pt x="1370" y="1411395"/>
                </a:cubicBezTo>
                <a:cubicBezTo>
                  <a:pt x="1328" y="1380067"/>
                  <a:pt x="3778" y="1349182"/>
                  <a:pt x="8835" y="1318938"/>
                </a:cubicBezTo>
                <a:lnTo>
                  <a:pt x="9375" y="1312248"/>
                </a:lnTo>
                <a:cubicBezTo>
                  <a:pt x="9543" y="1312243"/>
                  <a:pt x="9713" y="1312238"/>
                  <a:pt x="9880" y="1312185"/>
                </a:cubicBezTo>
                <a:cubicBezTo>
                  <a:pt x="60157" y="959319"/>
                  <a:pt x="341196" y="678542"/>
                  <a:pt x="700046" y="619144"/>
                </a:cubicBezTo>
                <a:lnTo>
                  <a:pt x="700163" y="617996"/>
                </a:lnTo>
                <a:cubicBezTo>
                  <a:pt x="705472" y="616986"/>
                  <a:pt x="710800" y="616038"/>
                  <a:pt x="716376" y="616457"/>
                </a:cubicBezTo>
                <a:cubicBezTo>
                  <a:pt x="747559" y="610900"/>
                  <a:pt x="779452" y="607919"/>
                  <a:pt x="811837" y="607392"/>
                </a:cubicBezTo>
                <a:close/>
                <a:moveTo>
                  <a:pt x="8824701" y="0"/>
                </a:moveTo>
                <a:lnTo>
                  <a:pt x="9033411" y="0"/>
                </a:lnTo>
                <a:cubicBezTo>
                  <a:pt x="9066347" y="30426"/>
                  <a:pt x="9096640" y="63469"/>
                  <a:pt x="9123965" y="98781"/>
                </a:cubicBezTo>
                <a:lnTo>
                  <a:pt x="9139239" y="122382"/>
                </a:lnTo>
                <a:lnTo>
                  <a:pt x="9139239" y="425734"/>
                </a:lnTo>
                <a:lnTo>
                  <a:pt x="9104305" y="314451"/>
                </a:lnTo>
                <a:cubicBezTo>
                  <a:pt x="9046997" y="183490"/>
                  <a:pt x="8948803" y="73504"/>
                  <a:pt x="8824701" y="0"/>
                </a:cubicBezTo>
                <a:close/>
                <a:moveTo>
                  <a:pt x="8494877" y="0"/>
                </a:moveTo>
                <a:lnTo>
                  <a:pt x="8628893" y="0"/>
                </a:lnTo>
                <a:cubicBezTo>
                  <a:pt x="8697052" y="198004"/>
                  <a:pt x="8856086" y="355591"/>
                  <a:pt x="9058275" y="426756"/>
                </a:cubicBezTo>
                <a:lnTo>
                  <a:pt x="9139239" y="449526"/>
                </a:lnTo>
                <a:lnTo>
                  <a:pt x="9139239" y="577136"/>
                </a:lnTo>
                <a:lnTo>
                  <a:pt x="9043252" y="554355"/>
                </a:lnTo>
                <a:cubicBezTo>
                  <a:pt x="8776836" y="470904"/>
                  <a:pt x="8569058" y="262348"/>
                  <a:pt x="8494877" y="0"/>
                </a:cubicBezTo>
                <a:close/>
                <a:moveTo>
                  <a:pt x="7876547" y="0"/>
                </a:moveTo>
                <a:lnTo>
                  <a:pt x="8085257" y="0"/>
                </a:lnTo>
                <a:cubicBezTo>
                  <a:pt x="7919787" y="98005"/>
                  <a:pt x="7800378" y="260867"/>
                  <a:pt x="7762527" y="451830"/>
                </a:cubicBezTo>
                <a:cubicBezTo>
                  <a:pt x="8006579" y="399791"/>
                  <a:pt x="8203169" y="226290"/>
                  <a:pt x="8281065" y="0"/>
                </a:cubicBezTo>
                <a:lnTo>
                  <a:pt x="8415081" y="0"/>
                </a:lnTo>
                <a:cubicBezTo>
                  <a:pt x="8330303" y="299826"/>
                  <a:pt x="8071031" y="529393"/>
                  <a:pt x="7749156" y="582253"/>
                </a:cubicBezTo>
                <a:lnTo>
                  <a:pt x="7749040" y="583392"/>
                </a:lnTo>
                <a:cubicBezTo>
                  <a:pt x="7743729" y="584395"/>
                  <a:pt x="7738400" y="585336"/>
                  <a:pt x="7732823" y="584920"/>
                </a:cubicBezTo>
                <a:cubicBezTo>
                  <a:pt x="7701651" y="590430"/>
                  <a:pt x="7669771" y="593388"/>
                  <a:pt x="7637396" y="593911"/>
                </a:cubicBezTo>
                <a:lnTo>
                  <a:pt x="7620278" y="595524"/>
                </a:lnTo>
                <a:lnTo>
                  <a:pt x="7620252" y="595033"/>
                </a:lnTo>
                <a:lnTo>
                  <a:pt x="7619753" y="595066"/>
                </a:lnTo>
                <a:cubicBezTo>
                  <a:pt x="7619187" y="591293"/>
                  <a:pt x="7619160" y="587507"/>
                  <a:pt x="7619160" y="583715"/>
                </a:cubicBezTo>
                <a:cubicBezTo>
                  <a:pt x="7619160" y="578078"/>
                  <a:pt x="7619219" y="572454"/>
                  <a:pt x="7620531" y="566868"/>
                </a:cubicBezTo>
                <a:cubicBezTo>
                  <a:pt x="7620488" y="535786"/>
                  <a:pt x="7622938" y="505143"/>
                  <a:pt x="7627995" y="475137"/>
                </a:cubicBezTo>
                <a:lnTo>
                  <a:pt x="7628535" y="468500"/>
                </a:lnTo>
                <a:cubicBezTo>
                  <a:pt x="7628704" y="468495"/>
                  <a:pt x="7628873" y="468490"/>
                  <a:pt x="7629040" y="468437"/>
                </a:cubicBezTo>
                <a:cubicBezTo>
                  <a:pt x="7655343" y="285283"/>
                  <a:pt x="7744803" y="121704"/>
                  <a:pt x="7876547" y="0"/>
                </a:cubicBezTo>
                <a:close/>
                <a:moveTo>
                  <a:pt x="6802727" y="0"/>
                </a:moveTo>
                <a:lnTo>
                  <a:pt x="6936742" y="0"/>
                </a:lnTo>
                <a:cubicBezTo>
                  <a:pt x="7014638" y="226290"/>
                  <a:pt x="7211228" y="399791"/>
                  <a:pt x="7455280" y="451830"/>
                </a:cubicBezTo>
                <a:cubicBezTo>
                  <a:pt x="7417429" y="260867"/>
                  <a:pt x="7298020" y="98005"/>
                  <a:pt x="7132550" y="0"/>
                </a:cubicBezTo>
                <a:lnTo>
                  <a:pt x="7341259" y="0"/>
                </a:lnTo>
                <a:cubicBezTo>
                  <a:pt x="7473003" y="121704"/>
                  <a:pt x="7562464" y="285283"/>
                  <a:pt x="7588766" y="468437"/>
                </a:cubicBezTo>
                <a:cubicBezTo>
                  <a:pt x="7588934" y="468490"/>
                  <a:pt x="7589103" y="468495"/>
                  <a:pt x="7589272" y="468500"/>
                </a:cubicBezTo>
                <a:lnTo>
                  <a:pt x="7589812" y="475137"/>
                </a:lnTo>
                <a:cubicBezTo>
                  <a:pt x="7594869" y="505143"/>
                  <a:pt x="7597319" y="535786"/>
                  <a:pt x="7597276" y="566868"/>
                </a:cubicBezTo>
                <a:cubicBezTo>
                  <a:pt x="7598588" y="572454"/>
                  <a:pt x="7598647" y="578078"/>
                  <a:pt x="7598647" y="583715"/>
                </a:cubicBezTo>
                <a:cubicBezTo>
                  <a:pt x="7598647" y="587507"/>
                  <a:pt x="7598620" y="591293"/>
                  <a:pt x="7598054" y="595066"/>
                </a:cubicBezTo>
                <a:lnTo>
                  <a:pt x="7597555" y="595033"/>
                </a:lnTo>
                <a:lnTo>
                  <a:pt x="7597529" y="595524"/>
                </a:lnTo>
                <a:lnTo>
                  <a:pt x="7580411" y="593911"/>
                </a:lnTo>
                <a:cubicBezTo>
                  <a:pt x="7548036" y="593388"/>
                  <a:pt x="7516156" y="590430"/>
                  <a:pt x="7484984" y="584920"/>
                </a:cubicBezTo>
                <a:cubicBezTo>
                  <a:pt x="7479407" y="585336"/>
                  <a:pt x="7474078" y="584395"/>
                  <a:pt x="7468767" y="583392"/>
                </a:cubicBezTo>
                <a:lnTo>
                  <a:pt x="7468651" y="582253"/>
                </a:lnTo>
                <a:cubicBezTo>
                  <a:pt x="7146776" y="529393"/>
                  <a:pt x="6887504" y="299826"/>
                  <a:pt x="6802727" y="0"/>
                </a:cubicBezTo>
                <a:close/>
                <a:moveTo>
                  <a:pt x="6184397" y="0"/>
                </a:moveTo>
                <a:lnTo>
                  <a:pt x="6393106" y="0"/>
                </a:lnTo>
                <a:cubicBezTo>
                  <a:pt x="6227636" y="98005"/>
                  <a:pt x="6108227" y="260867"/>
                  <a:pt x="6070376" y="451830"/>
                </a:cubicBezTo>
                <a:cubicBezTo>
                  <a:pt x="6314429" y="399791"/>
                  <a:pt x="6511018" y="226290"/>
                  <a:pt x="6588914" y="0"/>
                </a:cubicBezTo>
                <a:lnTo>
                  <a:pt x="6722931" y="0"/>
                </a:lnTo>
                <a:cubicBezTo>
                  <a:pt x="6638152" y="299826"/>
                  <a:pt x="6378880" y="529393"/>
                  <a:pt x="6057005" y="582253"/>
                </a:cubicBezTo>
                <a:lnTo>
                  <a:pt x="6056889" y="583392"/>
                </a:lnTo>
                <a:cubicBezTo>
                  <a:pt x="6051578" y="584395"/>
                  <a:pt x="6046249" y="585336"/>
                  <a:pt x="6040672" y="584920"/>
                </a:cubicBezTo>
                <a:cubicBezTo>
                  <a:pt x="6009500" y="590430"/>
                  <a:pt x="5977620" y="593388"/>
                  <a:pt x="5945246" y="593911"/>
                </a:cubicBezTo>
                <a:lnTo>
                  <a:pt x="5928127" y="595524"/>
                </a:lnTo>
                <a:lnTo>
                  <a:pt x="5928101" y="595033"/>
                </a:lnTo>
                <a:lnTo>
                  <a:pt x="5927602" y="595066"/>
                </a:lnTo>
                <a:cubicBezTo>
                  <a:pt x="5927036" y="591293"/>
                  <a:pt x="5927009" y="587507"/>
                  <a:pt x="5927009" y="583715"/>
                </a:cubicBezTo>
                <a:cubicBezTo>
                  <a:pt x="5927009" y="578078"/>
                  <a:pt x="5927068" y="572454"/>
                  <a:pt x="5928380" y="566868"/>
                </a:cubicBezTo>
                <a:cubicBezTo>
                  <a:pt x="5928338" y="535786"/>
                  <a:pt x="5930787" y="505143"/>
                  <a:pt x="5935844" y="475137"/>
                </a:cubicBezTo>
                <a:lnTo>
                  <a:pt x="5936384" y="468500"/>
                </a:lnTo>
                <a:cubicBezTo>
                  <a:pt x="5936553" y="468495"/>
                  <a:pt x="5936722" y="468490"/>
                  <a:pt x="5936890" y="468437"/>
                </a:cubicBezTo>
                <a:cubicBezTo>
                  <a:pt x="5963192" y="285283"/>
                  <a:pt x="6052653" y="121703"/>
                  <a:pt x="6184397" y="0"/>
                </a:cubicBezTo>
                <a:close/>
                <a:moveTo>
                  <a:pt x="5110576" y="0"/>
                </a:moveTo>
                <a:lnTo>
                  <a:pt x="5244592" y="0"/>
                </a:lnTo>
                <a:cubicBezTo>
                  <a:pt x="5322488" y="226290"/>
                  <a:pt x="5519077" y="399791"/>
                  <a:pt x="5763129" y="451830"/>
                </a:cubicBezTo>
                <a:cubicBezTo>
                  <a:pt x="5725278" y="260867"/>
                  <a:pt x="5605869" y="98005"/>
                  <a:pt x="5440399" y="0"/>
                </a:cubicBezTo>
                <a:lnTo>
                  <a:pt x="5649109" y="0"/>
                </a:lnTo>
                <a:cubicBezTo>
                  <a:pt x="5780853" y="121704"/>
                  <a:pt x="5870314" y="285283"/>
                  <a:pt x="5896616" y="468437"/>
                </a:cubicBezTo>
                <a:cubicBezTo>
                  <a:pt x="5896783" y="468490"/>
                  <a:pt x="5896953" y="468495"/>
                  <a:pt x="5897121" y="468500"/>
                </a:cubicBezTo>
                <a:lnTo>
                  <a:pt x="5897662" y="475137"/>
                </a:lnTo>
                <a:cubicBezTo>
                  <a:pt x="5902718" y="505143"/>
                  <a:pt x="5905168" y="535786"/>
                  <a:pt x="5905126" y="566868"/>
                </a:cubicBezTo>
                <a:cubicBezTo>
                  <a:pt x="5906438" y="572454"/>
                  <a:pt x="5906496" y="578078"/>
                  <a:pt x="5906496" y="583715"/>
                </a:cubicBezTo>
                <a:cubicBezTo>
                  <a:pt x="5906496" y="587507"/>
                  <a:pt x="5906469" y="591293"/>
                  <a:pt x="5905903" y="595066"/>
                </a:cubicBezTo>
                <a:lnTo>
                  <a:pt x="5905404" y="595033"/>
                </a:lnTo>
                <a:lnTo>
                  <a:pt x="5905378" y="595524"/>
                </a:lnTo>
                <a:lnTo>
                  <a:pt x="5888260" y="593911"/>
                </a:lnTo>
                <a:cubicBezTo>
                  <a:pt x="5855886" y="593388"/>
                  <a:pt x="5824005" y="590430"/>
                  <a:pt x="5792833" y="584920"/>
                </a:cubicBezTo>
                <a:cubicBezTo>
                  <a:pt x="5787256" y="585336"/>
                  <a:pt x="5781927" y="584395"/>
                  <a:pt x="5776617" y="583392"/>
                </a:cubicBezTo>
                <a:lnTo>
                  <a:pt x="5776501" y="582253"/>
                </a:lnTo>
                <a:cubicBezTo>
                  <a:pt x="5454626" y="529393"/>
                  <a:pt x="5195354" y="299826"/>
                  <a:pt x="5110576" y="0"/>
                </a:cubicBezTo>
                <a:close/>
                <a:moveTo>
                  <a:pt x="4492246" y="0"/>
                </a:moveTo>
                <a:lnTo>
                  <a:pt x="4700955" y="0"/>
                </a:lnTo>
                <a:cubicBezTo>
                  <a:pt x="4535485" y="98005"/>
                  <a:pt x="4416076" y="260867"/>
                  <a:pt x="4378225" y="451830"/>
                </a:cubicBezTo>
                <a:cubicBezTo>
                  <a:pt x="4622279" y="399791"/>
                  <a:pt x="4818867" y="226290"/>
                  <a:pt x="4896763" y="0"/>
                </a:cubicBezTo>
                <a:lnTo>
                  <a:pt x="5030779" y="0"/>
                </a:lnTo>
                <a:cubicBezTo>
                  <a:pt x="4946001" y="299826"/>
                  <a:pt x="4686729" y="529393"/>
                  <a:pt x="4364853" y="582253"/>
                </a:cubicBezTo>
                <a:lnTo>
                  <a:pt x="4364737" y="583392"/>
                </a:lnTo>
                <a:cubicBezTo>
                  <a:pt x="4359427" y="584395"/>
                  <a:pt x="4354098" y="585336"/>
                  <a:pt x="4348521" y="584920"/>
                </a:cubicBezTo>
                <a:cubicBezTo>
                  <a:pt x="4317350" y="590430"/>
                  <a:pt x="4285468" y="593388"/>
                  <a:pt x="4253094" y="593911"/>
                </a:cubicBezTo>
                <a:lnTo>
                  <a:pt x="4235976" y="595524"/>
                </a:lnTo>
                <a:lnTo>
                  <a:pt x="4235950" y="595033"/>
                </a:lnTo>
                <a:lnTo>
                  <a:pt x="4235451" y="595066"/>
                </a:lnTo>
                <a:cubicBezTo>
                  <a:pt x="4234885" y="591293"/>
                  <a:pt x="4234858" y="587507"/>
                  <a:pt x="4234858" y="583715"/>
                </a:cubicBezTo>
                <a:cubicBezTo>
                  <a:pt x="4234858" y="578078"/>
                  <a:pt x="4234916" y="572454"/>
                  <a:pt x="4236228" y="566868"/>
                </a:cubicBezTo>
                <a:cubicBezTo>
                  <a:pt x="4236186" y="535786"/>
                  <a:pt x="4238636" y="505143"/>
                  <a:pt x="4243692" y="475137"/>
                </a:cubicBezTo>
                <a:lnTo>
                  <a:pt x="4244233" y="468500"/>
                </a:lnTo>
                <a:cubicBezTo>
                  <a:pt x="4244401" y="468495"/>
                  <a:pt x="4244571" y="468490"/>
                  <a:pt x="4244738" y="468437"/>
                </a:cubicBezTo>
                <a:cubicBezTo>
                  <a:pt x="4271041" y="285283"/>
                  <a:pt x="4360502" y="121704"/>
                  <a:pt x="4492246" y="0"/>
                </a:cubicBezTo>
                <a:close/>
                <a:moveTo>
                  <a:pt x="3418424" y="0"/>
                </a:moveTo>
                <a:lnTo>
                  <a:pt x="3552441" y="0"/>
                </a:lnTo>
                <a:cubicBezTo>
                  <a:pt x="3630337" y="226291"/>
                  <a:pt x="3826926" y="399791"/>
                  <a:pt x="4070978" y="451830"/>
                </a:cubicBezTo>
                <a:cubicBezTo>
                  <a:pt x="4033127" y="260867"/>
                  <a:pt x="3913719" y="98005"/>
                  <a:pt x="3748249" y="0"/>
                </a:cubicBezTo>
                <a:lnTo>
                  <a:pt x="3956957" y="0"/>
                </a:lnTo>
                <a:cubicBezTo>
                  <a:pt x="4088702" y="121703"/>
                  <a:pt x="4178162" y="285283"/>
                  <a:pt x="4204464" y="468437"/>
                </a:cubicBezTo>
                <a:cubicBezTo>
                  <a:pt x="4204632" y="468490"/>
                  <a:pt x="4204801" y="468495"/>
                  <a:pt x="4204970" y="468499"/>
                </a:cubicBezTo>
                <a:lnTo>
                  <a:pt x="4205510" y="475137"/>
                </a:lnTo>
                <a:cubicBezTo>
                  <a:pt x="4210567" y="505143"/>
                  <a:pt x="4213016" y="535786"/>
                  <a:pt x="4212974" y="566868"/>
                </a:cubicBezTo>
                <a:cubicBezTo>
                  <a:pt x="4214286" y="572454"/>
                  <a:pt x="4214345" y="578078"/>
                  <a:pt x="4214345" y="583715"/>
                </a:cubicBezTo>
                <a:cubicBezTo>
                  <a:pt x="4214345" y="587508"/>
                  <a:pt x="4214318" y="591293"/>
                  <a:pt x="4213752" y="595066"/>
                </a:cubicBezTo>
                <a:lnTo>
                  <a:pt x="4213253" y="595033"/>
                </a:lnTo>
                <a:lnTo>
                  <a:pt x="4213227" y="595524"/>
                </a:lnTo>
                <a:lnTo>
                  <a:pt x="4196108" y="593911"/>
                </a:lnTo>
                <a:cubicBezTo>
                  <a:pt x="4163734" y="593388"/>
                  <a:pt x="4131854" y="590430"/>
                  <a:pt x="4100682" y="584920"/>
                </a:cubicBezTo>
                <a:cubicBezTo>
                  <a:pt x="4095105" y="585336"/>
                  <a:pt x="4089776" y="584395"/>
                  <a:pt x="4084465" y="583392"/>
                </a:cubicBezTo>
                <a:lnTo>
                  <a:pt x="4084349" y="582253"/>
                </a:lnTo>
                <a:cubicBezTo>
                  <a:pt x="3762475" y="529393"/>
                  <a:pt x="3503203" y="299826"/>
                  <a:pt x="3418424" y="0"/>
                </a:cubicBezTo>
                <a:close/>
                <a:moveTo>
                  <a:pt x="2800095" y="0"/>
                </a:moveTo>
                <a:lnTo>
                  <a:pt x="3008804" y="0"/>
                </a:lnTo>
                <a:cubicBezTo>
                  <a:pt x="2843334" y="98005"/>
                  <a:pt x="2723925" y="260867"/>
                  <a:pt x="2686074" y="451830"/>
                </a:cubicBezTo>
                <a:cubicBezTo>
                  <a:pt x="2930126" y="399791"/>
                  <a:pt x="3126716" y="226291"/>
                  <a:pt x="3204612" y="0"/>
                </a:cubicBezTo>
                <a:lnTo>
                  <a:pt x="3338628" y="0"/>
                </a:lnTo>
                <a:cubicBezTo>
                  <a:pt x="3253850" y="299826"/>
                  <a:pt x="2994578" y="529393"/>
                  <a:pt x="2672703" y="582253"/>
                </a:cubicBezTo>
                <a:lnTo>
                  <a:pt x="2672586" y="583392"/>
                </a:lnTo>
                <a:cubicBezTo>
                  <a:pt x="2667276" y="584395"/>
                  <a:pt x="2661947" y="585336"/>
                  <a:pt x="2656370" y="584920"/>
                </a:cubicBezTo>
                <a:cubicBezTo>
                  <a:pt x="2625198" y="590430"/>
                  <a:pt x="2593318" y="593388"/>
                  <a:pt x="2560943" y="593911"/>
                </a:cubicBezTo>
                <a:lnTo>
                  <a:pt x="2543825" y="595524"/>
                </a:lnTo>
                <a:lnTo>
                  <a:pt x="2543799" y="595033"/>
                </a:lnTo>
                <a:lnTo>
                  <a:pt x="2543300" y="595066"/>
                </a:lnTo>
                <a:cubicBezTo>
                  <a:pt x="2542734" y="591293"/>
                  <a:pt x="2542707" y="587507"/>
                  <a:pt x="2542707" y="583715"/>
                </a:cubicBezTo>
                <a:cubicBezTo>
                  <a:pt x="2542707" y="578078"/>
                  <a:pt x="2542765" y="572454"/>
                  <a:pt x="2544077" y="566868"/>
                </a:cubicBezTo>
                <a:cubicBezTo>
                  <a:pt x="2544035" y="535786"/>
                  <a:pt x="2546485" y="505143"/>
                  <a:pt x="2551541" y="475137"/>
                </a:cubicBezTo>
                <a:lnTo>
                  <a:pt x="2552082" y="468499"/>
                </a:lnTo>
                <a:cubicBezTo>
                  <a:pt x="2552250" y="468495"/>
                  <a:pt x="2552420" y="468490"/>
                  <a:pt x="2552587" y="468437"/>
                </a:cubicBezTo>
                <a:cubicBezTo>
                  <a:pt x="2578890" y="285283"/>
                  <a:pt x="2668350" y="121703"/>
                  <a:pt x="2800095" y="0"/>
                </a:cubicBezTo>
                <a:close/>
                <a:moveTo>
                  <a:pt x="1726273" y="0"/>
                </a:moveTo>
                <a:lnTo>
                  <a:pt x="1860290" y="0"/>
                </a:lnTo>
                <a:cubicBezTo>
                  <a:pt x="1938186" y="226291"/>
                  <a:pt x="2134775" y="399791"/>
                  <a:pt x="2378827" y="451830"/>
                </a:cubicBezTo>
                <a:cubicBezTo>
                  <a:pt x="2340976" y="260867"/>
                  <a:pt x="2221567" y="98005"/>
                  <a:pt x="2056098" y="0"/>
                </a:cubicBezTo>
                <a:lnTo>
                  <a:pt x="2264806" y="0"/>
                </a:lnTo>
                <a:cubicBezTo>
                  <a:pt x="2396551" y="121703"/>
                  <a:pt x="2486011" y="285283"/>
                  <a:pt x="2512313" y="468437"/>
                </a:cubicBezTo>
                <a:cubicBezTo>
                  <a:pt x="2512481" y="468490"/>
                  <a:pt x="2512650" y="468495"/>
                  <a:pt x="2512819" y="468499"/>
                </a:cubicBezTo>
                <a:lnTo>
                  <a:pt x="2513359" y="475137"/>
                </a:lnTo>
                <a:cubicBezTo>
                  <a:pt x="2518416" y="505143"/>
                  <a:pt x="2520865" y="535786"/>
                  <a:pt x="2520823" y="566868"/>
                </a:cubicBezTo>
                <a:cubicBezTo>
                  <a:pt x="2522135" y="572454"/>
                  <a:pt x="2522194" y="578078"/>
                  <a:pt x="2522194" y="583715"/>
                </a:cubicBezTo>
                <a:cubicBezTo>
                  <a:pt x="2522194" y="587508"/>
                  <a:pt x="2522167" y="591293"/>
                  <a:pt x="2521601" y="595066"/>
                </a:cubicBezTo>
                <a:lnTo>
                  <a:pt x="2521102" y="595033"/>
                </a:lnTo>
                <a:lnTo>
                  <a:pt x="2521076" y="595524"/>
                </a:lnTo>
                <a:lnTo>
                  <a:pt x="2503957" y="593911"/>
                </a:lnTo>
                <a:cubicBezTo>
                  <a:pt x="2471583" y="593388"/>
                  <a:pt x="2439703" y="590430"/>
                  <a:pt x="2408531" y="584920"/>
                </a:cubicBezTo>
                <a:cubicBezTo>
                  <a:pt x="2402954" y="585336"/>
                  <a:pt x="2397625" y="584395"/>
                  <a:pt x="2392314" y="583392"/>
                </a:cubicBezTo>
                <a:lnTo>
                  <a:pt x="2392198" y="582253"/>
                </a:lnTo>
                <a:cubicBezTo>
                  <a:pt x="2070324" y="529393"/>
                  <a:pt x="1811051" y="299826"/>
                  <a:pt x="1726273" y="0"/>
                </a:cubicBezTo>
                <a:close/>
                <a:moveTo>
                  <a:pt x="1107944" y="0"/>
                </a:moveTo>
                <a:lnTo>
                  <a:pt x="1316652" y="0"/>
                </a:lnTo>
                <a:cubicBezTo>
                  <a:pt x="1151183" y="98005"/>
                  <a:pt x="1031774" y="260867"/>
                  <a:pt x="993923" y="451830"/>
                </a:cubicBezTo>
                <a:cubicBezTo>
                  <a:pt x="1237975" y="399791"/>
                  <a:pt x="1434564" y="226291"/>
                  <a:pt x="1512461" y="0"/>
                </a:cubicBezTo>
                <a:lnTo>
                  <a:pt x="1646477" y="0"/>
                </a:lnTo>
                <a:cubicBezTo>
                  <a:pt x="1561699" y="299826"/>
                  <a:pt x="1302427" y="529393"/>
                  <a:pt x="980552" y="582253"/>
                </a:cubicBezTo>
                <a:lnTo>
                  <a:pt x="980435" y="583392"/>
                </a:lnTo>
                <a:cubicBezTo>
                  <a:pt x="975125" y="584395"/>
                  <a:pt x="969796" y="585336"/>
                  <a:pt x="964219" y="584920"/>
                </a:cubicBezTo>
                <a:cubicBezTo>
                  <a:pt x="933047" y="590430"/>
                  <a:pt x="901167" y="593388"/>
                  <a:pt x="868792" y="593911"/>
                </a:cubicBezTo>
                <a:lnTo>
                  <a:pt x="851674" y="595524"/>
                </a:lnTo>
                <a:lnTo>
                  <a:pt x="851648" y="595033"/>
                </a:lnTo>
                <a:lnTo>
                  <a:pt x="851149" y="595066"/>
                </a:lnTo>
                <a:cubicBezTo>
                  <a:pt x="850583" y="591293"/>
                  <a:pt x="850556" y="587507"/>
                  <a:pt x="850556" y="583715"/>
                </a:cubicBezTo>
                <a:cubicBezTo>
                  <a:pt x="850556" y="578078"/>
                  <a:pt x="850614" y="572454"/>
                  <a:pt x="851926" y="566868"/>
                </a:cubicBezTo>
                <a:cubicBezTo>
                  <a:pt x="851884" y="535786"/>
                  <a:pt x="854334" y="505143"/>
                  <a:pt x="859390" y="475137"/>
                </a:cubicBezTo>
                <a:lnTo>
                  <a:pt x="859931" y="468499"/>
                </a:lnTo>
                <a:cubicBezTo>
                  <a:pt x="860099" y="468495"/>
                  <a:pt x="860269" y="468490"/>
                  <a:pt x="860436" y="468437"/>
                </a:cubicBezTo>
                <a:cubicBezTo>
                  <a:pt x="886739" y="285283"/>
                  <a:pt x="976199" y="121704"/>
                  <a:pt x="1107944" y="0"/>
                </a:cubicBezTo>
                <a:close/>
                <a:moveTo>
                  <a:pt x="34122" y="0"/>
                </a:moveTo>
                <a:lnTo>
                  <a:pt x="168138" y="0"/>
                </a:lnTo>
                <a:cubicBezTo>
                  <a:pt x="246034" y="226290"/>
                  <a:pt x="442624" y="399791"/>
                  <a:pt x="686676" y="451830"/>
                </a:cubicBezTo>
                <a:cubicBezTo>
                  <a:pt x="648825" y="260867"/>
                  <a:pt x="529416" y="98005"/>
                  <a:pt x="363946" y="0"/>
                </a:cubicBezTo>
                <a:lnTo>
                  <a:pt x="572655" y="0"/>
                </a:lnTo>
                <a:cubicBezTo>
                  <a:pt x="704400" y="121703"/>
                  <a:pt x="793860" y="285283"/>
                  <a:pt x="820162" y="468437"/>
                </a:cubicBezTo>
                <a:cubicBezTo>
                  <a:pt x="820330" y="468490"/>
                  <a:pt x="820499" y="468495"/>
                  <a:pt x="820668" y="468500"/>
                </a:cubicBezTo>
                <a:lnTo>
                  <a:pt x="821208" y="475137"/>
                </a:lnTo>
                <a:cubicBezTo>
                  <a:pt x="826265" y="505143"/>
                  <a:pt x="828714" y="535786"/>
                  <a:pt x="828672" y="566868"/>
                </a:cubicBezTo>
                <a:cubicBezTo>
                  <a:pt x="829984" y="572454"/>
                  <a:pt x="830043" y="578078"/>
                  <a:pt x="830043" y="583715"/>
                </a:cubicBezTo>
                <a:cubicBezTo>
                  <a:pt x="830043" y="587508"/>
                  <a:pt x="830016" y="591293"/>
                  <a:pt x="829450" y="595066"/>
                </a:cubicBezTo>
                <a:lnTo>
                  <a:pt x="828951" y="595033"/>
                </a:lnTo>
                <a:lnTo>
                  <a:pt x="828925" y="595524"/>
                </a:lnTo>
                <a:lnTo>
                  <a:pt x="811806" y="593911"/>
                </a:lnTo>
                <a:cubicBezTo>
                  <a:pt x="779432" y="593388"/>
                  <a:pt x="747552" y="590430"/>
                  <a:pt x="716380" y="584920"/>
                </a:cubicBezTo>
                <a:cubicBezTo>
                  <a:pt x="710803" y="585336"/>
                  <a:pt x="705474" y="584395"/>
                  <a:pt x="700163" y="583392"/>
                </a:cubicBezTo>
                <a:lnTo>
                  <a:pt x="700047" y="582253"/>
                </a:lnTo>
                <a:cubicBezTo>
                  <a:pt x="378172" y="529393"/>
                  <a:pt x="118900" y="299826"/>
                  <a:pt x="34122"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342900" y="4960137"/>
            <a:ext cx="5829300" cy="1463040"/>
          </a:xfrm>
        </p:spPr>
        <p:txBody>
          <a:bodyPr anchor="ctr">
            <a:normAutofit/>
          </a:bodyPr>
          <a:lstStyle>
            <a:lvl1pPr algn="r">
              <a:defRPr sz="4400" spc="200" baseline="0"/>
            </a:lvl1pPr>
          </a:lstStyle>
          <a:p>
            <a:r>
              <a:rPr lang="nl-NL"/>
              <a:t>Klik om de stijl te bewerken</a:t>
            </a:r>
            <a:endParaRPr lang="en-US" dirty="0"/>
          </a:p>
        </p:txBody>
      </p:sp>
      <p:sp>
        <p:nvSpPr>
          <p:cNvPr id="3" name="Subtitle 2"/>
          <p:cNvSpPr>
            <a:spLocks noGrp="1"/>
          </p:cNvSpPr>
          <p:nvPr>
            <p:ph type="subTitle" idx="1"/>
          </p:nvPr>
        </p:nvSpPr>
        <p:spPr>
          <a:xfrm>
            <a:off x="6457950" y="4960137"/>
            <a:ext cx="2400300" cy="1463040"/>
          </a:xfrm>
        </p:spPr>
        <p:txBody>
          <a:bodyPr lIns="91440" rIns="91440" anchor="ctr">
            <a:normAutofit/>
          </a:bodyPr>
          <a:lstStyle>
            <a:lvl1pPr marL="0" indent="0" algn="l">
              <a:lnSpc>
                <a:spcPct val="100000"/>
              </a:lnSpc>
              <a:spcBef>
                <a:spcPts val="0"/>
              </a:spcBef>
              <a:buNone/>
              <a:defRPr sz="1600">
                <a:solidFill>
                  <a:schemeClr val="tx1">
                    <a:lumMod val="95000"/>
                    <a:lumOff val="5000"/>
                  </a:schemeClr>
                </a:solidFill>
              </a:defRPr>
            </a:lvl1pPr>
            <a:lvl2pPr marL="457200" indent="0" algn="ctr">
              <a:buNone/>
              <a:defRPr sz="1600"/>
            </a:lvl2pPr>
            <a:lvl3pPr marL="914400" indent="0" algn="ctr">
              <a:buNone/>
              <a:defRPr sz="16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nl-NL"/>
              <a:t>Klik om de ondertitelstijl van het model te bewerken</a:t>
            </a:r>
            <a:endParaRPr lang="en-US" dirty="0"/>
          </a:p>
        </p:txBody>
      </p:sp>
      <p:sp>
        <p:nvSpPr>
          <p:cNvPr id="4" name="Date Placeholder 3"/>
          <p:cNvSpPr>
            <a:spLocks noGrp="1"/>
          </p:cNvSpPr>
          <p:nvPr>
            <p:ph type="dt" sz="half" idx="10"/>
          </p:nvPr>
        </p:nvSpPr>
        <p:spPr/>
        <p:txBody>
          <a:bodyPr/>
          <a:lstStyle>
            <a:lvl1pPr algn="l">
              <a:defRPr/>
            </a:lvl1pPr>
          </a:lstStyle>
          <a:p>
            <a:fld id="{939305CC-0DCF-478F-93B1-3185BFD9C2C5}" type="datetimeFigureOut">
              <a:rPr lang="nl-NL" smtClean="0"/>
              <a:pPr/>
              <a:t>20-4-2025</a:t>
            </a:fld>
            <a:endParaRPr lang="nl-NL"/>
          </a:p>
        </p:txBody>
      </p:sp>
      <p:sp>
        <p:nvSpPr>
          <p:cNvPr id="5" name="Footer Placeholder 4"/>
          <p:cNvSpPr>
            <a:spLocks noGrp="1"/>
          </p:cNvSpPr>
          <p:nvPr>
            <p:ph type="ftr" sz="quarter" idx="11"/>
          </p:nvPr>
        </p:nvSpPr>
        <p:spPr/>
        <p:txBody>
          <a:bodyPr/>
          <a:lstStyle/>
          <a:p>
            <a:endParaRPr lang="nl-NL"/>
          </a:p>
        </p:txBody>
      </p:sp>
      <p:sp>
        <p:nvSpPr>
          <p:cNvPr id="6" name="Slide Number Placeholder 5"/>
          <p:cNvSpPr>
            <a:spLocks noGrp="1"/>
          </p:cNvSpPr>
          <p:nvPr>
            <p:ph type="sldNum" sz="quarter" idx="12"/>
          </p:nvPr>
        </p:nvSpPr>
        <p:spPr/>
        <p:txBody>
          <a:bodyPr/>
          <a:lstStyle/>
          <a:p>
            <a:fld id="{C31399E4-B6FB-4519-9D2D-47BB738BBB7D}" type="slidenum">
              <a:rPr lang="nl-NL" smtClean="0"/>
              <a:pPr/>
              <a:t>‹#›</a:t>
            </a:fld>
            <a:endParaRPr lang="nl-NL"/>
          </a:p>
        </p:txBody>
      </p:sp>
      <p:cxnSp>
        <p:nvCxnSpPr>
          <p:cNvPr id="8" name="Straight Connector 7"/>
          <p:cNvCxnSpPr/>
          <p:nvPr/>
        </p:nvCxnSpPr>
        <p:spPr>
          <a:xfrm flipV="1">
            <a:off x="6290132"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0570572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el en objec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nl-NL"/>
              <a:t>Klik om de stijl te bewerken</a:t>
            </a:r>
            <a:endParaRPr lang="en-US" dirty="0"/>
          </a:p>
        </p:txBody>
      </p:sp>
      <p:sp>
        <p:nvSpPr>
          <p:cNvPr id="3" name="Content Placeholder 2"/>
          <p:cNvSpPr>
            <a:spLocks noGrp="1"/>
          </p:cNvSpPr>
          <p:nvPr>
            <p:ph idx="1"/>
          </p:nvPr>
        </p:nvSpPr>
        <p:spPr/>
        <p:txBody>
          <a:bodyPr/>
          <a:lstStyle/>
          <a:p>
            <a:pPr lvl="0"/>
            <a:r>
              <a:rPr lang="nl-NL"/>
              <a:t>Klik om de modelstijlen te bewerken</a:t>
            </a:r>
          </a:p>
          <a:p>
            <a:pPr lvl="1"/>
            <a:r>
              <a:rPr lang="nl-NL"/>
              <a:t>Tweede niveau</a:t>
            </a:r>
          </a:p>
          <a:p>
            <a:pPr lvl="2"/>
            <a:r>
              <a:rPr lang="nl-NL"/>
              <a:t>Derde niveau</a:t>
            </a:r>
          </a:p>
          <a:p>
            <a:pPr lvl="3"/>
            <a:r>
              <a:rPr lang="nl-NL"/>
              <a:t>Vierde niveau</a:t>
            </a:r>
          </a:p>
          <a:p>
            <a:pPr lvl="4"/>
            <a:r>
              <a:rPr lang="nl-NL"/>
              <a:t>Vijfde niveau</a:t>
            </a:r>
            <a:endParaRPr lang="en-US" dirty="0"/>
          </a:p>
        </p:txBody>
      </p:sp>
      <p:sp>
        <p:nvSpPr>
          <p:cNvPr id="4" name="Date Placeholder 3"/>
          <p:cNvSpPr>
            <a:spLocks noGrp="1"/>
          </p:cNvSpPr>
          <p:nvPr>
            <p:ph type="dt" sz="half" idx="10"/>
          </p:nvPr>
        </p:nvSpPr>
        <p:spPr/>
        <p:txBody>
          <a:bodyPr/>
          <a:lstStyle/>
          <a:p>
            <a:fld id="{939305CC-0DCF-478F-93B1-3185BFD9C2C5}" type="datetimeFigureOut">
              <a:rPr lang="nl-NL" smtClean="0"/>
              <a:pPr/>
              <a:t>20-4-2025</a:t>
            </a:fld>
            <a:endParaRPr lang="nl-NL"/>
          </a:p>
        </p:txBody>
      </p:sp>
      <p:sp>
        <p:nvSpPr>
          <p:cNvPr id="5" name="Footer Placeholder 4"/>
          <p:cNvSpPr>
            <a:spLocks noGrp="1"/>
          </p:cNvSpPr>
          <p:nvPr>
            <p:ph type="ftr" sz="quarter" idx="11"/>
          </p:nvPr>
        </p:nvSpPr>
        <p:spPr/>
        <p:txBody>
          <a:bodyPr/>
          <a:lstStyle/>
          <a:p>
            <a:endParaRPr lang="nl-NL"/>
          </a:p>
        </p:txBody>
      </p:sp>
      <p:sp>
        <p:nvSpPr>
          <p:cNvPr id="6" name="Slide Number Placeholder 5"/>
          <p:cNvSpPr>
            <a:spLocks noGrp="1"/>
          </p:cNvSpPr>
          <p:nvPr>
            <p:ph type="sldNum" sz="quarter" idx="12"/>
          </p:nvPr>
        </p:nvSpPr>
        <p:spPr/>
        <p:txBody>
          <a:bodyPr/>
          <a:lstStyle/>
          <a:p>
            <a:fld id="{C31399E4-B6FB-4519-9D2D-47BB738BBB7D}" type="slidenum">
              <a:rPr lang="nl-NL" smtClean="0"/>
              <a:pPr/>
              <a:t>‹#›</a:t>
            </a:fld>
            <a:endParaRPr lang="nl-NL"/>
          </a:p>
        </p:txBody>
      </p:sp>
    </p:spTree>
    <p:extLst>
      <p:ext uri="{BB962C8B-B14F-4D97-AF65-F5344CB8AC3E}">
        <p14:creationId xmlns:p14="http://schemas.microsoft.com/office/powerpoint/2010/main" val="26929433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ekop">
    <p:spTree>
      <p:nvGrpSpPr>
        <p:cNvPr id="1" name=""/>
        <p:cNvGrpSpPr/>
        <p:nvPr/>
      </p:nvGrpSpPr>
      <p:grpSpPr>
        <a:xfrm>
          <a:off x="0" y="0"/>
          <a:ext cx="0" cy="0"/>
          <a:chOff x="0" y="0"/>
          <a:chExt cx="0" cy="0"/>
        </a:xfrm>
      </p:grpSpPr>
      <p:sp>
        <p:nvSpPr>
          <p:cNvPr id="9" name="Rectangle 8"/>
          <p:cNvSpPr/>
          <p:nvPr/>
        </p:nvSpPr>
        <p:spPr>
          <a:xfrm>
            <a:off x="0" y="0"/>
            <a:ext cx="9144000" cy="4572001"/>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Freeform 10"/>
          <p:cNvSpPr/>
          <p:nvPr/>
        </p:nvSpPr>
        <p:spPr>
          <a:xfrm>
            <a:off x="4762" y="0"/>
            <a:ext cx="9139239" cy="4572001"/>
          </a:xfrm>
          <a:custGeom>
            <a:avLst/>
            <a:gdLst/>
            <a:ahLst/>
            <a:cxnLst/>
            <a:rect l="l" t="t" r="r" b="b"/>
            <a:pathLst>
              <a:path w="9139239" h="4572001">
                <a:moveTo>
                  <a:pt x="9139239" y="4171458"/>
                </a:moveTo>
                <a:lnTo>
                  <a:pt x="9139239" y="4479120"/>
                </a:lnTo>
                <a:lnTo>
                  <a:pt x="9061857" y="4572001"/>
                </a:lnTo>
                <a:lnTo>
                  <a:pt x="8867616" y="4572001"/>
                </a:lnTo>
                <a:cubicBezTo>
                  <a:pt x="8974940" y="4496648"/>
                  <a:pt x="9059271" y="4392377"/>
                  <a:pt x="9109281" y="4270954"/>
                </a:cubicBezTo>
                <a:close/>
                <a:moveTo>
                  <a:pt x="9139239" y="4017903"/>
                </a:moveTo>
                <a:lnTo>
                  <a:pt x="9139239" y="4146549"/>
                </a:lnTo>
                <a:lnTo>
                  <a:pt x="9061849" y="4168266"/>
                </a:lnTo>
                <a:cubicBezTo>
                  <a:pt x="8867508" y="4236060"/>
                  <a:pt x="8712637" y="4384208"/>
                  <a:pt x="8639677" y="4572001"/>
                </a:cubicBezTo>
                <a:lnTo>
                  <a:pt x="8502130" y="4572001"/>
                </a:lnTo>
                <a:cubicBezTo>
                  <a:pt x="8583823" y="4319597"/>
                  <a:pt x="8787913" y="4120306"/>
                  <a:pt x="9046727" y="4039822"/>
                </a:cubicBezTo>
                <a:close/>
                <a:moveTo>
                  <a:pt x="7620280" y="3999419"/>
                </a:moveTo>
                <a:lnTo>
                  <a:pt x="7637367" y="4001042"/>
                </a:lnTo>
                <a:cubicBezTo>
                  <a:pt x="7669753" y="4001569"/>
                  <a:pt x="7701646" y="4004550"/>
                  <a:pt x="7732829" y="4010107"/>
                </a:cubicBezTo>
                <a:cubicBezTo>
                  <a:pt x="7738405" y="4009688"/>
                  <a:pt x="7743733" y="4010636"/>
                  <a:pt x="7749042" y="4011646"/>
                </a:cubicBezTo>
                <a:lnTo>
                  <a:pt x="7749159" y="4012794"/>
                </a:lnTo>
                <a:cubicBezTo>
                  <a:pt x="8061238" y="4064450"/>
                  <a:pt x="8314467" y="4283539"/>
                  <a:pt x="8407830" y="4572001"/>
                </a:cubicBezTo>
                <a:lnTo>
                  <a:pt x="8270283" y="4572001"/>
                </a:lnTo>
                <a:cubicBezTo>
                  <a:pt x="8186900" y="4357380"/>
                  <a:pt x="7996531" y="4194541"/>
                  <a:pt x="7762529" y="4144250"/>
                </a:cubicBezTo>
                <a:cubicBezTo>
                  <a:pt x="7797023" y="4319651"/>
                  <a:pt x="7899246" y="4471530"/>
                  <a:pt x="8042344" y="4572001"/>
                </a:cubicBezTo>
                <a:lnTo>
                  <a:pt x="7848103" y="4572001"/>
                </a:lnTo>
                <a:cubicBezTo>
                  <a:pt x="7731971" y="4452596"/>
                  <a:pt x="7653409" y="4298519"/>
                  <a:pt x="7629044" y="4127511"/>
                </a:cubicBezTo>
                <a:cubicBezTo>
                  <a:pt x="7628876" y="4127458"/>
                  <a:pt x="7628708" y="4127453"/>
                  <a:pt x="7628538" y="4127448"/>
                </a:cubicBezTo>
                <a:lnTo>
                  <a:pt x="7628000" y="4120772"/>
                </a:lnTo>
                <a:cubicBezTo>
                  <a:pt x="7622941" y="4090522"/>
                  <a:pt x="7620490" y="4059631"/>
                  <a:pt x="7620533" y="4028296"/>
                </a:cubicBezTo>
                <a:cubicBezTo>
                  <a:pt x="7619221" y="4022668"/>
                  <a:pt x="7619162" y="4017001"/>
                  <a:pt x="7619162" y="4011320"/>
                </a:cubicBezTo>
                <a:lnTo>
                  <a:pt x="7619756" y="3999880"/>
                </a:lnTo>
                <a:lnTo>
                  <a:pt x="7620254" y="3999913"/>
                </a:lnTo>
                <a:close/>
                <a:moveTo>
                  <a:pt x="7597529" y="3999419"/>
                </a:moveTo>
                <a:lnTo>
                  <a:pt x="7597555" y="3999913"/>
                </a:lnTo>
                <a:lnTo>
                  <a:pt x="7598053" y="3999880"/>
                </a:lnTo>
                <a:lnTo>
                  <a:pt x="7598647" y="4011320"/>
                </a:lnTo>
                <a:cubicBezTo>
                  <a:pt x="7598647" y="4017001"/>
                  <a:pt x="7598588" y="4022668"/>
                  <a:pt x="7597276" y="4028296"/>
                </a:cubicBezTo>
                <a:cubicBezTo>
                  <a:pt x="7597319" y="4059631"/>
                  <a:pt x="7594868" y="4090522"/>
                  <a:pt x="7589809" y="4120772"/>
                </a:cubicBezTo>
                <a:lnTo>
                  <a:pt x="7589271" y="4127448"/>
                </a:lnTo>
                <a:cubicBezTo>
                  <a:pt x="7589101" y="4127453"/>
                  <a:pt x="7588933" y="4127458"/>
                  <a:pt x="7588765" y="4127511"/>
                </a:cubicBezTo>
                <a:cubicBezTo>
                  <a:pt x="7564400" y="4298519"/>
                  <a:pt x="7485838" y="4452596"/>
                  <a:pt x="7369706" y="4572001"/>
                </a:cubicBezTo>
                <a:lnTo>
                  <a:pt x="7175465" y="4572001"/>
                </a:lnTo>
                <a:cubicBezTo>
                  <a:pt x="7318563" y="4471530"/>
                  <a:pt x="7420786" y="4319651"/>
                  <a:pt x="7455280" y="4144250"/>
                </a:cubicBezTo>
                <a:cubicBezTo>
                  <a:pt x="7221278" y="4194541"/>
                  <a:pt x="7030909" y="4357380"/>
                  <a:pt x="6947526" y="4572001"/>
                </a:cubicBezTo>
                <a:lnTo>
                  <a:pt x="6809978" y="4572001"/>
                </a:lnTo>
                <a:cubicBezTo>
                  <a:pt x="6903341" y="4283539"/>
                  <a:pt x="7156571" y="4064450"/>
                  <a:pt x="7468650" y="4012794"/>
                </a:cubicBezTo>
                <a:lnTo>
                  <a:pt x="7468767" y="4011646"/>
                </a:lnTo>
                <a:cubicBezTo>
                  <a:pt x="7474076" y="4010636"/>
                  <a:pt x="7479404" y="4009688"/>
                  <a:pt x="7484980" y="4010107"/>
                </a:cubicBezTo>
                <a:cubicBezTo>
                  <a:pt x="7516163" y="4004550"/>
                  <a:pt x="7548056" y="4001569"/>
                  <a:pt x="7580442" y="4001042"/>
                </a:cubicBezTo>
                <a:close/>
                <a:moveTo>
                  <a:pt x="5928129" y="3999419"/>
                </a:moveTo>
                <a:lnTo>
                  <a:pt x="5945217" y="4001042"/>
                </a:lnTo>
                <a:cubicBezTo>
                  <a:pt x="5977602" y="4001569"/>
                  <a:pt x="6009495" y="4004550"/>
                  <a:pt x="6040678" y="4010107"/>
                </a:cubicBezTo>
                <a:cubicBezTo>
                  <a:pt x="6046254" y="4009688"/>
                  <a:pt x="6051582" y="4010636"/>
                  <a:pt x="6056891" y="4011646"/>
                </a:cubicBezTo>
                <a:lnTo>
                  <a:pt x="6057008" y="4012794"/>
                </a:lnTo>
                <a:cubicBezTo>
                  <a:pt x="6369087" y="4064450"/>
                  <a:pt x="6622316" y="4283539"/>
                  <a:pt x="6715680" y="4572001"/>
                </a:cubicBezTo>
                <a:lnTo>
                  <a:pt x="6578131" y="4572001"/>
                </a:lnTo>
                <a:cubicBezTo>
                  <a:pt x="6494748" y="4357380"/>
                  <a:pt x="6304380" y="4194541"/>
                  <a:pt x="6070378" y="4144250"/>
                </a:cubicBezTo>
                <a:cubicBezTo>
                  <a:pt x="6104872" y="4319650"/>
                  <a:pt x="6207095" y="4471530"/>
                  <a:pt x="6350192" y="4572001"/>
                </a:cubicBezTo>
                <a:lnTo>
                  <a:pt x="6155952" y="4572001"/>
                </a:lnTo>
                <a:cubicBezTo>
                  <a:pt x="6039820" y="4452596"/>
                  <a:pt x="5961257" y="4298519"/>
                  <a:pt x="5936893" y="4127511"/>
                </a:cubicBezTo>
                <a:cubicBezTo>
                  <a:pt x="5936725" y="4127458"/>
                  <a:pt x="5936557" y="4127453"/>
                  <a:pt x="5936387" y="4127448"/>
                </a:cubicBezTo>
                <a:lnTo>
                  <a:pt x="5935849" y="4120772"/>
                </a:lnTo>
                <a:cubicBezTo>
                  <a:pt x="5930790" y="4090522"/>
                  <a:pt x="5928340" y="4059631"/>
                  <a:pt x="5928382" y="4028296"/>
                </a:cubicBezTo>
                <a:cubicBezTo>
                  <a:pt x="5927070" y="4022668"/>
                  <a:pt x="5927011" y="4017001"/>
                  <a:pt x="5927011" y="4011320"/>
                </a:cubicBezTo>
                <a:lnTo>
                  <a:pt x="5927605" y="3999880"/>
                </a:lnTo>
                <a:lnTo>
                  <a:pt x="5928103" y="3999913"/>
                </a:lnTo>
                <a:close/>
                <a:moveTo>
                  <a:pt x="5905378" y="3999419"/>
                </a:moveTo>
                <a:lnTo>
                  <a:pt x="5905404" y="3999913"/>
                </a:lnTo>
                <a:lnTo>
                  <a:pt x="5905902" y="3999880"/>
                </a:lnTo>
                <a:lnTo>
                  <a:pt x="5906496" y="4011320"/>
                </a:lnTo>
                <a:cubicBezTo>
                  <a:pt x="5906496" y="4017001"/>
                  <a:pt x="5906437" y="4022668"/>
                  <a:pt x="5905125" y="4028296"/>
                </a:cubicBezTo>
                <a:cubicBezTo>
                  <a:pt x="5905167" y="4059631"/>
                  <a:pt x="5902717" y="4090522"/>
                  <a:pt x="5897658" y="4120772"/>
                </a:cubicBezTo>
                <a:lnTo>
                  <a:pt x="5897120" y="4127448"/>
                </a:lnTo>
                <a:cubicBezTo>
                  <a:pt x="5896950" y="4127453"/>
                  <a:pt x="5896782" y="4127458"/>
                  <a:pt x="5896614" y="4127511"/>
                </a:cubicBezTo>
                <a:cubicBezTo>
                  <a:pt x="5872249" y="4298519"/>
                  <a:pt x="5793686" y="4452596"/>
                  <a:pt x="5677555" y="4572001"/>
                </a:cubicBezTo>
                <a:lnTo>
                  <a:pt x="5483314" y="4572001"/>
                </a:lnTo>
                <a:cubicBezTo>
                  <a:pt x="5626412" y="4471530"/>
                  <a:pt x="5728635" y="4319650"/>
                  <a:pt x="5763129" y="4144250"/>
                </a:cubicBezTo>
                <a:cubicBezTo>
                  <a:pt x="5529126" y="4194541"/>
                  <a:pt x="5338758" y="4357380"/>
                  <a:pt x="5255375" y="4572001"/>
                </a:cubicBezTo>
                <a:lnTo>
                  <a:pt x="5117827" y="4572001"/>
                </a:lnTo>
                <a:cubicBezTo>
                  <a:pt x="5211190" y="4283539"/>
                  <a:pt x="5464420" y="4064450"/>
                  <a:pt x="5776499" y="4012794"/>
                </a:cubicBezTo>
                <a:lnTo>
                  <a:pt x="5776616" y="4011646"/>
                </a:lnTo>
                <a:cubicBezTo>
                  <a:pt x="5781926" y="4010636"/>
                  <a:pt x="5787253" y="4009688"/>
                  <a:pt x="5792829" y="4010107"/>
                </a:cubicBezTo>
                <a:cubicBezTo>
                  <a:pt x="5824012" y="4004550"/>
                  <a:pt x="5855905" y="4001569"/>
                  <a:pt x="5888290" y="4001042"/>
                </a:cubicBezTo>
                <a:close/>
                <a:moveTo>
                  <a:pt x="4235979" y="3999419"/>
                </a:moveTo>
                <a:lnTo>
                  <a:pt x="4253065" y="4001042"/>
                </a:lnTo>
                <a:cubicBezTo>
                  <a:pt x="4285451" y="4001569"/>
                  <a:pt x="4317343" y="4004550"/>
                  <a:pt x="4348528" y="4010107"/>
                </a:cubicBezTo>
                <a:cubicBezTo>
                  <a:pt x="4354104" y="4009688"/>
                  <a:pt x="4359431" y="4010636"/>
                  <a:pt x="4364739" y="4011646"/>
                </a:cubicBezTo>
                <a:lnTo>
                  <a:pt x="4364856" y="4012794"/>
                </a:lnTo>
                <a:cubicBezTo>
                  <a:pt x="4676936" y="4064450"/>
                  <a:pt x="4930165" y="4283539"/>
                  <a:pt x="5023528" y="4572001"/>
                </a:cubicBezTo>
                <a:lnTo>
                  <a:pt x="4885980" y="4572001"/>
                </a:lnTo>
                <a:cubicBezTo>
                  <a:pt x="4802597" y="4357380"/>
                  <a:pt x="4612229" y="4194541"/>
                  <a:pt x="4378227" y="4144250"/>
                </a:cubicBezTo>
                <a:cubicBezTo>
                  <a:pt x="4412722" y="4319651"/>
                  <a:pt x="4514944" y="4471530"/>
                  <a:pt x="4658041" y="4572001"/>
                </a:cubicBezTo>
                <a:lnTo>
                  <a:pt x="4463800" y="4572001"/>
                </a:lnTo>
                <a:cubicBezTo>
                  <a:pt x="4347669" y="4452596"/>
                  <a:pt x="4269106" y="4298519"/>
                  <a:pt x="4244741" y="4127511"/>
                </a:cubicBezTo>
                <a:cubicBezTo>
                  <a:pt x="4244574" y="4127458"/>
                  <a:pt x="4244405" y="4127453"/>
                  <a:pt x="4244236" y="4127448"/>
                </a:cubicBezTo>
                <a:lnTo>
                  <a:pt x="4243697" y="4120772"/>
                </a:lnTo>
                <a:cubicBezTo>
                  <a:pt x="4238639" y="4090522"/>
                  <a:pt x="4236188" y="4059631"/>
                  <a:pt x="4236230" y="4028296"/>
                </a:cubicBezTo>
                <a:cubicBezTo>
                  <a:pt x="4234918" y="4022668"/>
                  <a:pt x="4234860" y="4017001"/>
                  <a:pt x="4234860" y="4011320"/>
                </a:cubicBezTo>
                <a:lnTo>
                  <a:pt x="4235454" y="3999880"/>
                </a:lnTo>
                <a:lnTo>
                  <a:pt x="4235952" y="3999913"/>
                </a:lnTo>
                <a:close/>
                <a:moveTo>
                  <a:pt x="4213227" y="3999419"/>
                </a:moveTo>
                <a:lnTo>
                  <a:pt x="4213253" y="3999913"/>
                </a:lnTo>
                <a:lnTo>
                  <a:pt x="4213751" y="3999880"/>
                </a:lnTo>
                <a:lnTo>
                  <a:pt x="4214345" y="4011320"/>
                </a:lnTo>
                <a:cubicBezTo>
                  <a:pt x="4214345" y="4017001"/>
                  <a:pt x="4214286" y="4022668"/>
                  <a:pt x="4212974" y="4028296"/>
                </a:cubicBezTo>
                <a:cubicBezTo>
                  <a:pt x="4213016" y="4059631"/>
                  <a:pt x="4210566" y="4090522"/>
                  <a:pt x="4205507" y="4120772"/>
                </a:cubicBezTo>
                <a:lnTo>
                  <a:pt x="4204969" y="4127448"/>
                </a:lnTo>
                <a:cubicBezTo>
                  <a:pt x="4204799" y="4127453"/>
                  <a:pt x="4204631" y="4127458"/>
                  <a:pt x="4204463" y="4127511"/>
                </a:cubicBezTo>
                <a:cubicBezTo>
                  <a:pt x="4180098" y="4298519"/>
                  <a:pt x="4101535" y="4452596"/>
                  <a:pt x="3985404" y="4572001"/>
                </a:cubicBezTo>
                <a:lnTo>
                  <a:pt x="3791163" y="4572001"/>
                </a:lnTo>
                <a:cubicBezTo>
                  <a:pt x="3934261" y="4471530"/>
                  <a:pt x="4036484" y="4319651"/>
                  <a:pt x="4070978" y="4144250"/>
                </a:cubicBezTo>
                <a:cubicBezTo>
                  <a:pt x="3836975" y="4194541"/>
                  <a:pt x="3646607" y="4357380"/>
                  <a:pt x="3563224" y="4572001"/>
                </a:cubicBezTo>
                <a:lnTo>
                  <a:pt x="3425676" y="4572001"/>
                </a:lnTo>
                <a:cubicBezTo>
                  <a:pt x="3519039" y="4283539"/>
                  <a:pt x="3772269" y="4064450"/>
                  <a:pt x="4084348" y="4012794"/>
                </a:cubicBezTo>
                <a:lnTo>
                  <a:pt x="4084465" y="4011646"/>
                </a:lnTo>
                <a:cubicBezTo>
                  <a:pt x="4089774" y="4010636"/>
                  <a:pt x="4095102" y="4009688"/>
                  <a:pt x="4100678" y="4010107"/>
                </a:cubicBezTo>
                <a:cubicBezTo>
                  <a:pt x="4131861" y="4004550"/>
                  <a:pt x="4163754" y="4001569"/>
                  <a:pt x="4196139" y="4001042"/>
                </a:cubicBezTo>
                <a:close/>
                <a:moveTo>
                  <a:pt x="2543827" y="3999419"/>
                </a:moveTo>
                <a:lnTo>
                  <a:pt x="2560914" y="4001042"/>
                </a:lnTo>
                <a:cubicBezTo>
                  <a:pt x="2593300" y="4001569"/>
                  <a:pt x="2625192" y="4004550"/>
                  <a:pt x="2656376" y="4010107"/>
                </a:cubicBezTo>
                <a:cubicBezTo>
                  <a:pt x="2661952" y="4009688"/>
                  <a:pt x="2667280" y="4010636"/>
                  <a:pt x="2672588" y="4011646"/>
                </a:cubicBezTo>
                <a:lnTo>
                  <a:pt x="2672706" y="4012794"/>
                </a:lnTo>
                <a:cubicBezTo>
                  <a:pt x="2984785" y="4064450"/>
                  <a:pt x="3238014" y="4283539"/>
                  <a:pt x="3331377" y="4572001"/>
                </a:cubicBezTo>
                <a:lnTo>
                  <a:pt x="3193830" y="4572001"/>
                </a:lnTo>
                <a:cubicBezTo>
                  <a:pt x="3110446" y="4357380"/>
                  <a:pt x="2920078" y="4194541"/>
                  <a:pt x="2686076" y="4144250"/>
                </a:cubicBezTo>
                <a:cubicBezTo>
                  <a:pt x="2720570" y="4319650"/>
                  <a:pt x="2822793" y="4471530"/>
                  <a:pt x="2965890" y="4572001"/>
                </a:cubicBezTo>
                <a:lnTo>
                  <a:pt x="2771649" y="4572001"/>
                </a:lnTo>
                <a:cubicBezTo>
                  <a:pt x="2655518" y="4452596"/>
                  <a:pt x="2576955" y="4298519"/>
                  <a:pt x="2552590" y="4127511"/>
                </a:cubicBezTo>
                <a:cubicBezTo>
                  <a:pt x="2552423" y="4127458"/>
                  <a:pt x="2552254" y="4127453"/>
                  <a:pt x="2552085" y="4127448"/>
                </a:cubicBezTo>
                <a:lnTo>
                  <a:pt x="2551547" y="4120772"/>
                </a:lnTo>
                <a:cubicBezTo>
                  <a:pt x="2546488" y="4090522"/>
                  <a:pt x="2544037" y="4059631"/>
                  <a:pt x="2544079" y="4028296"/>
                </a:cubicBezTo>
                <a:cubicBezTo>
                  <a:pt x="2542767" y="4022668"/>
                  <a:pt x="2542709" y="4017001"/>
                  <a:pt x="2542709" y="4011320"/>
                </a:cubicBezTo>
                <a:lnTo>
                  <a:pt x="2543303" y="3999880"/>
                </a:lnTo>
                <a:lnTo>
                  <a:pt x="2543801" y="3999913"/>
                </a:lnTo>
                <a:close/>
                <a:moveTo>
                  <a:pt x="2521076" y="3999419"/>
                </a:moveTo>
                <a:lnTo>
                  <a:pt x="2521102" y="3999913"/>
                </a:lnTo>
                <a:lnTo>
                  <a:pt x="2521600" y="3999880"/>
                </a:lnTo>
                <a:lnTo>
                  <a:pt x="2522194" y="4011320"/>
                </a:lnTo>
                <a:cubicBezTo>
                  <a:pt x="2522194" y="4017001"/>
                  <a:pt x="2522135" y="4022668"/>
                  <a:pt x="2520823" y="4028296"/>
                </a:cubicBezTo>
                <a:cubicBezTo>
                  <a:pt x="2520865" y="4059631"/>
                  <a:pt x="2518415" y="4090522"/>
                  <a:pt x="2513356" y="4120772"/>
                </a:cubicBezTo>
                <a:lnTo>
                  <a:pt x="2512818" y="4127448"/>
                </a:lnTo>
                <a:cubicBezTo>
                  <a:pt x="2512648" y="4127453"/>
                  <a:pt x="2512480" y="4127458"/>
                  <a:pt x="2512312" y="4127511"/>
                </a:cubicBezTo>
                <a:cubicBezTo>
                  <a:pt x="2487947" y="4298519"/>
                  <a:pt x="2409385" y="4452596"/>
                  <a:pt x="2293253" y="4572001"/>
                </a:cubicBezTo>
                <a:lnTo>
                  <a:pt x="2099012" y="4572001"/>
                </a:lnTo>
                <a:cubicBezTo>
                  <a:pt x="2242110" y="4471530"/>
                  <a:pt x="2344333" y="4319651"/>
                  <a:pt x="2378827" y="4144250"/>
                </a:cubicBezTo>
                <a:cubicBezTo>
                  <a:pt x="2144825" y="4194541"/>
                  <a:pt x="1954456" y="4357380"/>
                  <a:pt x="1871073" y="4572001"/>
                </a:cubicBezTo>
                <a:lnTo>
                  <a:pt x="1733525" y="4572001"/>
                </a:lnTo>
                <a:cubicBezTo>
                  <a:pt x="1826888" y="4283539"/>
                  <a:pt x="2080118" y="4064450"/>
                  <a:pt x="2392197" y="4012794"/>
                </a:cubicBezTo>
                <a:lnTo>
                  <a:pt x="2392314" y="4011646"/>
                </a:lnTo>
                <a:cubicBezTo>
                  <a:pt x="2397623" y="4010636"/>
                  <a:pt x="2402951" y="4009688"/>
                  <a:pt x="2408527" y="4010107"/>
                </a:cubicBezTo>
                <a:cubicBezTo>
                  <a:pt x="2439710" y="4004550"/>
                  <a:pt x="2471603" y="4001569"/>
                  <a:pt x="2503988" y="4001042"/>
                </a:cubicBezTo>
                <a:close/>
                <a:moveTo>
                  <a:pt x="851676" y="3999419"/>
                </a:moveTo>
                <a:lnTo>
                  <a:pt x="868763" y="4001042"/>
                </a:lnTo>
                <a:cubicBezTo>
                  <a:pt x="901149" y="4001569"/>
                  <a:pt x="933041" y="4004550"/>
                  <a:pt x="964225" y="4010107"/>
                </a:cubicBezTo>
                <a:cubicBezTo>
                  <a:pt x="969801" y="4009688"/>
                  <a:pt x="975129" y="4010636"/>
                  <a:pt x="980437" y="4011646"/>
                </a:cubicBezTo>
                <a:lnTo>
                  <a:pt x="980555" y="4012794"/>
                </a:lnTo>
                <a:cubicBezTo>
                  <a:pt x="1292634" y="4064450"/>
                  <a:pt x="1545864" y="4283539"/>
                  <a:pt x="1639226" y="4572001"/>
                </a:cubicBezTo>
                <a:lnTo>
                  <a:pt x="1501679" y="4572001"/>
                </a:lnTo>
                <a:cubicBezTo>
                  <a:pt x="1418296" y="4357380"/>
                  <a:pt x="1227927" y="4194541"/>
                  <a:pt x="993925" y="4144250"/>
                </a:cubicBezTo>
                <a:cubicBezTo>
                  <a:pt x="1028419" y="4319651"/>
                  <a:pt x="1130642" y="4471530"/>
                  <a:pt x="1273740" y="4572001"/>
                </a:cubicBezTo>
                <a:lnTo>
                  <a:pt x="1079499" y="4572001"/>
                </a:lnTo>
                <a:cubicBezTo>
                  <a:pt x="963367" y="4452596"/>
                  <a:pt x="884804" y="4298519"/>
                  <a:pt x="860439" y="4127511"/>
                </a:cubicBezTo>
                <a:cubicBezTo>
                  <a:pt x="860272" y="4127458"/>
                  <a:pt x="860103" y="4127453"/>
                  <a:pt x="859934" y="4127448"/>
                </a:cubicBezTo>
                <a:lnTo>
                  <a:pt x="859396" y="4120772"/>
                </a:lnTo>
                <a:cubicBezTo>
                  <a:pt x="854337" y="4090522"/>
                  <a:pt x="851886" y="4059631"/>
                  <a:pt x="851928" y="4028296"/>
                </a:cubicBezTo>
                <a:cubicBezTo>
                  <a:pt x="850616" y="4022668"/>
                  <a:pt x="850558" y="4017001"/>
                  <a:pt x="850558" y="4011320"/>
                </a:cubicBezTo>
                <a:lnTo>
                  <a:pt x="851152" y="3999880"/>
                </a:lnTo>
                <a:lnTo>
                  <a:pt x="851650" y="3999913"/>
                </a:lnTo>
                <a:close/>
                <a:moveTo>
                  <a:pt x="828925" y="3999419"/>
                </a:moveTo>
                <a:lnTo>
                  <a:pt x="828951" y="3999913"/>
                </a:lnTo>
                <a:lnTo>
                  <a:pt x="829449" y="3999880"/>
                </a:lnTo>
                <a:lnTo>
                  <a:pt x="830043" y="4011320"/>
                </a:lnTo>
                <a:cubicBezTo>
                  <a:pt x="830043" y="4017001"/>
                  <a:pt x="829984" y="4022668"/>
                  <a:pt x="828672" y="4028296"/>
                </a:cubicBezTo>
                <a:cubicBezTo>
                  <a:pt x="828714" y="4059631"/>
                  <a:pt x="826264" y="4090522"/>
                  <a:pt x="821205" y="4120772"/>
                </a:cubicBezTo>
                <a:lnTo>
                  <a:pt x="820667" y="4127448"/>
                </a:lnTo>
                <a:cubicBezTo>
                  <a:pt x="820497" y="4127453"/>
                  <a:pt x="820329" y="4127458"/>
                  <a:pt x="820161" y="4127511"/>
                </a:cubicBezTo>
                <a:cubicBezTo>
                  <a:pt x="795796" y="4298519"/>
                  <a:pt x="717234" y="4452596"/>
                  <a:pt x="601102" y="4572001"/>
                </a:cubicBezTo>
                <a:lnTo>
                  <a:pt x="406861" y="4572001"/>
                </a:lnTo>
                <a:cubicBezTo>
                  <a:pt x="549959" y="4471530"/>
                  <a:pt x="652182" y="4319650"/>
                  <a:pt x="686676" y="4144250"/>
                </a:cubicBezTo>
                <a:cubicBezTo>
                  <a:pt x="452674" y="4194541"/>
                  <a:pt x="262305" y="4357380"/>
                  <a:pt x="178922" y="4572001"/>
                </a:cubicBezTo>
                <a:lnTo>
                  <a:pt x="41374" y="4572001"/>
                </a:lnTo>
                <a:cubicBezTo>
                  <a:pt x="134738" y="4283539"/>
                  <a:pt x="387967" y="4064450"/>
                  <a:pt x="700046" y="4012794"/>
                </a:cubicBezTo>
                <a:lnTo>
                  <a:pt x="700163" y="4011646"/>
                </a:lnTo>
                <a:cubicBezTo>
                  <a:pt x="705472" y="4010636"/>
                  <a:pt x="710800" y="4009688"/>
                  <a:pt x="716376" y="4010107"/>
                </a:cubicBezTo>
                <a:cubicBezTo>
                  <a:pt x="747559" y="4004550"/>
                  <a:pt x="779452" y="4001569"/>
                  <a:pt x="811837" y="4001042"/>
                </a:cubicBezTo>
                <a:close/>
                <a:moveTo>
                  <a:pt x="8305836" y="3304913"/>
                </a:moveTo>
                <a:cubicBezTo>
                  <a:pt x="8030646" y="3363591"/>
                  <a:pt x="7815802" y="3576701"/>
                  <a:pt x="7762527" y="3845480"/>
                </a:cubicBezTo>
                <a:cubicBezTo>
                  <a:pt x="8037717" y="3786801"/>
                  <a:pt x="8252560" y="3573691"/>
                  <a:pt x="8305836" y="3304913"/>
                </a:cubicBezTo>
                <a:close/>
                <a:moveTo>
                  <a:pt x="6911971" y="3304913"/>
                </a:moveTo>
                <a:cubicBezTo>
                  <a:pt x="6965247" y="3573691"/>
                  <a:pt x="7180090" y="3786801"/>
                  <a:pt x="7455280" y="3845480"/>
                </a:cubicBezTo>
                <a:cubicBezTo>
                  <a:pt x="7402005" y="3576701"/>
                  <a:pt x="7187161" y="3363591"/>
                  <a:pt x="6911971" y="3304913"/>
                </a:cubicBezTo>
                <a:close/>
                <a:moveTo>
                  <a:pt x="6613685" y="3304913"/>
                </a:moveTo>
                <a:cubicBezTo>
                  <a:pt x="6338495" y="3363591"/>
                  <a:pt x="6123651" y="3576701"/>
                  <a:pt x="6070376" y="3845480"/>
                </a:cubicBezTo>
                <a:cubicBezTo>
                  <a:pt x="6345566" y="3786801"/>
                  <a:pt x="6560409" y="3573691"/>
                  <a:pt x="6613685" y="3304913"/>
                </a:cubicBezTo>
                <a:close/>
                <a:moveTo>
                  <a:pt x="5219820" y="3304913"/>
                </a:moveTo>
                <a:cubicBezTo>
                  <a:pt x="5273096" y="3573691"/>
                  <a:pt x="5487939" y="3786801"/>
                  <a:pt x="5763129" y="3845480"/>
                </a:cubicBezTo>
                <a:cubicBezTo>
                  <a:pt x="5709854" y="3576701"/>
                  <a:pt x="5495010" y="3363591"/>
                  <a:pt x="5219820" y="3304913"/>
                </a:cubicBezTo>
                <a:close/>
                <a:moveTo>
                  <a:pt x="4921534" y="3304913"/>
                </a:moveTo>
                <a:cubicBezTo>
                  <a:pt x="4646344" y="3363591"/>
                  <a:pt x="4431500" y="3576701"/>
                  <a:pt x="4378225" y="3845480"/>
                </a:cubicBezTo>
                <a:cubicBezTo>
                  <a:pt x="4653415" y="3786801"/>
                  <a:pt x="4868259" y="3573691"/>
                  <a:pt x="4921534" y="3304913"/>
                </a:cubicBezTo>
                <a:close/>
                <a:moveTo>
                  <a:pt x="3527669" y="3304913"/>
                </a:moveTo>
                <a:cubicBezTo>
                  <a:pt x="3580945" y="3573691"/>
                  <a:pt x="3795788" y="3786801"/>
                  <a:pt x="4070978" y="3845480"/>
                </a:cubicBezTo>
                <a:cubicBezTo>
                  <a:pt x="4017703" y="3576701"/>
                  <a:pt x="3802859" y="3363591"/>
                  <a:pt x="3527669" y="3304913"/>
                </a:cubicBezTo>
                <a:close/>
                <a:moveTo>
                  <a:pt x="3229383" y="3304913"/>
                </a:moveTo>
                <a:cubicBezTo>
                  <a:pt x="2954193" y="3363591"/>
                  <a:pt x="2739349" y="3576701"/>
                  <a:pt x="2686074" y="3845480"/>
                </a:cubicBezTo>
                <a:cubicBezTo>
                  <a:pt x="2961264" y="3786801"/>
                  <a:pt x="3176107" y="3573691"/>
                  <a:pt x="3229383" y="3304913"/>
                </a:cubicBezTo>
                <a:close/>
                <a:moveTo>
                  <a:pt x="1835518" y="3304913"/>
                </a:moveTo>
                <a:cubicBezTo>
                  <a:pt x="1888794" y="3573691"/>
                  <a:pt x="2103637" y="3786801"/>
                  <a:pt x="2378827" y="3845480"/>
                </a:cubicBezTo>
                <a:cubicBezTo>
                  <a:pt x="2325552" y="3576701"/>
                  <a:pt x="2110708" y="3363591"/>
                  <a:pt x="1835518" y="3304913"/>
                </a:cubicBezTo>
                <a:close/>
                <a:moveTo>
                  <a:pt x="1537232" y="3304913"/>
                </a:moveTo>
                <a:cubicBezTo>
                  <a:pt x="1262042" y="3363591"/>
                  <a:pt x="1047198" y="3576701"/>
                  <a:pt x="993923" y="3845480"/>
                </a:cubicBezTo>
                <a:cubicBezTo>
                  <a:pt x="1269113" y="3786801"/>
                  <a:pt x="1483956" y="3573691"/>
                  <a:pt x="1537232" y="3304913"/>
                </a:cubicBezTo>
                <a:close/>
                <a:moveTo>
                  <a:pt x="143367" y="3304913"/>
                </a:moveTo>
                <a:cubicBezTo>
                  <a:pt x="196643" y="3573691"/>
                  <a:pt x="411486" y="3786801"/>
                  <a:pt x="686676" y="3845480"/>
                </a:cubicBezTo>
                <a:cubicBezTo>
                  <a:pt x="633401" y="3576701"/>
                  <a:pt x="418557" y="3363591"/>
                  <a:pt x="143367" y="3304913"/>
                </a:cubicBezTo>
                <a:close/>
                <a:moveTo>
                  <a:pt x="8461873" y="3161219"/>
                </a:moveTo>
                <a:lnTo>
                  <a:pt x="8478960" y="3162829"/>
                </a:lnTo>
                <a:cubicBezTo>
                  <a:pt x="8511346" y="3163352"/>
                  <a:pt x="8543239" y="3166310"/>
                  <a:pt x="8574422" y="3171823"/>
                </a:cubicBezTo>
                <a:cubicBezTo>
                  <a:pt x="8579998" y="3171407"/>
                  <a:pt x="8585326" y="3172348"/>
                  <a:pt x="8590635" y="3173350"/>
                </a:cubicBezTo>
                <a:lnTo>
                  <a:pt x="8590752" y="3174489"/>
                </a:lnTo>
                <a:cubicBezTo>
                  <a:pt x="8815033" y="3211322"/>
                  <a:pt x="9008920" y="3333951"/>
                  <a:pt x="9135069" y="3506215"/>
                </a:cubicBezTo>
                <a:lnTo>
                  <a:pt x="9139239" y="3512974"/>
                </a:lnTo>
                <a:lnTo>
                  <a:pt x="9139239" y="3816134"/>
                </a:lnTo>
                <a:lnTo>
                  <a:pt x="9120077" y="3747490"/>
                </a:lnTo>
                <a:cubicBezTo>
                  <a:pt x="9039502" y="3525837"/>
                  <a:pt x="8844913" y="3356256"/>
                  <a:pt x="8604122" y="3304913"/>
                </a:cubicBezTo>
                <a:cubicBezTo>
                  <a:pt x="8650738" y="3540094"/>
                  <a:pt x="8821055" y="3732654"/>
                  <a:pt x="9047261" y="3816429"/>
                </a:cubicBezTo>
                <a:lnTo>
                  <a:pt x="9139239" y="3843104"/>
                </a:lnTo>
                <a:lnTo>
                  <a:pt x="9139239" y="3970603"/>
                </a:lnTo>
                <a:lnTo>
                  <a:pt x="9030179" y="3943797"/>
                </a:lnTo>
                <a:cubicBezTo>
                  <a:pt x="8735297" y="3846211"/>
                  <a:pt x="8514628" y="3594637"/>
                  <a:pt x="8470637" y="3288305"/>
                </a:cubicBezTo>
                <a:cubicBezTo>
                  <a:pt x="8470469" y="3288253"/>
                  <a:pt x="8470301" y="3288248"/>
                  <a:pt x="8470131" y="3288243"/>
                </a:cubicBezTo>
                <a:lnTo>
                  <a:pt x="8469593" y="3281619"/>
                </a:lnTo>
                <a:cubicBezTo>
                  <a:pt x="8464534" y="3251607"/>
                  <a:pt x="8462083" y="3220958"/>
                  <a:pt x="8462126" y="3189869"/>
                </a:cubicBezTo>
                <a:cubicBezTo>
                  <a:pt x="8460814" y="3184286"/>
                  <a:pt x="8460755" y="3178663"/>
                  <a:pt x="8460755" y="3173027"/>
                </a:cubicBezTo>
                <a:lnTo>
                  <a:pt x="8461349" y="3161677"/>
                </a:lnTo>
                <a:lnTo>
                  <a:pt x="8461847" y="3161709"/>
                </a:lnTo>
                <a:close/>
                <a:moveTo>
                  <a:pt x="8448085" y="3161219"/>
                </a:moveTo>
                <a:lnTo>
                  <a:pt x="8448111" y="3161709"/>
                </a:lnTo>
                <a:lnTo>
                  <a:pt x="8448609" y="3161677"/>
                </a:lnTo>
                <a:lnTo>
                  <a:pt x="8449203" y="3173027"/>
                </a:lnTo>
                <a:cubicBezTo>
                  <a:pt x="8449203" y="3178663"/>
                  <a:pt x="8449144" y="3184286"/>
                  <a:pt x="8447832" y="3189869"/>
                </a:cubicBezTo>
                <a:cubicBezTo>
                  <a:pt x="8447875" y="3220958"/>
                  <a:pt x="8445424" y="3251607"/>
                  <a:pt x="8440365" y="3281619"/>
                </a:cubicBezTo>
                <a:lnTo>
                  <a:pt x="8439827" y="3288243"/>
                </a:lnTo>
                <a:cubicBezTo>
                  <a:pt x="8439657" y="3288248"/>
                  <a:pt x="8439489" y="3288253"/>
                  <a:pt x="8439321" y="3288305"/>
                </a:cubicBezTo>
                <a:cubicBezTo>
                  <a:pt x="8389046" y="3638399"/>
                  <a:pt x="8108007" y="3916971"/>
                  <a:pt x="7749156" y="3975903"/>
                </a:cubicBezTo>
                <a:lnTo>
                  <a:pt x="7749040" y="3977042"/>
                </a:lnTo>
                <a:cubicBezTo>
                  <a:pt x="7743729" y="3978045"/>
                  <a:pt x="7738400" y="3978986"/>
                  <a:pt x="7732823" y="3978570"/>
                </a:cubicBezTo>
                <a:cubicBezTo>
                  <a:pt x="7701651" y="3984080"/>
                  <a:pt x="7669771" y="3987038"/>
                  <a:pt x="7637396" y="3987561"/>
                </a:cubicBezTo>
                <a:lnTo>
                  <a:pt x="7620278" y="3989174"/>
                </a:lnTo>
                <a:lnTo>
                  <a:pt x="7620252" y="3988683"/>
                </a:lnTo>
                <a:lnTo>
                  <a:pt x="7619753" y="3988716"/>
                </a:lnTo>
                <a:cubicBezTo>
                  <a:pt x="7619187" y="3984944"/>
                  <a:pt x="7619160" y="3981158"/>
                  <a:pt x="7619160" y="3977366"/>
                </a:cubicBezTo>
                <a:cubicBezTo>
                  <a:pt x="7619160" y="3971728"/>
                  <a:pt x="7619219" y="3966104"/>
                  <a:pt x="7620531" y="3960518"/>
                </a:cubicBezTo>
                <a:cubicBezTo>
                  <a:pt x="7620488" y="3929436"/>
                  <a:pt x="7622938" y="3898794"/>
                  <a:pt x="7627995" y="3868787"/>
                </a:cubicBezTo>
                <a:lnTo>
                  <a:pt x="7628535" y="3862150"/>
                </a:lnTo>
                <a:cubicBezTo>
                  <a:pt x="7628704" y="3862145"/>
                  <a:pt x="7628873" y="3862140"/>
                  <a:pt x="7629040" y="3862087"/>
                </a:cubicBezTo>
                <a:cubicBezTo>
                  <a:pt x="7679317" y="3511992"/>
                  <a:pt x="7960356" y="3233421"/>
                  <a:pt x="8319206" y="3174489"/>
                </a:cubicBezTo>
                <a:lnTo>
                  <a:pt x="8319323" y="3173350"/>
                </a:lnTo>
                <a:cubicBezTo>
                  <a:pt x="8324632" y="3172348"/>
                  <a:pt x="8329960" y="3171407"/>
                  <a:pt x="8335536" y="3171823"/>
                </a:cubicBezTo>
                <a:cubicBezTo>
                  <a:pt x="8366719" y="3166310"/>
                  <a:pt x="8398612" y="3163352"/>
                  <a:pt x="8430998" y="3162829"/>
                </a:cubicBezTo>
                <a:close/>
                <a:moveTo>
                  <a:pt x="6769722" y="3161219"/>
                </a:moveTo>
                <a:lnTo>
                  <a:pt x="6786810" y="3162829"/>
                </a:lnTo>
                <a:cubicBezTo>
                  <a:pt x="6819195" y="3163352"/>
                  <a:pt x="6851088" y="3166310"/>
                  <a:pt x="6882271" y="3171823"/>
                </a:cubicBezTo>
                <a:cubicBezTo>
                  <a:pt x="6887847" y="3171407"/>
                  <a:pt x="6893175" y="3172348"/>
                  <a:pt x="6898484" y="3173350"/>
                </a:cubicBezTo>
                <a:lnTo>
                  <a:pt x="6898601" y="3174489"/>
                </a:lnTo>
                <a:cubicBezTo>
                  <a:pt x="7257451" y="3233421"/>
                  <a:pt x="7538490" y="3511992"/>
                  <a:pt x="7588766" y="3862087"/>
                </a:cubicBezTo>
                <a:cubicBezTo>
                  <a:pt x="7588934" y="3862140"/>
                  <a:pt x="7589103" y="3862145"/>
                  <a:pt x="7589272" y="3862150"/>
                </a:cubicBezTo>
                <a:lnTo>
                  <a:pt x="7589812" y="3868787"/>
                </a:lnTo>
                <a:cubicBezTo>
                  <a:pt x="7594869" y="3898794"/>
                  <a:pt x="7597319" y="3929436"/>
                  <a:pt x="7597276" y="3960518"/>
                </a:cubicBezTo>
                <a:cubicBezTo>
                  <a:pt x="7598588" y="3966104"/>
                  <a:pt x="7598647" y="3971728"/>
                  <a:pt x="7598647" y="3977366"/>
                </a:cubicBezTo>
                <a:cubicBezTo>
                  <a:pt x="7598647" y="3981158"/>
                  <a:pt x="7598620" y="3984944"/>
                  <a:pt x="7598054" y="3988716"/>
                </a:cubicBezTo>
                <a:lnTo>
                  <a:pt x="7597555" y="3988683"/>
                </a:lnTo>
                <a:lnTo>
                  <a:pt x="7597529" y="3989174"/>
                </a:lnTo>
                <a:lnTo>
                  <a:pt x="7580411" y="3987561"/>
                </a:lnTo>
                <a:cubicBezTo>
                  <a:pt x="7548036" y="3987038"/>
                  <a:pt x="7516156" y="3984080"/>
                  <a:pt x="7484984" y="3978570"/>
                </a:cubicBezTo>
                <a:cubicBezTo>
                  <a:pt x="7479407" y="3978986"/>
                  <a:pt x="7474078" y="3978045"/>
                  <a:pt x="7468767" y="3977042"/>
                </a:cubicBezTo>
                <a:lnTo>
                  <a:pt x="7468651" y="3975903"/>
                </a:lnTo>
                <a:cubicBezTo>
                  <a:pt x="7109800" y="3916971"/>
                  <a:pt x="6828761" y="3638399"/>
                  <a:pt x="6778486" y="3288305"/>
                </a:cubicBezTo>
                <a:cubicBezTo>
                  <a:pt x="6778318" y="3288253"/>
                  <a:pt x="6778150" y="3288248"/>
                  <a:pt x="6777980" y="3288243"/>
                </a:cubicBezTo>
                <a:lnTo>
                  <a:pt x="6777442" y="3281619"/>
                </a:lnTo>
                <a:cubicBezTo>
                  <a:pt x="6772383" y="3251607"/>
                  <a:pt x="6769933" y="3220958"/>
                  <a:pt x="6769975" y="3189869"/>
                </a:cubicBezTo>
                <a:cubicBezTo>
                  <a:pt x="6768663" y="3184286"/>
                  <a:pt x="6768604" y="3178663"/>
                  <a:pt x="6768604" y="3173027"/>
                </a:cubicBezTo>
                <a:lnTo>
                  <a:pt x="6769198" y="3161677"/>
                </a:lnTo>
                <a:lnTo>
                  <a:pt x="6769696" y="3161709"/>
                </a:lnTo>
                <a:close/>
                <a:moveTo>
                  <a:pt x="6755934" y="3161219"/>
                </a:moveTo>
                <a:lnTo>
                  <a:pt x="6755960" y="3161709"/>
                </a:lnTo>
                <a:lnTo>
                  <a:pt x="6756458" y="3161677"/>
                </a:lnTo>
                <a:lnTo>
                  <a:pt x="6757052" y="3173027"/>
                </a:lnTo>
                <a:cubicBezTo>
                  <a:pt x="6757052" y="3178663"/>
                  <a:pt x="6756994" y="3184286"/>
                  <a:pt x="6755682" y="3189869"/>
                </a:cubicBezTo>
                <a:cubicBezTo>
                  <a:pt x="6755724" y="3220958"/>
                  <a:pt x="6753273" y="3251607"/>
                  <a:pt x="6748215" y="3281619"/>
                </a:cubicBezTo>
                <a:lnTo>
                  <a:pt x="6747676" y="3288243"/>
                </a:lnTo>
                <a:cubicBezTo>
                  <a:pt x="6747507" y="3288248"/>
                  <a:pt x="6747338" y="3288253"/>
                  <a:pt x="6747171" y="3288305"/>
                </a:cubicBezTo>
                <a:cubicBezTo>
                  <a:pt x="6696895" y="3638399"/>
                  <a:pt x="6415856" y="3916971"/>
                  <a:pt x="6057005" y="3975903"/>
                </a:cubicBezTo>
                <a:lnTo>
                  <a:pt x="6056889" y="3977042"/>
                </a:lnTo>
                <a:cubicBezTo>
                  <a:pt x="6051578" y="3978045"/>
                  <a:pt x="6046249" y="3978986"/>
                  <a:pt x="6040672" y="3978570"/>
                </a:cubicBezTo>
                <a:cubicBezTo>
                  <a:pt x="6009500" y="3984080"/>
                  <a:pt x="5977620" y="3987038"/>
                  <a:pt x="5945246" y="3987561"/>
                </a:cubicBezTo>
                <a:lnTo>
                  <a:pt x="5928127" y="3989174"/>
                </a:lnTo>
                <a:lnTo>
                  <a:pt x="5928101" y="3988683"/>
                </a:lnTo>
                <a:lnTo>
                  <a:pt x="5927602" y="3988716"/>
                </a:lnTo>
                <a:cubicBezTo>
                  <a:pt x="5927036" y="3984944"/>
                  <a:pt x="5927009" y="3981158"/>
                  <a:pt x="5927009" y="3977366"/>
                </a:cubicBezTo>
                <a:cubicBezTo>
                  <a:pt x="5927009" y="3971728"/>
                  <a:pt x="5927068" y="3966104"/>
                  <a:pt x="5928380" y="3960518"/>
                </a:cubicBezTo>
                <a:cubicBezTo>
                  <a:pt x="5928338" y="3929436"/>
                  <a:pt x="5930787" y="3898794"/>
                  <a:pt x="5935844" y="3868787"/>
                </a:cubicBezTo>
                <a:lnTo>
                  <a:pt x="5936384" y="3862150"/>
                </a:lnTo>
                <a:cubicBezTo>
                  <a:pt x="5936553" y="3862145"/>
                  <a:pt x="5936722" y="3862140"/>
                  <a:pt x="5936890" y="3862087"/>
                </a:cubicBezTo>
                <a:cubicBezTo>
                  <a:pt x="5987166" y="3511992"/>
                  <a:pt x="6268205" y="3233421"/>
                  <a:pt x="6627056" y="3174489"/>
                </a:cubicBezTo>
                <a:lnTo>
                  <a:pt x="6627173" y="3173350"/>
                </a:lnTo>
                <a:cubicBezTo>
                  <a:pt x="6632481" y="3172348"/>
                  <a:pt x="6637809" y="3171407"/>
                  <a:pt x="6643385" y="3171823"/>
                </a:cubicBezTo>
                <a:cubicBezTo>
                  <a:pt x="6674569" y="3166310"/>
                  <a:pt x="6706461" y="3163352"/>
                  <a:pt x="6738847" y="3162829"/>
                </a:cubicBezTo>
                <a:close/>
                <a:moveTo>
                  <a:pt x="5077571" y="3161219"/>
                </a:moveTo>
                <a:lnTo>
                  <a:pt x="5094659" y="3162829"/>
                </a:lnTo>
                <a:cubicBezTo>
                  <a:pt x="5127044" y="3163352"/>
                  <a:pt x="5158937" y="3166310"/>
                  <a:pt x="5190120" y="3171823"/>
                </a:cubicBezTo>
                <a:cubicBezTo>
                  <a:pt x="5195696" y="3171407"/>
                  <a:pt x="5201024" y="3172348"/>
                  <a:pt x="5206334" y="3173350"/>
                </a:cubicBezTo>
                <a:lnTo>
                  <a:pt x="5206450" y="3174489"/>
                </a:lnTo>
                <a:cubicBezTo>
                  <a:pt x="5565300" y="3233421"/>
                  <a:pt x="5846339" y="3511992"/>
                  <a:pt x="5896616" y="3862087"/>
                </a:cubicBezTo>
                <a:cubicBezTo>
                  <a:pt x="5896783" y="3862140"/>
                  <a:pt x="5896953" y="3862145"/>
                  <a:pt x="5897121" y="3862150"/>
                </a:cubicBezTo>
                <a:lnTo>
                  <a:pt x="5897662" y="3868787"/>
                </a:lnTo>
                <a:cubicBezTo>
                  <a:pt x="5902718" y="3898794"/>
                  <a:pt x="5905168" y="3929436"/>
                  <a:pt x="5905126" y="3960518"/>
                </a:cubicBezTo>
                <a:cubicBezTo>
                  <a:pt x="5906438" y="3966104"/>
                  <a:pt x="5906496" y="3971728"/>
                  <a:pt x="5906496" y="3977366"/>
                </a:cubicBezTo>
                <a:cubicBezTo>
                  <a:pt x="5906496" y="3981158"/>
                  <a:pt x="5906469" y="3984944"/>
                  <a:pt x="5905903" y="3988716"/>
                </a:cubicBezTo>
                <a:lnTo>
                  <a:pt x="5905404" y="3988683"/>
                </a:lnTo>
                <a:lnTo>
                  <a:pt x="5905378" y="3989174"/>
                </a:lnTo>
                <a:lnTo>
                  <a:pt x="5888260" y="3987561"/>
                </a:lnTo>
                <a:cubicBezTo>
                  <a:pt x="5855886" y="3987038"/>
                  <a:pt x="5824005" y="3984080"/>
                  <a:pt x="5792833" y="3978570"/>
                </a:cubicBezTo>
                <a:cubicBezTo>
                  <a:pt x="5787256" y="3978986"/>
                  <a:pt x="5781927" y="3978045"/>
                  <a:pt x="5776617" y="3977042"/>
                </a:cubicBezTo>
                <a:lnTo>
                  <a:pt x="5776501" y="3975903"/>
                </a:lnTo>
                <a:cubicBezTo>
                  <a:pt x="5417649" y="3916971"/>
                  <a:pt x="5136610" y="3638399"/>
                  <a:pt x="5086335" y="3288305"/>
                </a:cubicBezTo>
                <a:cubicBezTo>
                  <a:pt x="5086167" y="3288253"/>
                  <a:pt x="5085999" y="3288248"/>
                  <a:pt x="5085830" y="3288243"/>
                </a:cubicBezTo>
                <a:lnTo>
                  <a:pt x="5085291" y="3281619"/>
                </a:lnTo>
                <a:cubicBezTo>
                  <a:pt x="5080233" y="3251607"/>
                  <a:pt x="5077782" y="3220958"/>
                  <a:pt x="5077824" y="3189869"/>
                </a:cubicBezTo>
                <a:cubicBezTo>
                  <a:pt x="5076512" y="3184286"/>
                  <a:pt x="5076453" y="3178663"/>
                  <a:pt x="5076453" y="3173027"/>
                </a:cubicBezTo>
                <a:lnTo>
                  <a:pt x="5077047" y="3161677"/>
                </a:lnTo>
                <a:lnTo>
                  <a:pt x="5077545" y="3161709"/>
                </a:lnTo>
                <a:close/>
                <a:moveTo>
                  <a:pt x="5063783" y="3161219"/>
                </a:moveTo>
                <a:lnTo>
                  <a:pt x="5063809" y="3161709"/>
                </a:lnTo>
                <a:lnTo>
                  <a:pt x="5064307" y="3161677"/>
                </a:lnTo>
                <a:lnTo>
                  <a:pt x="5064902" y="3173027"/>
                </a:lnTo>
                <a:cubicBezTo>
                  <a:pt x="5064902" y="3178663"/>
                  <a:pt x="5064842" y="3184286"/>
                  <a:pt x="5063530" y="3189869"/>
                </a:cubicBezTo>
                <a:cubicBezTo>
                  <a:pt x="5063572" y="3220958"/>
                  <a:pt x="5061122" y="3251607"/>
                  <a:pt x="5056063" y="3281619"/>
                </a:cubicBezTo>
                <a:lnTo>
                  <a:pt x="5055525" y="3288243"/>
                </a:lnTo>
                <a:cubicBezTo>
                  <a:pt x="5055355" y="3288248"/>
                  <a:pt x="5055187" y="3288253"/>
                  <a:pt x="5055019" y="3288305"/>
                </a:cubicBezTo>
                <a:cubicBezTo>
                  <a:pt x="5004744" y="3638399"/>
                  <a:pt x="4723705" y="3916971"/>
                  <a:pt x="4364853" y="3975903"/>
                </a:cubicBezTo>
                <a:lnTo>
                  <a:pt x="4364737" y="3977042"/>
                </a:lnTo>
                <a:cubicBezTo>
                  <a:pt x="4359427" y="3978045"/>
                  <a:pt x="4354098" y="3978986"/>
                  <a:pt x="4348521" y="3978570"/>
                </a:cubicBezTo>
                <a:cubicBezTo>
                  <a:pt x="4317350" y="3984080"/>
                  <a:pt x="4285468" y="3987038"/>
                  <a:pt x="4253094" y="3987561"/>
                </a:cubicBezTo>
                <a:lnTo>
                  <a:pt x="4235976" y="3989174"/>
                </a:lnTo>
                <a:lnTo>
                  <a:pt x="4235950" y="3988683"/>
                </a:lnTo>
                <a:lnTo>
                  <a:pt x="4235451" y="3988716"/>
                </a:lnTo>
                <a:cubicBezTo>
                  <a:pt x="4234885" y="3984944"/>
                  <a:pt x="4234858" y="3981158"/>
                  <a:pt x="4234858" y="3977366"/>
                </a:cubicBezTo>
                <a:cubicBezTo>
                  <a:pt x="4234858" y="3971728"/>
                  <a:pt x="4234916" y="3966104"/>
                  <a:pt x="4236228" y="3960518"/>
                </a:cubicBezTo>
                <a:cubicBezTo>
                  <a:pt x="4236186" y="3929436"/>
                  <a:pt x="4238636" y="3898794"/>
                  <a:pt x="4243692" y="3868787"/>
                </a:cubicBezTo>
                <a:lnTo>
                  <a:pt x="4244233" y="3862150"/>
                </a:lnTo>
                <a:cubicBezTo>
                  <a:pt x="4244401" y="3862145"/>
                  <a:pt x="4244571" y="3862140"/>
                  <a:pt x="4244738" y="3862087"/>
                </a:cubicBezTo>
                <a:cubicBezTo>
                  <a:pt x="4295015" y="3511992"/>
                  <a:pt x="4576054" y="3233421"/>
                  <a:pt x="4934904" y="3174489"/>
                </a:cubicBezTo>
                <a:lnTo>
                  <a:pt x="4935021" y="3173350"/>
                </a:lnTo>
                <a:cubicBezTo>
                  <a:pt x="4940330" y="3172348"/>
                  <a:pt x="4945658" y="3171407"/>
                  <a:pt x="4951234" y="3171823"/>
                </a:cubicBezTo>
                <a:cubicBezTo>
                  <a:pt x="4982417" y="3166310"/>
                  <a:pt x="5014310" y="3163352"/>
                  <a:pt x="5046695" y="3162829"/>
                </a:cubicBezTo>
                <a:close/>
                <a:moveTo>
                  <a:pt x="3385420" y="3161219"/>
                </a:moveTo>
                <a:lnTo>
                  <a:pt x="3402507" y="3162829"/>
                </a:lnTo>
                <a:cubicBezTo>
                  <a:pt x="3434893" y="3163352"/>
                  <a:pt x="3466785" y="3166310"/>
                  <a:pt x="3497969" y="3171823"/>
                </a:cubicBezTo>
                <a:cubicBezTo>
                  <a:pt x="3503545" y="3171407"/>
                  <a:pt x="3508873" y="3172348"/>
                  <a:pt x="3514181" y="3173350"/>
                </a:cubicBezTo>
                <a:lnTo>
                  <a:pt x="3514298" y="3174489"/>
                </a:lnTo>
                <a:cubicBezTo>
                  <a:pt x="3873149" y="3233421"/>
                  <a:pt x="4154188" y="3511992"/>
                  <a:pt x="4204464" y="3862087"/>
                </a:cubicBezTo>
                <a:cubicBezTo>
                  <a:pt x="4204632" y="3862140"/>
                  <a:pt x="4204801" y="3862145"/>
                  <a:pt x="4204970" y="3862150"/>
                </a:cubicBezTo>
                <a:lnTo>
                  <a:pt x="4205510" y="3868787"/>
                </a:lnTo>
                <a:cubicBezTo>
                  <a:pt x="4210567" y="3898794"/>
                  <a:pt x="4213016" y="3929436"/>
                  <a:pt x="4212974" y="3960518"/>
                </a:cubicBezTo>
                <a:cubicBezTo>
                  <a:pt x="4214286" y="3966104"/>
                  <a:pt x="4214345" y="3971728"/>
                  <a:pt x="4214345" y="3977366"/>
                </a:cubicBezTo>
                <a:cubicBezTo>
                  <a:pt x="4214345" y="3981158"/>
                  <a:pt x="4214318" y="3984944"/>
                  <a:pt x="4213752" y="3988716"/>
                </a:cubicBezTo>
                <a:lnTo>
                  <a:pt x="4213253" y="3988683"/>
                </a:lnTo>
                <a:lnTo>
                  <a:pt x="4213227" y="3989174"/>
                </a:lnTo>
                <a:lnTo>
                  <a:pt x="4196108" y="3987561"/>
                </a:lnTo>
                <a:cubicBezTo>
                  <a:pt x="4163734" y="3987038"/>
                  <a:pt x="4131854" y="3984080"/>
                  <a:pt x="4100682" y="3978570"/>
                </a:cubicBezTo>
                <a:cubicBezTo>
                  <a:pt x="4095105" y="3978986"/>
                  <a:pt x="4089776" y="3978045"/>
                  <a:pt x="4084465" y="3977042"/>
                </a:cubicBezTo>
                <a:lnTo>
                  <a:pt x="4084349" y="3975903"/>
                </a:lnTo>
                <a:cubicBezTo>
                  <a:pt x="3725498" y="3916971"/>
                  <a:pt x="3444459" y="3638399"/>
                  <a:pt x="3394183" y="3288305"/>
                </a:cubicBezTo>
                <a:cubicBezTo>
                  <a:pt x="3394016" y="3288253"/>
                  <a:pt x="3393847" y="3288248"/>
                  <a:pt x="3393678" y="3288243"/>
                </a:cubicBezTo>
                <a:lnTo>
                  <a:pt x="3393139" y="3281619"/>
                </a:lnTo>
                <a:cubicBezTo>
                  <a:pt x="3388081" y="3251607"/>
                  <a:pt x="3385630" y="3220958"/>
                  <a:pt x="3385672" y="3189869"/>
                </a:cubicBezTo>
                <a:cubicBezTo>
                  <a:pt x="3384360" y="3184286"/>
                  <a:pt x="3384302" y="3178663"/>
                  <a:pt x="3384302" y="3173027"/>
                </a:cubicBezTo>
                <a:lnTo>
                  <a:pt x="3384896" y="3161677"/>
                </a:lnTo>
                <a:lnTo>
                  <a:pt x="3385394" y="3161709"/>
                </a:lnTo>
                <a:close/>
                <a:moveTo>
                  <a:pt x="3371632" y="3161219"/>
                </a:moveTo>
                <a:lnTo>
                  <a:pt x="3371658" y="3161709"/>
                </a:lnTo>
                <a:lnTo>
                  <a:pt x="3372156" y="3161677"/>
                </a:lnTo>
                <a:lnTo>
                  <a:pt x="3372750" y="3173027"/>
                </a:lnTo>
                <a:cubicBezTo>
                  <a:pt x="3372750" y="3178663"/>
                  <a:pt x="3372691" y="3184286"/>
                  <a:pt x="3371379" y="3189869"/>
                </a:cubicBezTo>
                <a:cubicBezTo>
                  <a:pt x="3371421" y="3220958"/>
                  <a:pt x="3368971" y="3251607"/>
                  <a:pt x="3363912" y="3281619"/>
                </a:cubicBezTo>
                <a:lnTo>
                  <a:pt x="3363374" y="3288243"/>
                </a:lnTo>
                <a:cubicBezTo>
                  <a:pt x="3363204" y="3288248"/>
                  <a:pt x="3363036" y="3288253"/>
                  <a:pt x="3362868" y="3288305"/>
                </a:cubicBezTo>
                <a:cubicBezTo>
                  <a:pt x="3312593" y="3638399"/>
                  <a:pt x="3031554" y="3916971"/>
                  <a:pt x="2672703" y="3975903"/>
                </a:cubicBezTo>
                <a:lnTo>
                  <a:pt x="2672586" y="3977042"/>
                </a:lnTo>
                <a:cubicBezTo>
                  <a:pt x="2667276" y="3978045"/>
                  <a:pt x="2661947" y="3978986"/>
                  <a:pt x="2656370" y="3978570"/>
                </a:cubicBezTo>
                <a:cubicBezTo>
                  <a:pt x="2625198" y="3984080"/>
                  <a:pt x="2593318" y="3987038"/>
                  <a:pt x="2560943" y="3987561"/>
                </a:cubicBezTo>
                <a:lnTo>
                  <a:pt x="2543825" y="3989174"/>
                </a:lnTo>
                <a:lnTo>
                  <a:pt x="2543799" y="3988683"/>
                </a:lnTo>
                <a:lnTo>
                  <a:pt x="2543300" y="3988716"/>
                </a:lnTo>
                <a:cubicBezTo>
                  <a:pt x="2542734" y="3984944"/>
                  <a:pt x="2542707" y="3981158"/>
                  <a:pt x="2542707" y="3977366"/>
                </a:cubicBezTo>
                <a:cubicBezTo>
                  <a:pt x="2542707" y="3971728"/>
                  <a:pt x="2542765" y="3966104"/>
                  <a:pt x="2544077" y="3960518"/>
                </a:cubicBezTo>
                <a:cubicBezTo>
                  <a:pt x="2544035" y="3929436"/>
                  <a:pt x="2546485" y="3898794"/>
                  <a:pt x="2551541" y="3868787"/>
                </a:cubicBezTo>
                <a:lnTo>
                  <a:pt x="2552082" y="3862150"/>
                </a:lnTo>
                <a:cubicBezTo>
                  <a:pt x="2552250" y="3862145"/>
                  <a:pt x="2552420" y="3862140"/>
                  <a:pt x="2552587" y="3862087"/>
                </a:cubicBezTo>
                <a:cubicBezTo>
                  <a:pt x="2602864" y="3511992"/>
                  <a:pt x="2883903" y="3233421"/>
                  <a:pt x="3242753" y="3174489"/>
                </a:cubicBezTo>
                <a:lnTo>
                  <a:pt x="3242870" y="3173350"/>
                </a:lnTo>
                <a:cubicBezTo>
                  <a:pt x="3248179" y="3172348"/>
                  <a:pt x="3253507" y="3171407"/>
                  <a:pt x="3259083" y="3171823"/>
                </a:cubicBezTo>
                <a:cubicBezTo>
                  <a:pt x="3290266" y="3166310"/>
                  <a:pt x="3322159" y="3163352"/>
                  <a:pt x="3354544" y="3162829"/>
                </a:cubicBezTo>
                <a:close/>
                <a:moveTo>
                  <a:pt x="1693269" y="3161219"/>
                </a:moveTo>
                <a:lnTo>
                  <a:pt x="1710356" y="3162829"/>
                </a:lnTo>
                <a:cubicBezTo>
                  <a:pt x="1742742" y="3163352"/>
                  <a:pt x="1774634" y="3166310"/>
                  <a:pt x="1805818" y="3171823"/>
                </a:cubicBezTo>
                <a:cubicBezTo>
                  <a:pt x="1811394" y="3171407"/>
                  <a:pt x="1816722" y="3172348"/>
                  <a:pt x="1822030" y="3173350"/>
                </a:cubicBezTo>
                <a:lnTo>
                  <a:pt x="1822148" y="3174489"/>
                </a:lnTo>
                <a:cubicBezTo>
                  <a:pt x="2180998" y="3233421"/>
                  <a:pt x="2462037" y="3511992"/>
                  <a:pt x="2512313" y="3862087"/>
                </a:cubicBezTo>
                <a:cubicBezTo>
                  <a:pt x="2512481" y="3862140"/>
                  <a:pt x="2512650" y="3862145"/>
                  <a:pt x="2512819" y="3862150"/>
                </a:cubicBezTo>
                <a:lnTo>
                  <a:pt x="2513359" y="3868787"/>
                </a:lnTo>
                <a:cubicBezTo>
                  <a:pt x="2518416" y="3898794"/>
                  <a:pt x="2520865" y="3929436"/>
                  <a:pt x="2520823" y="3960518"/>
                </a:cubicBezTo>
                <a:cubicBezTo>
                  <a:pt x="2522135" y="3966104"/>
                  <a:pt x="2522194" y="3971728"/>
                  <a:pt x="2522194" y="3977366"/>
                </a:cubicBezTo>
                <a:cubicBezTo>
                  <a:pt x="2522194" y="3981158"/>
                  <a:pt x="2522167" y="3984944"/>
                  <a:pt x="2521601" y="3988716"/>
                </a:cubicBezTo>
                <a:lnTo>
                  <a:pt x="2521102" y="3988683"/>
                </a:lnTo>
                <a:lnTo>
                  <a:pt x="2521076" y="3989174"/>
                </a:lnTo>
                <a:lnTo>
                  <a:pt x="2503957" y="3987561"/>
                </a:lnTo>
                <a:cubicBezTo>
                  <a:pt x="2471583" y="3987038"/>
                  <a:pt x="2439703" y="3984080"/>
                  <a:pt x="2408531" y="3978570"/>
                </a:cubicBezTo>
                <a:cubicBezTo>
                  <a:pt x="2402954" y="3978986"/>
                  <a:pt x="2397625" y="3978045"/>
                  <a:pt x="2392314" y="3977042"/>
                </a:cubicBezTo>
                <a:lnTo>
                  <a:pt x="2392198" y="3975903"/>
                </a:lnTo>
                <a:cubicBezTo>
                  <a:pt x="2033347" y="3916971"/>
                  <a:pt x="1752308" y="3638399"/>
                  <a:pt x="1702032" y="3288305"/>
                </a:cubicBezTo>
                <a:cubicBezTo>
                  <a:pt x="1701865" y="3288253"/>
                  <a:pt x="1701696" y="3288248"/>
                  <a:pt x="1701527" y="3288243"/>
                </a:cubicBezTo>
                <a:lnTo>
                  <a:pt x="1700989" y="3281619"/>
                </a:lnTo>
                <a:cubicBezTo>
                  <a:pt x="1695930" y="3251607"/>
                  <a:pt x="1693479" y="3220958"/>
                  <a:pt x="1693521" y="3189869"/>
                </a:cubicBezTo>
                <a:cubicBezTo>
                  <a:pt x="1692209" y="3184286"/>
                  <a:pt x="1692151" y="3178663"/>
                  <a:pt x="1692151" y="3173027"/>
                </a:cubicBezTo>
                <a:lnTo>
                  <a:pt x="1692745" y="3161677"/>
                </a:lnTo>
                <a:lnTo>
                  <a:pt x="1693243" y="3161709"/>
                </a:lnTo>
                <a:close/>
                <a:moveTo>
                  <a:pt x="1679481" y="3161219"/>
                </a:moveTo>
                <a:lnTo>
                  <a:pt x="1679507" y="3161709"/>
                </a:lnTo>
                <a:lnTo>
                  <a:pt x="1680005" y="3161677"/>
                </a:lnTo>
                <a:lnTo>
                  <a:pt x="1680599" y="3173027"/>
                </a:lnTo>
                <a:cubicBezTo>
                  <a:pt x="1680599" y="3178663"/>
                  <a:pt x="1680540" y="3184286"/>
                  <a:pt x="1679228" y="3189869"/>
                </a:cubicBezTo>
                <a:cubicBezTo>
                  <a:pt x="1679270" y="3220958"/>
                  <a:pt x="1676820" y="3251607"/>
                  <a:pt x="1671761" y="3281619"/>
                </a:cubicBezTo>
                <a:lnTo>
                  <a:pt x="1671223" y="3288243"/>
                </a:lnTo>
                <a:cubicBezTo>
                  <a:pt x="1671053" y="3288248"/>
                  <a:pt x="1670885" y="3288253"/>
                  <a:pt x="1670717" y="3288305"/>
                </a:cubicBezTo>
                <a:cubicBezTo>
                  <a:pt x="1620442" y="3638399"/>
                  <a:pt x="1339403" y="3916971"/>
                  <a:pt x="980552" y="3975903"/>
                </a:cubicBezTo>
                <a:lnTo>
                  <a:pt x="980435" y="3977042"/>
                </a:lnTo>
                <a:cubicBezTo>
                  <a:pt x="975125" y="3978045"/>
                  <a:pt x="969796" y="3978986"/>
                  <a:pt x="964219" y="3978570"/>
                </a:cubicBezTo>
                <a:cubicBezTo>
                  <a:pt x="933047" y="3984080"/>
                  <a:pt x="901167" y="3987038"/>
                  <a:pt x="868792" y="3987561"/>
                </a:cubicBezTo>
                <a:lnTo>
                  <a:pt x="851674" y="3989174"/>
                </a:lnTo>
                <a:lnTo>
                  <a:pt x="851648" y="3988683"/>
                </a:lnTo>
                <a:lnTo>
                  <a:pt x="851149" y="3988716"/>
                </a:lnTo>
                <a:cubicBezTo>
                  <a:pt x="850583" y="3984944"/>
                  <a:pt x="850556" y="3981158"/>
                  <a:pt x="850556" y="3977366"/>
                </a:cubicBezTo>
                <a:cubicBezTo>
                  <a:pt x="850556" y="3971728"/>
                  <a:pt x="850614" y="3966104"/>
                  <a:pt x="851926" y="3960518"/>
                </a:cubicBezTo>
                <a:cubicBezTo>
                  <a:pt x="851884" y="3929436"/>
                  <a:pt x="854334" y="3898794"/>
                  <a:pt x="859390" y="3868787"/>
                </a:cubicBezTo>
                <a:lnTo>
                  <a:pt x="859931" y="3862150"/>
                </a:lnTo>
                <a:cubicBezTo>
                  <a:pt x="860099" y="3862145"/>
                  <a:pt x="860269" y="3862140"/>
                  <a:pt x="860436" y="3862087"/>
                </a:cubicBezTo>
                <a:cubicBezTo>
                  <a:pt x="910713" y="3511992"/>
                  <a:pt x="1191752" y="3233421"/>
                  <a:pt x="1550602" y="3174489"/>
                </a:cubicBezTo>
                <a:lnTo>
                  <a:pt x="1550719" y="3173350"/>
                </a:lnTo>
                <a:cubicBezTo>
                  <a:pt x="1556028" y="3172348"/>
                  <a:pt x="1561356" y="3171407"/>
                  <a:pt x="1566932" y="3171823"/>
                </a:cubicBezTo>
                <a:cubicBezTo>
                  <a:pt x="1598115" y="3166310"/>
                  <a:pt x="1630008" y="3163352"/>
                  <a:pt x="1662393" y="3162829"/>
                </a:cubicBezTo>
                <a:close/>
                <a:moveTo>
                  <a:pt x="1118" y="3161219"/>
                </a:moveTo>
                <a:lnTo>
                  <a:pt x="18205" y="3162829"/>
                </a:lnTo>
                <a:cubicBezTo>
                  <a:pt x="50591" y="3163352"/>
                  <a:pt x="82483" y="3166310"/>
                  <a:pt x="113667" y="3171823"/>
                </a:cubicBezTo>
                <a:cubicBezTo>
                  <a:pt x="119243" y="3171407"/>
                  <a:pt x="124571" y="3172348"/>
                  <a:pt x="129879" y="3173350"/>
                </a:cubicBezTo>
                <a:lnTo>
                  <a:pt x="129997" y="3174489"/>
                </a:lnTo>
                <a:cubicBezTo>
                  <a:pt x="488847" y="3233421"/>
                  <a:pt x="769886" y="3511992"/>
                  <a:pt x="820162" y="3862087"/>
                </a:cubicBezTo>
                <a:cubicBezTo>
                  <a:pt x="820330" y="3862140"/>
                  <a:pt x="820499" y="3862145"/>
                  <a:pt x="820668" y="3862150"/>
                </a:cubicBezTo>
                <a:lnTo>
                  <a:pt x="821208" y="3868787"/>
                </a:lnTo>
                <a:cubicBezTo>
                  <a:pt x="826265" y="3898794"/>
                  <a:pt x="828714" y="3929436"/>
                  <a:pt x="828672" y="3960518"/>
                </a:cubicBezTo>
                <a:cubicBezTo>
                  <a:pt x="829984" y="3966104"/>
                  <a:pt x="830043" y="3971728"/>
                  <a:pt x="830043" y="3977366"/>
                </a:cubicBezTo>
                <a:cubicBezTo>
                  <a:pt x="830043" y="3981158"/>
                  <a:pt x="830016" y="3984944"/>
                  <a:pt x="829450" y="3988716"/>
                </a:cubicBezTo>
                <a:lnTo>
                  <a:pt x="828951" y="3988683"/>
                </a:lnTo>
                <a:lnTo>
                  <a:pt x="828925" y="3989174"/>
                </a:lnTo>
                <a:lnTo>
                  <a:pt x="811806" y="3987561"/>
                </a:lnTo>
                <a:cubicBezTo>
                  <a:pt x="779432" y="3987038"/>
                  <a:pt x="747552" y="3984080"/>
                  <a:pt x="716380" y="3978570"/>
                </a:cubicBezTo>
                <a:cubicBezTo>
                  <a:pt x="710803" y="3978986"/>
                  <a:pt x="705474" y="3978045"/>
                  <a:pt x="700163" y="3977042"/>
                </a:cubicBezTo>
                <a:lnTo>
                  <a:pt x="700047" y="3975903"/>
                </a:lnTo>
                <a:cubicBezTo>
                  <a:pt x="341196" y="3916971"/>
                  <a:pt x="60157" y="3638399"/>
                  <a:pt x="9881" y="3288305"/>
                </a:cubicBezTo>
                <a:cubicBezTo>
                  <a:pt x="9714" y="3288253"/>
                  <a:pt x="9545" y="3288248"/>
                  <a:pt x="9376" y="3288243"/>
                </a:cubicBezTo>
                <a:lnTo>
                  <a:pt x="8837" y="3281619"/>
                </a:lnTo>
                <a:cubicBezTo>
                  <a:pt x="3779" y="3251607"/>
                  <a:pt x="1328" y="3220958"/>
                  <a:pt x="1370" y="3189869"/>
                </a:cubicBezTo>
                <a:cubicBezTo>
                  <a:pt x="58" y="3184286"/>
                  <a:pt x="0" y="3178663"/>
                  <a:pt x="0" y="3173027"/>
                </a:cubicBezTo>
                <a:lnTo>
                  <a:pt x="594" y="3161677"/>
                </a:lnTo>
                <a:lnTo>
                  <a:pt x="1092" y="3161709"/>
                </a:lnTo>
                <a:close/>
                <a:moveTo>
                  <a:pt x="7762529" y="2447425"/>
                </a:moveTo>
                <a:cubicBezTo>
                  <a:pt x="7815805" y="2718331"/>
                  <a:pt x="8030648" y="2933128"/>
                  <a:pt x="8305838" y="2992271"/>
                </a:cubicBezTo>
                <a:cubicBezTo>
                  <a:pt x="8252563" y="2721365"/>
                  <a:pt x="8037719" y="2506568"/>
                  <a:pt x="7762529" y="2447425"/>
                </a:cubicBezTo>
                <a:close/>
                <a:moveTo>
                  <a:pt x="7455280" y="2447425"/>
                </a:moveTo>
                <a:cubicBezTo>
                  <a:pt x="7180090" y="2506568"/>
                  <a:pt x="6965246" y="2721365"/>
                  <a:pt x="6911971" y="2992271"/>
                </a:cubicBezTo>
                <a:cubicBezTo>
                  <a:pt x="7187161" y="2933128"/>
                  <a:pt x="7402004" y="2718331"/>
                  <a:pt x="7455280" y="2447425"/>
                </a:cubicBezTo>
                <a:close/>
                <a:moveTo>
                  <a:pt x="6070378" y="2447425"/>
                </a:moveTo>
                <a:cubicBezTo>
                  <a:pt x="6123654" y="2718331"/>
                  <a:pt x="6338497" y="2933128"/>
                  <a:pt x="6613687" y="2992271"/>
                </a:cubicBezTo>
                <a:cubicBezTo>
                  <a:pt x="6560412" y="2721365"/>
                  <a:pt x="6345568" y="2506568"/>
                  <a:pt x="6070378" y="2447425"/>
                </a:cubicBezTo>
                <a:close/>
                <a:moveTo>
                  <a:pt x="5763129" y="2447425"/>
                </a:moveTo>
                <a:cubicBezTo>
                  <a:pt x="5487939" y="2506568"/>
                  <a:pt x="5273095" y="2721365"/>
                  <a:pt x="5219820" y="2992271"/>
                </a:cubicBezTo>
                <a:cubicBezTo>
                  <a:pt x="5495010" y="2933128"/>
                  <a:pt x="5709853" y="2718331"/>
                  <a:pt x="5763129" y="2447425"/>
                </a:cubicBezTo>
                <a:close/>
                <a:moveTo>
                  <a:pt x="4378227" y="2447425"/>
                </a:moveTo>
                <a:cubicBezTo>
                  <a:pt x="4431503" y="2718331"/>
                  <a:pt x="4646346" y="2933128"/>
                  <a:pt x="4921536" y="2992271"/>
                </a:cubicBezTo>
                <a:cubicBezTo>
                  <a:pt x="4868261" y="2721365"/>
                  <a:pt x="4653417" y="2506568"/>
                  <a:pt x="4378227" y="2447425"/>
                </a:cubicBezTo>
                <a:close/>
                <a:moveTo>
                  <a:pt x="4070978" y="2447425"/>
                </a:moveTo>
                <a:cubicBezTo>
                  <a:pt x="3795788" y="2506568"/>
                  <a:pt x="3580944" y="2721365"/>
                  <a:pt x="3527669" y="2992271"/>
                </a:cubicBezTo>
                <a:cubicBezTo>
                  <a:pt x="3802859" y="2933128"/>
                  <a:pt x="4017702" y="2718331"/>
                  <a:pt x="4070978" y="2447425"/>
                </a:cubicBezTo>
                <a:close/>
                <a:moveTo>
                  <a:pt x="2686076" y="2447425"/>
                </a:moveTo>
                <a:cubicBezTo>
                  <a:pt x="2739352" y="2718331"/>
                  <a:pt x="2954195" y="2933128"/>
                  <a:pt x="3229385" y="2992271"/>
                </a:cubicBezTo>
                <a:cubicBezTo>
                  <a:pt x="3176110" y="2721365"/>
                  <a:pt x="2961266" y="2506568"/>
                  <a:pt x="2686076" y="2447425"/>
                </a:cubicBezTo>
                <a:close/>
                <a:moveTo>
                  <a:pt x="2378827" y="2447425"/>
                </a:moveTo>
                <a:cubicBezTo>
                  <a:pt x="2103637" y="2506568"/>
                  <a:pt x="1888793" y="2721365"/>
                  <a:pt x="1835518" y="2992271"/>
                </a:cubicBezTo>
                <a:cubicBezTo>
                  <a:pt x="2110708" y="2933128"/>
                  <a:pt x="2325551" y="2718331"/>
                  <a:pt x="2378827" y="2447425"/>
                </a:cubicBezTo>
                <a:close/>
                <a:moveTo>
                  <a:pt x="993925" y="2447425"/>
                </a:moveTo>
                <a:cubicBezTo>
                  <a:pt x="1047201" y="2718331"/>
                  <a:pt x="1262044" y="2933128"/>
                  <a:pt x="1537234" y="2992271"/>
                </a:cubicBezTo>
                <a:cubicBezTo>
                  <a:pt x="1483959" y="2721365"/>
                  <a:pt x="1269115" y="2506568"/>
                  <a:pt x="993925" y="2447425"/>
                </a:cubicBezTo>
                <a:close/>
                <a:moveTo>
                  <a:pt x="686676" y="2447425"/>
                </a:moveTo>
                <a:cubicBezTo>
                  <a:pt x="411486" y="2506568"/>
                  <a:pt x="196642" y="2721365"/>
                  <a:pt x="143367" y="2992271"/>
                </a:cubicBezTo>
                <a:cubicBezTo>
                  <a:pt x="418557" y="2933128"/>
                  <a:pt x="633400" y="2718331"/>
                  <a:pt x="686676" y="2447425"/>
                </a:cubicBezTo>
                <a:close/>
                <a:moveTo>
                  <a:pt x="9139239" y="2321311"/>
                </a:moveTo>
                <a:lnTo>
                  <a:pt x="9139239" y="2449820"/>
                </a:lnTo>
                <a:lnTo>
                  <a:pt x="9047261" y="2476706"/>
                </a:lnTo>
                <a:cubicBezTo>
                  <a:pt x="8821055" y="2561144"/>
                  <a:pt x="8650738" y="2755228"/>
                  <a:pt x="8604122" y="2992271"/>
                </a:cubicBezTo>
                <a:cubicBezTo>
                  <a:pt x="8844913" y="2940521"/>
                  <a:pt x="9039501" y="2769598"/>
                  <a:pt x="9120077" y="2546190"/>
                </a:cubicBezTo>
                <a:lnTo>
                  <a:pt x="9139239" y="2477003"/>
                </a:lnTo>
                <a:lnTo>
                  <a:pt x="9139239" y="2782562"/>
                </a:lnTo>
                <a:lnTo>
                  <a:pt x="9135069" y="2789374"/>
                </a:lnTo>
                <a:cubicBezTo>
                  <a:pt x="9008919" y="2963003"/>
                  <a:pt x="8815033" y="3086603"/>
                  <a:pt x="8590751" y="3123727"/>
                </a:cubicBezTo>
                <a:lnTo>
                  <a:pt x="8590635" y="3124875"/>
                </a:lnTo>
                <a:cubicBezTo>
                  <a:pt x="8585324" y="3125886"/>
                  <a:pt x="8579995" y="3126834"/>
                  <a:pt x="8574418" y="3126415"/>
                </a:cubicBezTo>
                <a:cubicBezTo>
                  <a:pt x="8543246" y="3131969"/>
                  <a:pt x="8511366" y="3134950"/>
                  <a:pt x="8478991" y="3135477"/>
                </a:cubicBezTo>
                <a:lnTo>
                  <a:pt x="8461873" y="3137103"/>
                </a:lnTo>
                <a:lnTo>
                  <a:pt x="8461847" y="3136608"/>
                </a:lnTo>
                <a:lnTo>
                  <a:pt x="8461348" y="3136641"/>
                </a:lnTo>
                <a:cubicBezTo>
                  <a:pt x="8460782" y="3132839"/>
                  <a:pt x="8460755" y="3129023"/>
                  <a:pt x="8460755" y="3125201"/>
                </a:cubicBezTo>
                <a:cubicBezTo>
                  <a:pt x="8460755" y="3119519"/>
                  <a:pt x="8460814" y="3113850"/>
                  <a:pt x="8462126" y="3108220"/>
                </a:cubicBezTo>
                <a:cubicBezTo>
                  <a:pt x="8462083" y="3076892"/>
                  <a:pt x="8464533" y="3046007"/>
                  <a:pt x="8469590" y="3015763"/>
                </a:cubicBezTo>
                <a:lnTo>
                  <a:pt x="8470130" y="3009073"/>
                </a:lnTo>
                <a:cubicBezTo>
                  <a:pt x="8470299" y="3009068"/>
                  <a:pt x="8470468" y="3009063"/>
                  <a:pt x="8470636" y="3009010"/>
                </a:cubicBezTo>
                <a:cubicBezTo>
                  <a:pt x="8514628" y="2700252"/>
                  <a:pt x="8735297" y="2446688"/>
                  <a:pt x="9030178" y="2348329"/>
                </a:cubicBezTo>
                <a:close/>
                <a:moveTo>
                  <a:pt x="7620280" y="2302594"/>
                </a:moveTo>
                <a:lnTo>
                  <a:pt x="7637367" y="2304217"/>
                </a:lnTo>
                <a:cubicBezTo>
                  <a:pt x="7669753" y="2304744"/>
                  <a:pt x="7701646" y="2307725"/>
                  <a:pt x="7732829" y="2313282"/>
                </a:cubicBezTo>
                <a:cubicBezTo>
                  <a:pt x="7738405" y="2312863"/>
                  <a:pt x="7743733" y="2313811"/>
                  <a:pt x="7749042" y="2314821"/>
                </a:cubicBezTo>
                <a:lnTo>
                  <a:pt x="7749159" y="2315969"/>
                </a:lnTo>
                <a:cubicBezTo>
                  <a:pt x="8108009" y="2375367"/>
                  <a:pt x="8389048" y="2656144"/>
                  <a:pt x="8439324" y="3009010"/>
                </a:cubicBezTo>
                <a:cubicBezTo>
                  <a:pt x="8439492" y="3009063"/>
                  <a:pt x="8439661" y="3009068"/>
                  <a:pt x="8439830" y="3009073"/>
                </a:cubicBezTo>
                <a:lnTo>
                  <a:pt x="8440370" y="3015763"/>
                </a:lnTo>
                <a:cubicBezTo>
                  <a:pt x="8445427" y="3046007"/>
                  <a:pt x="8447877" y="3076892"/>
                  <a:pt x="8447834" y="3108220"/>
                </a:cubicBezTo>
                <a:cubicBezTo>
                  <a:pt x="8449146" y="3113850"/>
                  <a:pt x="8449205" y="3119519"/>
                  <a:pt x="8449205" y="3125201"/>
                </a:cubicBezTo>
                <a:cubicBezTo>
                  <a:pt x="8449205" y="3129023"/>
                  <a:pt x="8449178" y="3132839"/>
                  <a:pt x="8448612" y="3136641"/>
                </a:cubicBezTo>
                <a:lnTo>
                  <a:pt x="8448113" y="3136608"/>
                </a:lnTo>
                <a:lnTo>
                  <a:pt x="8448087" y="3137103"/>
                </a:lnTo>
                <a:lnTo>
                  <a:pt x="8430969" y="3135477"/>
                </a:lnTo>
                <a:cubicBezTo>
                  <a:pt x="8398594" y="3134950"/>
                  <a:pt x="8366714" y="3131969"/>
                  <a:pt x="8335542" y="3126415"/>
                </a:cubicBezTo>
                <a:cubicBezTo>
                  <a:pt x="8329965" y="3126834"/>
                  <a:pt x="8324636" y="3125886"/>
                  <a:pt x="8319325" y="3124875"/>
                </a:cubicBezTo>
                <a:lnTo>
                  <a:pt x="8319209" y="3123727"/>
                </a:lnTo>
                <a:cubicBezTo>
                  <a:pt x="7960358" y="3064328"/>
                  <a:pt x="7679319" y="2783551"/>
                  <a:pt x="7629044" y="2430686"/>
                </a:cubicBezTo>
                <a:cubicBezTo>
                  <a:pt x="7628876" y="2430633"/>
                  <a:pt x="7628708" y="2430628"/>
                  <a:pt x="7628538" y="2430623"/>
                </a:cubicBezTo>
                <a:lnTo>
                  <a:pt x="7628000" y="2423947"/>
                </a:lnTo>
                <a:cubicBezTo>
                  <a:pt x="7622941" y="2393697"/>
                  <a:pt x="7620490" y="2362806"/>
                  <a:pt x="7620533" y="2331471"/>
                </a:cubicBezTo>
                <a:cubicBezTo>
                  <a:pt x="7619221" y="2325843"/>
                  <a:pt x="7619162" y="2320176"/>
                  <a:pt x="7619162" y="2314495"/>
                </a:cubicBezTo>
                <a:lnTo>
                  <a:pt x="7619756" y="2303055"/>
                </a:lnTo>
                <a:lnTo>
                  <a:pt x="7620254" y="2303088"/>
                </a:lnTo>
                <a:close/>
                <a:moveTo>
                  <a:pt x="7597529" y="2302594"/>
                </a:moveTo>
                <a:lnTo>
                  <a:pt x="7597555" y="2303088"/>
                </a:lnTo>
                <a:lnTo>
                  <a:pt x="7598053" y="2303055"/>
                </a:lnTo>
                <a:lnTo>
                  <a:pt x="7598647" y="2314495"/>
                </a:lnTo>
                <a:cubicBezTo>
                  <a:pt x="7598647" y="2320176"/>
                  <a:pt x="7598588" y="2325843"/>
                  <a:pt x="7597276" y="2331471"/>
                </a:cubicBezTo>
                <a:cubicBezTo>
                  <a:pt x="7597319" y="2362806"/>
                  <a:pt x="7594868" y="2393697"/>
                  <a:pt x="7589809" y="2423947"/>
                </a:cubicBezTo>
                <a:lnTo>
                  <a:pt x="7589271" y="2430623"/>
                </a:lnTo>
                <a:cubicBezTo>
                  <a:pt x="7589101" y="2430628"/>
                  <a:pt x="7588933" y="2430633"/>
                  <a:pt x="7588765" y="2430686"/>
                </a:cubicBezTo>
                <a:cubicBezTo>
                  <a:pt x="7538490" y="2783551"/>
                  <a:pt x="7257451" y="3064328"/>
                  <a:pt x="6898600" y="3123727"/>
                </a:cubicBezTo>
                <a:lnTo>
                  <a:pt x="6898484" y="3124875"/>
                </a:lnTo>
                <a:cubicBezTo>
                  <a:pt x="6893173" y="3125886"/>
                  <a:pt x="6887844" y="3126834"/>
                  <a:pt x="6882267" y="3126415"/>
                </a:cubicBezTo>
                <a:cubicBezTo>
                  <a:pt x="6851095" y="3131969"/>
                  <a:pt x="6819215" y="3134950"/>
                  <a:pt x="6786841" y="3135477"/>
                </a:cubicBezTo>
                <a:lnTo>
                  <a:pt x="6769722" y="3137103"/>
                </a:lnTo>
                <a:lnTo>
                  <a:pt x="6769696" y="3136608"/>
                </a:lnTo>
                <a:lnTo>
                  <a:pt x="6769197" y="3136641"/>
                </a:lnTo>
                <a:cubicBezTo>
                  <a:pt x="6768631" y="3132839"/>
                  <a:pt x="6768604" y="3129023"/>
                  <a:pt x="6768604" y="3125201"/>
                </a:cubicBezTo>
                <a:cubicBezTo>
                  <a:pt x="6768604" y="3119519"/>
                  <a:pt x="6768663" y="3113850"/>
                  <a:pt x="6769975" y="3108220"/>
                </a:cubicBezTo>
                <a:cubicBezTo>
                  <a:pt x="6769933" y="3076892"/>
                  <a:pt x="6772382" y="3046007"/>
                  <a:pt x="6777439" y="3015763"/>
                </a:cubicBezTo>
                <a:lnTo>
                  <a:pt x="6777979" y="3009073"/>
                </a:lnTo>
                <a:cubicBezTo>
                  <a:pt x="6778148" y="3009068"/>
                  <a:pt x="6778317" y="3009063"/>
                  <a:pt x="6778485" y="3009010"/>
                </a:cubicBezTo>
                <a:cubicBezTo>
                  <a:pt x="6828761" y="2656144"/>
                  <a:pt x="7109800" y="2375367"/>
                  <a:pt x="7468650" y="2315969"/>
                </a:cubicBezTo>
                <a:lnTo>
                  <a:pt x="7468767" y="2314821"/>
                </a:lnTo>
                <a:cubicBezTo>
                  <a:pt x="7474076" y="2313811"/>
                  <a:pt x="7479404" y="2312863"/>
                  <a:pt x="7484980" y="2313282"/>
                </a:cubicBezTo>
                <a:cubicBezTo>
                  <a:pt x="7516163" y="2307725"/>
                  <a:pt x="7548056" y="2304744"/>
                  <a:pt x="7580442" y="2304217"/>
                </a:cubicBezTo>
                <a:close/>
                <a:moveTo>
                  <a:pt x="5928129" y="2302594"/>
                </a:moveTo>
                <a:lnTo>
                  <a:pt x="5945217" y="2304217"/>
                </a:lnTo>
                <a:cubicBezTo>
                  <a:pt x="5977602" y="2304744"/>
                  <a:pt x="6009495" y="2307725"/>
                  <a:pt x="6040678" y="2313282"/>
                </a:cubicBezTo>
                <a:cubicBezTo>
                  <a:pt x="6046254" y="2312863"/>
                  <a:pt x="6051582" y="2313811"/>
                  <a:pt x="6056891" y="2314821"/>
                </a:cubicBezTo>
                <a:lnTo>
                  <a:pt x="6057008" y="2315969"/>
                </a:lnTo>
                <a:cubicBezTo>
                  <a:pt x="6415858" y="2375367"/>
                  <a:pt x="6696897" y="2656144"/>
                  <a:pt x="6747174" y="3009010"/>
                </a:cubicBezTo>
                <a:cubicBezTo>
                  <a:pt x="6747341" y="3009063"/>
                  <a:pt x="6747511" y="3009068"/>
                  <a:pt x="6747679" y="3009073"/>
                </a:cubicBezTo>
                <a:lnTo>
                  <a:pt x="6748220" y="3015763"/>
                </a:lnTo>
                <a:cubicBezTo>
                  <a:pt x="6753276" y="3046007"/>
                  <a:pt x="6755726" y="3076892"/>
                  <a:pt x="6755684" y="3108220"/>
                </a:cubicBezTo>
                <a:cubicBezTo>
                  <a:pt x="6756996" y="3113850"/>
                  <a:pt x="6757054" y="3119519"/>
                  <a:pt x="6757054" y="3125201"/>
                </a:cubicBezTo>
                <a:cubicBezTo>
                  <a:pt x="6757054" y="3129023"/>
                  <a:pt x="6757027" y="3132839"/>
                  <a:pt x="6756461" y="3136641"/>
                </a:cubicBezTo>
                <a:lnTo>
                  <a:pt x="6755962" y="3136608"/>
                </a:lnTo>
                <a:lnTo>
                  <a:pt x="6755936" y="3137103"/>
                </a:lnTo>
                <a:lnTo>
                  <a:pt x="6738818" y="3135477"/>
                </a:lnTo>
                <a:cubicBezTo>
                  <a:pt x="6706444" y="3134950"/>
                  <a:pt x="6674563" y="3131969"/>
                  <a:pt x="6643391" y="3126415"/>
                </a:cubicBezTo>
                <a:cubicBezTo>
                  <a:pt x="6637814" y="3126834"/>
                  <a:pt x="6632485" y="3125886"/>
                  <a:pt x="6627175" y="3124875"/>
                </a:cubicBezTo>
                <a:lnTo>
                  <a:pt x="6627059" y="3123727"/>
                </a:lnTo>
                <a:cubicBezTo>
                  <a:pt x="6268207" y="3064328"/>
                  <a:pt x="5987168" y="2783551"/>
                  <a:pt x="5936893" y="2430686"/>
                </a:cubicBezTo>
                <a:cubicBezTo>
                  <a:pt x="5936725" y="2430633"/>
                  <a:pt x="5936557" y="2430628"/>
                  <a:pt x="5936387" y="2430623"/>
                </a:cubicBezTo>
                <a:lnTo>
                  <a:pt x="5935849" y="2423947"/>
                </a:lnTo>
                <a:cubicBezTo>
                  <a:pt x="5930790" y="2393697"/>
                  <a:pt x="5928340" y="2362806"/>
                  <a:pt x="5928382" y="2331471"/>
                </a:cubicBezTo>
                <a:cubicBezTo>
                  <a:pt x="5927070" y="2325843"/>
                  <a:pt x="5927011" y="2320176"/>
                  <a:pt x="5927011" y="2314495"/>
                </a:cubicBezTo>
                <a:lnTo>
                  <a:pt x="5927605" y="2303055"/>
                </a:lnTo>
                <a:lnTo>
                  <a:pt x="5928103" y="2303088"/>
                </a:lnTo>
                <a:close/>
                <a:moveTo>
                  <a:pt x="5905378" y="2302594"/>
                </a:moveTo>
                <a:lnTo>
                  <a:pt x="5905404" y="2303088"/>
                </a:lnTo>
                <a:lnTo>
                  <a:pt x="5905902" y="2303055"/>
                </a:lnTo>
                <a:lnTo>
                  <a:pt x="5906496" y="2314495"/>
                </a:lnTo>
                <a:cubicBezTo>
                  <a:pt x="5906496" y="2320176"/>
                  <a:pt x="5906438" y="2325843"/>
                  <a:pt x="5905126" y="2331471"/>
                </a:cubicBezTo>
                <a:cubicBezTo>
                  <a:pt x="5905168" y="2362806"/>
                  <a:pt x="5902717" y="2393697"/>
                  <a:pt x="5897659" y="2423947"/>
                </a:cubicBezTo>
                <a:lnTo>
                  <a:pt x="5897120" y="2430623"/>
                </a:lnTo>
                <a:cubicBezTo>
                  <a:pt x="5896951" y="2430628"/>
                  <a:pt x="5896782" y="2430633"/>
                  <a:pt x="5896615" y="2430686"/>
                </a:cubicBezTo>
                <a:cubicBezTo>
                  <a:pt x="5846339" y="2783551"/>
                  <a:pt x="5565300" y="3064328"/>
                  <a:pt x="5206449" y="3123727"/>
                </a:cubicBezTo>
                <a:lnTo>
                  <a:pt x="5206334" y="3124875"/>
                </a:lnTo>
                <a:cubicBezTo>
                  <a:pt x="5201022" y="3125886"/>
                  <a:pt x="5195693" y="3126834"/>
                  <a:pt x="5190116" y="3126415"/>
                </a:cubicBezTo>
                <a:cubicBezTo>
                  <a:pt x="5158944" y="3131969"/>
                  <a:pt x="5127065" y="3134950"/>
                  <a:pt x="5094690" y="3135477"/>
                </a:cubicBezTo>
                <a:lnTo>
                  <a:pt x="5077571" y="3137103"/>
                </a:lnTo>
                <a:lnTo>
                  <a:pt x="5077545" y="3136608"/>
                </a:lnTo>
                <a:lnTo>
                  <a:pt x="5077046" y="3136641"/>
                </a:lnTo>
                <a:cubicBezTo>
                  <a:pt x="5076480" y="3132839"/>
                  <a:pt x="5076453" y="3129023"/>
                  <a:pt x="5076453" y="3125201"/>
                </a:cubicBezTo>
                <a:cubicBezTo>
                  <a:pt x="5076453" y="3119519"/>
                  <a:pt x="5076512" y="3113850"/>
                  <a:pt x="5077824" y="3108220"/>
                </a:cubicBezTo>
                <a:cubicBezTo>
                  <a:pt x="5077782" y="3076892"/>
                  <a:pt x="5080231" y="3046007"/>
                  <a:pt x="5085288" y="3015763"/>
                </a:cubicBezTo>
                <a:lnTo>
                  <a:pt x="5085828" y="3009073"/>
                </a:lnTo>
                <a:cubicBezTo>
                  <a:pt x="5085997" y="3009068"/>
                  <a:pt x="5086166" y="3009063"/>
                  <a:pt x="5086334" y="3009010"/>
                </a:cubicBezTo>
                <a:cubicBezTo>
                  <a:pt x="5136610" y="2656144"/>
                  <a:pt x="5417649" y="2375367"/>
                  <a:pt x="5776501" y="2315969"/>
                </a:cubicBezTo>
                <a:lnTo>
                  <a:pt x="5776617" y="2314821"/>
                </a:lnTo>
                <a:cubicBezTo>
                  <a:pt x="5781926" y="2313811"/>
                  <a:pt x="5787253" y="2312863"/>
                  <a:pt x="5792829" y="2313282"/>
                </a:cubicBezTo>
                <a:cubicBezTo>
                  <a:pt x="5824013" y="2307725"/>
                  <a:pt x="5855905" y="2304744"/>
                  <a:pt x="5888291" y="2304217"/>
                </a:cubicBezTo>
                <a:close/>
                <a:moveTo>
                  <a:pt x="4235979" y="2302594"/>
                </a:moveTo>
                <a:lnTo>
                  <a:pt x="4253065" y="2304217"/>
                </a:lnTo>
                <a:cubicBezTo>
                  <a:pt x="4285451" y="2304744"/>
                  <a:pt x="4317343" y="2307725"/>
                  <a:pt x="4348528" y="2313282"/>
                </a:cubicBezTo>
                <a:cubicBezTo>
                  <a:pt x="4354104" y="2312863"/>
                  <a:pt x="4359431" y="2313811"/>
                  <a:pt x="4364739" y="2314821"/>
                </a:cubicBezTo>
                <a:lnTo>
                  <a:pt x="4364856" y="2315969"/>
                </a:lnTo>
                <a:cubicBezTo>
                  <a:pt x="4723707" y="2375367"/>
                  <a:pt x="5004746" y="2656144"/>
                  <a:pt x="5055022" y="3009010"/>
                </a:cubicBezTo>
                <a:cubicBezTo>
                  <a:pt x="5055190" y="3009063"/>
                  <a:pt x="5055359" y="3009068"/>
                  <a:pt x="5055528" y="3009073"/>
                </a:cubicBezTo>
                <a:lnTo>
                  <a:pt x="5056068" y="3015763"/>
                </a:lnTo>
                <a:cubicBezTo>
                  <a:pt x="5061125" y="3046007"/>
                  <a:pt x="5063574" y="3076892"/>
                  <a:pt x="5063532" y="3108220"/>
                </a:cubicBezTo>
                <a:cubicBezTo>
                  <a:pt x="5064844" y="3113850"/>
                  <a:pt x="5064903" y="3119519"/>
                  <a:pt x="5064903" y="3125201"/>
                </a:cubicBezTo>
                <a:cubicBezTo>
                  <a:pt x="5064903" y="3129023"/>
                  <a:pt x="5064876" y="3132839"/>
                  <a:pt x="5064310" y="3136641"/>
                </a:cubicBezTo>
                <a:lnTo>
                  <a:pt x="5063811" y="3136608"/>
                </a:lnTo>
                <a:lnTo>
                  <a:pt x="5063785" y="3137103"/>
                </a:lnTo>
                <a:lnTo>
                  <a:pt x="5046666" y="3135477"/>
                </a:lnTo>
                <a:cubicBezTo>
                  <a:pt x="5014292" y="3134950"/>
                  <a:pt x="4982412" y="3131969"/>
                  <a:pt x="4951241" y="3126415"/>
                </a:cubicBezTo>
                <a:cubicBezTo>
                  <a:pt x="4945663" y="3126834"/>
                  <a:pt x="4940334" y="3125886"/>
                  <a:pt x="4935023" y="3124875"/>
                </a:cubicBezTo>
                <a:lnTo>
                  <a:pt x="4934907" y="3123727"/>
                </a:lnTo>
                <a:cubicBezTo>
                  <a:pt x="4576056" y="3064328"/>
                  <a:pt x="4295017" y="2783551"/>
                  <a:pt x="4244741" y="2430686"/>
                </a:cubicBezTo>
                <a:cubicBezTo>
                  <a:pt x="4244574" y="2430633"/>
                  <a:pt x="4244405" y="2430628"/>
                  <a:pt x="4244236" y="2430623"/>
                </a:cubicBezTo>
                <a:lnTo>
                  <a:pt x="4243697" y="2423947"/>
                </a:lnTo>
                <a:cubicBezTo>
                  <a:pt x="4238639" y="2393697"/>
                  <a:pt x="4236188" y="2362806"/>
                  <a:pt x="4236230" y="2331471"/>
                </a:cubicBezTo>
                <a:cubicBezTo>
                  <a:pt x="4234918" y="2325843"/>
                  <a:pt x="4234860" y="2320176"/>
                  <a:pt x="4234860" y="2314495"/>
                </a:cubicBezTo>
                <a:lnTo>
                  <a:pt x="4235454" y="2303055"/>
                </a:lnTo>
                <a:lnTo>
                  <a:pt x="4235952" y="2303088"/>
                </a:lnTo>
                <a:close/>
                <a:moveTo>
                  <a:pt x="4213227" y="2302594"/>
                </a:moveTo>
                <a:lnTo>
                  <a:pt x="4213253" y="2303088"/>
                </a:lnTo>
                <a:lnTo>
                  <a:pt x="4213751" y="2303055"/>
                </a:lnTo>
                <a:lnTo>
                  <a:pt x="4214345" y="2314495"/>
                </a:lnTo>
                <a:cubicBezTo>
                  <a:pt x="4214345" y="2320176"/>
                  <a:pt x="4214286" y="2325843"/>
                  <a:pt x="4212974" y="2331471"/>
                </a:cubicBezTo>
                <a:cubicBezTo>
                  <a:pt x="4213016" y="2362806"/>
                  <a:pt x="4210566" y="2393697"/>
                  <a:pt x="4205507" y="2423947"/>
                </a:cubicBezTo>
                <a:lnTo>
                  <a:pt x="4204969" y="2430623"/>
                </a:lnTo>
                <a:cubicBezTo>
                  <a:pt x="4204799" y="2430628"/>
                  <a:pt x="4204631" y="2430633"/>
                  <a:pt x="4204463" y="2430686"/>
                </a:cubicBezTo>
                <a:cubicBezTo>
                  <a:pt x="4154188" y="2783551"/>
                  <a:pt x="3873149" y="3064328"/>
                  <a:pt x="3514297" y="3123727"/>
                </a:cubicBezTo>
                <a:lnTo>
                  <a:pt x="3514181" y="3124875"/>
                </a:lnTo>
                <a:cubicBezTo>
                  <a:pt x="3508871" y="3125886"/>
                  <a:pt x="3503542" y="3126834"/>
                  <a:pt x="3497965" y="3126415"/>
                </a:cubicBezTo>
                <a:cubicBezTo>
                  <a:pt x="3466793" y="3131969"/>
                  <a:pt x="3434912" y="3134950"/>
                  <a:pt x="3402538" y="3135477"/>
                </a:cubicBezTo>
                <a:lnTo>
                  <a:pt x="3385420" y="3137103"/>
                </a:lnTo>
                <a:lnTo>
                  <a:pt x="3385394" y="3136608"/>
                </a:lnTo>
                <a:lnTo>
                  <a:pt x="3384895" y="3136641"/>
                </a:lnTo>
                <a:cubicBezTo>
                  <a:pt x="3384329" y="3132839"/>
                  <a:pt x="3384302" y="3129023"/>
                  <a:pt x="3384302" y="3125201"/>
                </a:cubicBezTo>
                <a:cubicBezTo>
                  <a:pt x="3384302" y="3119519"/>
                  <a:pt x="3384360" y="3113850"/>
                  <a:pt x="3385672" y="3108220"/>
                </a:cubicBezTo>
                <a:cubicBezTo>
                  <a:pt x="3385630" y="3076892"/>
                  <a:pt x="3388080" y="3046007"/>
                  <a:pt x="3393136" y="3015763"/>
                </a:cubicBezTo>
                <a:lnTo>
                  <a:pt x="3393677" y="3009073"/>
                </a:lnTo>
                <a:cubicBezTo>
                  <a:pt x="3393845" y="3009068"/>
                  <a:pt x="3394015" y="3009063"/>
                  <a:pt x="3394182" y="3009010"/>
                </a:cubicBezTo>
                <a:cubicBezTo>
                  <a:pt x="3444459" y="2656144"/>
                  <a:pt x="3725498" y="2375367"/>
                  <a:pt x="4084348" y="2315969"/>
                </a:cubicBezTo>
                <a:lnTo>
                  <a:pt x="4084465" y="2314821"/>
                </a:lnTo>
                <a:cubicBezTo>
                  <a:pt x="4089774" y="2313811"/>
                  <a:pt x="4095102" y="2312863"/>
                  <a:pt x="4100678" y="2313282"/>
                </a:cubicBezTo>
                <a:cubicBezTo>
                  <a:pt x="4131861" y="2307725"/>
                  <a:pt x="4163754" y="2304744"/>
                  <a:pt x="4196139" y="2304217"/>
                </a:cubicBezTo>
                <a:close/>
                <a:moveTo>
                  <a:pt x="2543827" y="2302594"/>
                </a:moveTo>
                <a:lnTo>
                  <a:pt x="2560914" y="2304217"/>
                </a:lnTo>
                <a:cubicBezTo>
                  <a:pt x="2593300" y="2304744"/>
                  <a:pt x="2625192" y="2307725"/>
                  <a:pt x="2656376" y="2313282"/>
                </a:cubicBezTo>
                <a:cubicBezTo>
                  <a:pt x="2661952" y="2312863"/>
                  <a:pt x="2667280" y="2313811"/>
                  <a:pt x="2672588" y="2314821"/>
                </a:cubicBezTo>
                <a:lnTo>
                  <a:pt x="2672706" y="2315969"/>
                </a:lnTo>
                <a:cubicBezTo>
                  <a:pt x="3031556" y="2375367"/>
                  <a:pt x="3312595" y="2656144"/>
                  <a:pt x="3362871" y="3009010"/>
                </a:cubicBezTo>
                <a:cubicBezTo>
                  <a:pt x="3363039" y="3009063"/>
                  <a:pt x="3363208" y="3009068"/>
                  <a:pt x="3363377" y="3009073"/>
                </a:cubicBezTo>
                <a:lnTo>
                  <a:pt x="3363917" y="3015763"/>
                </a:lnTo>
                <a:cubicBezTo>
                  <a:pt x="3368974" y="3046007"/>
                  <a:pt x="3371423" y="3076892"/>
                  <a:pt x="3371381" y="3108220"/>
                </a:cubicBezTo>
                <a:cubicBezTo>
                  <a:pt x="3372693" y="3113850"/>
                  <a:pt x="3372752" y="3119519"/>
                  <a:pt x="3372752" y="3125201"/>
                </a:cubicBezTo>
                <a:cubicBezTo>
                  <a:pt x="3372752" y="3129023"/>
                  <a:pt x="3372725" y="3132839"/>
                  <a:pt x="3372159" y="3136641"/>
                </a:cubicBezTo>
                <a:lnTo>
                  <a:pt x="3371660" y="3136608"/>
                </a:lnTo>
                <a:lnTo>
                  <a:pt x="3371634" y="3137103"/>
                </a:lnTo>
                <a:lnTo>
                  <a:pt x="3354515" y="3135477"/>
                </a:lnTo>
                <a:cubicBezTo>
                  <a:pt x="3322141" y="3134950"/>
                  <a:pt x="3290261" y="3131969"/>
                  <a:pt x="3259089" y="3126415"/>
                </a:cubicBezTo>
                <a:cubicBezTo>
                  <a:pt x="3253512" y="3126834"/>
                  <a:pt x="3248183" y="3125886"/>
                  <a:pt x="3242872" y="3124875"/>
                </a:cubicBezTo>
                <a:lnTo>
                  <a:pt x="3242756" y="3123727"/>
                </a:lnTo>
                <a:cubicBezTo>
                  <a:pt x="2883905" y="3064328"/>
                  <a:pt x="2602866" y="2783551"/>
                  <a:pt x="2552590" y="2430686"/>
                </a:cubicBezTo>
                <a:cubicBezTo>
                  <a:pt x="2552423" y="2430633"/>
                  <a:pt x="2552254" y="2430628"/>
                  <a:pt x="2552085" y="2430623"/>
                </a:cubicBezTo>
                <a:lnTo>
                  <a:pt x="2551547" y="2423947"/>
                </a:lnTo>
                <a:cubicBezTo>
                  <a:pt x="2546488" y="2393697"/>
                  <a:pt x="2544037" y="2362806"/>
                  <a:pt x="2544079" y="2331471"/>
                </a:cubicBezTo>
                <a:cubicBezTo>
                  <a:pt x="2542767" y="2325843"/>
                  <a:pt x="2542709" y="2320176"/>
                  <a:pt x="2542709" y="2314495"/>
                </a:cubicBezTo>
                <a:lnTo>
                  <a:pt x="2543303" y="2303055"/>
                </a:lnTo>
                <a:lnTo>
                  <a:pt x="2543801" y="2303088"/>
                </a:lnTo>
                <a:close/>
                <a:moveTo>
                  <a:pt x="2521076" y="2302594"/>
                </a:moveTo>
                <a:lnTo>
                  <a:pt x="2521102" y="2303088"/>
                </a:lnTo>
                <a:lnTo>
                  <a:pt x="2521600" y="2303055"/>
                </a:lnTo>
                <a:lnTo>
                  <a:pt x="2522194" y="2314495"/>
                </a:lnTo>
                <a:cubicBezTo>
                  <a:pt x="2522194" y="2320176"/>
                  <a:pt x="2522135" y="2325843"/>
                  <a:pt x="2520823" y="2331471"/>
                </a:cubicBezTo>
                <a:cubicBezTo>
                  <a:pt x="2520865" y="2362806"/>
                  <a:pt x="2518415" y="2393697"/>
                  <a:pt x="2513356" y="2423947"/>
                </a:cubicBezTo>
                <a:lnTo>
                  <a:pt x="2512818" y="2430623"/>
                </a:lnTo>
                <a:cubicBezTo>
                  <a:pt x="2512648" y="2430628"/>
                  <a:pt x="2512480" y="2430633"/>
                  <a:pt x="2512312" y="2430686"/>
                </a:cubicBezTo>
                <a:cubicBezTo>
                  <a:pt x="2462037" y="2783551"/>
                  <a:pt x="2180998" y="3064328"/>
                  <a:pt x="1822147" y="3123727"/>
                </a:cubicBezTo>
                <a:lnTo>
                  <a:pt x="1822030" y="3124875"/>
                </a:lnTo>
                <a:cubicBezTo>
                  <a:pt x="1816720" y="3125886"/>
                  <a:pt x="1811391" y="3126834"/>
                  <a:pt x="1805814" y="3126415"/>
                </a:cubicBezTo>
                <a:cubicBezTo>
                  <a:pt x="1774642" y="3131969"/>
                  <a:pt x="1742762" y="3134950"/>
                  <a:pt x="1710387" y="3135477"/>
                </a:cubicBezTo>
                <a:lnTo>
                  <a:pt x="1693269" y="3137103"/>
                </a:lnTo>
                <a:lnTo>
                  <a:pt x="1693243" y="3136608"/>
                </a:lnTo>
                <a:lnTo>
                  <a:pt x="1692744" y="3136641"/>
                </a:lnTo>
                <a:cubicBezTo>
                  <a:pt x="1692178" y="3132839"/>
                  <a:pt x="1692151" y="3129023"/>
                  <a:pt x="1692151" y="3125201"/>
                </a:cubicBezTo>
                <a:cubicBezTo>
                  <a:pt x="1692151" y="3119519"/>
                  <a:pt x="1692209" y="3113850"/>
                  <a:pt x="1693521" y="3108220"/>
                </a:cubicBezTo>
                <a:cubicBezTo>
                  <a:pt x="1693479" y="3076892"/>
                  <a:pt x="1695929" y="3046007"/>
                  <a:pt x="1700985" y="3015763"/>
                </a:cubicBezTo>
                <a:lnTo>
                  <a:pt x="1701526" y="3009073"/>
                </a:lnTo>
                <a:cubicBezTo>
                  <a:pt x="1701694" y="3009068"/>
                  <a:pt x="1701864" y="3009063"/>
                  <a:pt x="1702031" y="3009010"/>
                </a:cubicBezTo>
                <a:cubicBezTo>
                  <a:pt x="1752308" y="2656144"/>
                  <a:pt x="2033347" y="2375367"/>
                  <a:pt x="2392197" y="2315969"/>
                </a:cubicBezTo>
                <a:lnTo>
                  <a:pt x="2392314" y="2314821"/>
                </a:lnTo>
                <a:cubicBezTo>
                  <a:pt x="2397623" y="2313811"/>
                  <a:pt x="2402951" y="2312863"/>
                  <a:pt x="2408527" y="2313282"/>
                </a:cubicBezTo>
                <a:cubicBezTo>
                  <a:pt x="2439710" y="2307725"/>
                  <a:pt x="2471603" y="2304744"/>
                  <a:pt x="2503988" y="2304217"/>
                </a:cubicBezTo>
                <a:close/>
                <a:moveTo>
                  <a:pt x="851676" y="2302594"/>
                </a:moveTo>
                <a:lnTo>
                  <a:pt x="868763" y="2304217"/>
                </a:lnTo>
                <a:cubicBezTo>
                  <a:pt x="901149" y="2304744"/>
                  <a:pt x="933041" y="2307725"/>
                  <a:pt x="964225" y="2313282"/>
                </a:cubicBezTo>
                <a:cubicBezTo>
                  <a:pt x="969801" y="2312863"/>
                  <a:pt x="975129" y="2313811"/>
                  <a:pt x="980437" y="2314821"/>
                </a:cubicBezTo>
                <a:lnTo>
                  <a:pt x="980555" y="2315969"/>
                </a:lnTo>
                <a:cubicBezTo>
                  <a:pt x="1339405" y="2375367"/>
                  <a:pt x="1620444" y="2656144"/>
                  <a:pt x="1670720" y="3009010"/>
                </a:cubicBezTo>
                <a:cubicBezTo>
                  <a:pt x="1670888" y="3009063"/>
                  <a:pt x="1671057" y="3009068"/>
                  <a:pt x="1671226" y="3009073"/>
                </a:cubicBezTo>
                <a:lnTo>
                  <a:pt x="1671766" y="3015763"/>
                </a:lnTo>
                <a:cubicBezTo>
                  <a:pt x="1676823" y="3046007"/>
                  <a:pt x="1679272" y="3076892"/>
                  <a:pt x="1679230" y="3108220"/>
                </a:cubicBezTo>
                <a:cubicBezTo>
                  <a:pt x="1680542" y="3113850"/>
                  <a:pt x="1680601" y="3119519"/>
                  <a:pt x="1680601" y="3125201"/>
                </a:cubicBezTo>
                <a:cubicBezTo>
                  <a:pt x="1680601" y="3129023"/>
                  <a:pt x="1680574" y="3132839"/>
                  <a:pt x="1680008" y="3136641"/>
                </a:cubicBezTo>
                <a:lnTo>
                  <a:pt x="1679509" y="3136608"/>
                </a:lnTo>
                <a:lnTo>
                  <a:pt x="1679483" y="3137103"/>
                </a:lnTo>
                <a:lnTo>
                  <a:pt x="1662364" y="3135477"/>
                </a:lnTo>
                <a:cubicBezTo>
                  <a:pt x="1629990" y="3134950"/>
                  <a:pt x="1598110" y="3131969"/>
                  <a:pt x="1566938" y="3126415"/>
                </a:cubicBezTo>
                <a:cubicBezTo>
                  <a:pt x="1561361" y="3126834"/>
                  <a:pt x="1556032" y="3125886"/>
                  <a:pt x="1550721" y="3124875"/>
                </a:cubicBezTo>
                <a:lnTo>
                  <a:pt x="1550605" y="3123727"/>
                </a:lnTo>
                <a:cubicBezTo>
                  <a:pt x="1191754" y="3064328"/>
                  <a:pt x="910715" y="2783551"/>
                  <a:pt x="860439" y="2430686"/>
                </a:cubicBezTo>
                <a:cubicBezTo>
                  <a:pt x="860272" y="2430633"/>
                  <a:pt x="860103" y="2430628"/>
                  <a:pt x="859934" y="2430623"/>
                </a:cubicBezTo>
                <a:lnTo>
                  <a:pt x="859396" y="2423947"/>
                </a:lnTo>
                <a:cubicBezTo>
                  <a:pt x="854337" y="2393697"/>
                  <a:pt x="851886" y="2362806"/>
                  <a:pt x="851928" y="2331471"/>
                </a:cubicBezTo>
                <a:cubicBezTo>
                  <a:pt x="850616" y="2325843"/>
                  <a:pt x="850558" y="2320176"/>
                  <a:pt x="850558" y="2314495"/>
                </a:cubicBezTo>
                <a:lnTo>
                  <a:pt x="851152" y="2303055"/>
                </a:lnTo>
                <a:lnTo>
                  <a:pt x="851650" y="2303088"/>
                </a:lnTo>
                <a:close/>
                <a:moveTo>
                  <a:pt x="828925" y="2302594"/>
                </a:moveTo>
                <a:lnTo>
                  <a:pt x="828951" y="2303088"/>
                </a:lnTo>
                <a:lnTo>
                  <a:pt x="829449" y="2303055"/>
                </a:lnTo>
                <a:lnTo>
                  <a:pt x="830043" y="2314495"/>
                </a:lnTo>
                <a:cubicBezTo>
                  <a:pt x="830043" y="2320176"/>
                  <a:pt x="829984" y="2325843"/>
                  <a:pt x="828672" y="2331471"/>
                </a:cubicBezTo>
                <a:cubicBezTo>
                  <a:pt x="828714" y="2362806"/>
                  <a:pt x="826264" y="2393697"/>
                  <a:pt x="821205" y="2423947"/>
                </a:cubicBezTo>
                <a:lnTo>
                  <a:pt x="820667" y="2430623"/>
                </a:lnTo>
                <a:cubicBezTo>
                  <a:pt x="820497" y="2430628"/>
                  <a:pt x="820329" y="2430633"/>
                  <a:pt x="820161" y="2430686"/>
                </a:cubicBezTo>
                <a:cubicBezTo>
                  <a:pt x="769886" y="2783551"/>
                  <a:pt x="488847" y="3064328"/>
                  <a:pt x="129995" y="3123727"/>
                </a:cubicBezTo>
                <a:lnTo>
                  <a:pt x="129879" y="3124875"/>
                </a:lnTo>
                <a:cubicBezTo>
                  <a:pt x="124569" y="3125886"/>
                  <a:pt x="119240" y="3126834"/>
                  <a:pt x="113663" y="3126415"/>
                </a:cubicBezTo>
                <a:cubicBezTo>
                  <a:pt x="82491" y="3131969"/>
                  <a:pt x="50611" y="3134950"/>
                  <a:pt x="18236" y="3135477"/>
                </a:cubicBezTo>
                <a:lnTo>
                  <a:pt x="1118" y="3137103"/>
                </a:lnTo>
                <a:lnTo>
                  <a:pt x="1092" y="3136608"/>
                </a:lnTo>
                <a:lnTo>
                  <a:pt x="593" y="3136641"/>
                </a:lnTo>
                <a:cubicBezTo>
                  <a:pt x="27" y="3132839"/>
                  <a:pt x="0" y="3129023"/>
                  <a:pt x="0" y="3125201"/>
                </a:cubicBezTo>
                <a:cubicBezTo>
                  <a:pt x="0" y="3119519"/>
                  <a:pt x="58" y="3113850"/>
                  <a:pt x="1370" y="3108220"/>
                </a:cubicBezTo>
                <a:cubicBezTo>
                  <a:pt x="1328" y="3076892"/>
                  <a:pt x="3778" y="3046007"/>
                  <a:pt x="8835" y="3015763"/>
                </a:cubicBezTo>
                <a:lnTo>
                  <a:pt x="9375" y="3009073"/>
                </a:lnTo>
                <a:cubicBezTo>
                  <a:pt x="9543" y="3009068"/>
                  <a:pt x="9713" y="3009063"/>
                  <a:pt x="9880" y="3009010"/>
                </a:cubicBezTo>
                <a:cubicBezTo>
                  <a:pt x="60157" y="2656144"/>
                  <a:pt x="341196" y="2375367"/>
                  <a:pt x="700046" y="2315969"/>
                </a:cubicBezTo>
                <a:lnTo>
                  <a:pt x="700163" y="2314821"/>
                </a:lnTo>
                <a:cubicBezTo>
                  <a:pt x="705472" y="2313811"/>
                  <a:pt x="710800" y="2312863"/>
                  <a:pt x="716376" y="2313282"/>
                </a:cubicBezTo>
                <a:cubicBezTo>
                  <a:pt x="747559" y="2307725"/>
                  <a:pt x="779452" y="2304744"/>
                  <a:pt x="811837" y="2304217"/>
                </a:cubicBezTo>
                <a:close/>
                <a:moveTo>
                  <a:pt x="8305836" y="1608087"/>
                </a:moveTo>
                <a:cubicBezTo>
                  <a:pt x="8030646" y="1666766"/>
                  <a:pt x="7815802" y="1879876"/>
                  <a:pt x="7762527" y="2148655"/>
                </a:cubicBezTo>
                <a:cubicBezTo>
                  <a:pt x="8037717" y="2089976"/>
                  <a:pt x="8252560" y="1876866"/>
                  <a:pt x="8305836" y="1608087"/>
                </a:cubicBezTo>
                <a:close/>
                <a:moveTo>
                  <a:pt x="6911971" y="1608087"/>
                </a:moveTo>
                <a:cubicBezTo>
                  <a:pt x="6965247" y="1876866"/>
                  <a:pt x="7180090" y="2089976"/>
                  <a:pt x="7455280" y="2148655"/>
                </a:cubicBezTo>
                <a:cubicBezTo>
                  <a:pt x="7402005" y="1879876"/>
                  <a:pt x="7187161" y="1666766"/>
                  <a:pt x="6911971" y="1608087"/>
                </a:cubicBezTo>
                <a:close/>
                <a:moveTo>
                  <a:pt x="6613685" y="1608087"/>
                </a:moveTo>
                <a:cubicBezTo>
                  <a:pt x="6338495" y="1666766"/>
                  <a:pt x="6123651" y="1879876"/>
                  <a:pt x="6070376" y="2148655"/>
                </a:cubicBezTo>
                <a:cubicBezTo>
                  <a:pt x="6345566" y="2089976"/>
                  <a:pt x="6560409" y="1876866"/>
                  <a:pt x="6613685" y="1608087"/>
                </a:cubicBezTo>
                <a:close/>
                <a:moveTo>
                  <a:pt x="5219820" y="1608087"/>
                </a:moveTo>
                <a:cubicBezTo>
                  <a:pt x="5273096" y="1876866"/>
                  <a:pt x="5487939" y="2089976"/>
                  <a:pt x="5763129" y="2148655"/>
                </a:cubicBezTo>
                <a:cubicBezTo>
                  <a:pt x="5709854" y="1879876"/>
                  <a:pt x="5495010" y="1666766"/>
                  <a:pt x="5219820" y="1608087"/>
                </a:cubicBezTo>
                <a:close/>
                <a:moveTo>
                  <a:pt x="4921534" y="1608087"/>
                </a:moveTo>
                <a:cubicBezTo>
                  <a:pt x="4646344" y="1666766"/>
                  <a:pt x="4431500" y="1879876"/>
                  <a:pt x="4378225" y="2148655"/>
                </a:cubicBezTo>
                <a:cubicBezTo>
                  <a:pt x="4653415" y="2089976"/>
                  <a:pt x="4868259" y="1876866"/>
                  <a:pt x="4921534" y="1608087"/>
                </a:cubicBezTo>
                <a:close/>
                <a:moveTo>
                  <a:pt x="3527669" y="1608087"/>
                </a:moveTo>
                <a:cubicBezTo>
                  <a:pt x="3580945" y="1876866"/>
                  <a:pt x="3795788" y="2089976"/>
                  <a:pt x="4070978" y="2148655"/>
                </a:cubicBezTo>
                <a:cubicBezTo>
                  <a:pt x="4017703" y="1879876"/>
                  <a:pt x="3802859" y="1666766"/>
                  <a:pt x="3527669" y="1608087"/>
                </a:cubicBezTo>
                <a:close/>
                <a:moveTo>
                  <a:pt x="3229383" y="1608087"/>
                </a:moveTo>
                <a:cubicBezTo>
                  <a:pt x="2954193" y="1666766"/>
                  <a:pt x="2739349" y="1879876"/>
                  <a:pt x="2686074" y="2148655"/>
                </a:cubicBezTo>
                <a:cubicBezTo>
                  <a:pt x="2961264" y="2089976"/>
                  <a:pt x="3176107" y="1876866"/>
                  <a:pt x="3229383" y="1608087"/>
                </a:cubicBezTo>
                <a:close/>
                <a:moveTo>
                  <a:pt x="1835518" y="1608087"/>
                </a:moveTo>
                <a:cubicBezTo>
                  <a:pt x="1888794" y="1876866"/>
                  <a:pt x="2103637" y="2089976"/>
                  <a:pt x="2378827" y="2148655"/>
                </a:cubicBezTo>
                <a:cubicBezTo>
                  <a:pt x="2325552" y="1879876"/>
                  <a:pt x="2110708" y="1666766"/>
                  <a:pt x="1835518" y="1608087"/>
                </a:cubicBezTo>
                <a:close/>
                <a:moveTo>
                  <a:pt x="1537232" y="1608087"/>
                </a:moveTo>
                <a:cubicBezTo>
                  <a:pt x="1262042" y="1666766"/>
                  <a:pt x="1047198" y="1879876"/>
                  <a:pt x="993923" y="2148655"/>
                </a:cubicBezTo>
                <a:cubicBezTo>
                  <a:pt x="1269113" y="2089976"/>
                  <a:pt x="1483956" y="1876866"/>
                  <a:pt x="1537232" y="1608087"/>
                </a:cubicBezTo>
                <a:close/>
                <a:moveTo>
                  <a:pt x="143367" y="1608087"/>
                </a:moveTo>
                <a:cubicBezTo>
                  <a:pt x="196643" y="1876866"/>
                  <a:pt x="411486" y="2089976"/>
                  <a:pt x="686676" y="2148655"/>
                </a:cubicBezTo>
                <a:cubicBezTo>
                  <a:pt x="633401" y="1879876"/>
                  <a:pt x="418557" y="1666766"/>
                  <a:pt x="143367" y="1608087"/>
                </a:cubicBezTo>
                <a:close/>
                <a:moveTo>
                  <a:pt x="8461873" y="1464394"/>
                </a:moveTo>
                <a:lnTo>
                  <a:pt x="8478960" y="1466004"/>
                </a:lnTo>
                <a:cubicBezTo>
                  <a:pt x="8511346" y="1466527"/>
                  <a:pt x="8543239" y="1469485"/>
                  <a:pt x="8574422" y="1474998"/>
                </a:cubicBezTo>
                <a:cubicBezTo>
                  <a:pt x="8579998" y="1474582"/>
                  <a:pt x="8585326" y="1475523"/>
                  <a:pt x="8590635" y="1476525"/>
                </a:cubicBezTo>
                <a:lnTo>
                  <a:pt x="8590752" y="1477664"/>
                </a:lnTo>
                <a:cubicBezTo>
                  <a:pt x="8815033" y="1514497"/>
                  <a:pt x="9008920" y="1637126"/>
                  <a:pt x="9135069" y="1809390"/>
                </a:cubicBezTo>
                <a:lnTo>
                  <a:pt x="9139239" y="1816149"/>
                </a:lnTo>
                <a:lnTo>
                  <a:pt x="9139239" y="2119309"/>
                </a:lnTo>
                <a:lnTo>
                  <a:pt x="9120077" y="2050665"/>
                </a:lnTo>
                <a:cubicBezTo>
                  <a:pt x="9039502" y="1829012"/>
                  <a:pt x="8844913" y="1659431"/>
                  <a:pt x="8604122" y="1608087"/>
                </a:cubicBezTo>
                <a:cubicBezTo>
                  <a:pt x="8650738" y="1843269"/>
                  <a:pt x="8821055" y="2035829"/>
                  <a:pt x="9047261" y="2119605"/>
                </a:cubicBezTo>
                <a:lnTo>
                  <a:pt x="9139239" y="2146279"/>
                </a:lnTo>
                <a:lnTo>
                  <a:pt x="9139239" y="2273778"/>
                </a:lnTo>
                <a:lnTo>
                  <a:pt x="9030179" y="2246972"/>
                </a:lnTo>
                <a:cubicBezTo>
                  <a:pt x="8735297" y="2149386"/>
                  <a:pt x="8514628" y="1897812"/>
                  <a:pt x="8470637" y="1591480"/>
                </a:cubicBezTo>
                <a:cubicBezTo>
                  <a:pt x="8470469" y="1591427"/>
                  <a:pt x="8470301" y="1591423"/>
                  <a:pt x="8470131" y="1591418"/>
                </a:cubicBezTo>
                <a:lnTo>
                  <a:pt x="8469593" y="1584794"/>
                </a:lnTo>
                <a:cubicBezTo>
                  <a:pt x="8464534" y="1554782"/>
                  <a:pt x="8462083" y="1524133"/>
                  <a:pt x="8462126" y="1493044"/>
                </a:cubicBezTo>
                <a:cubicBezTo>
                  <a:pt x="8460814" y="1487460"/>
                  <a:pt x="8460755" y="1481838"/>
                  <a:pt x="8460755" y="1476202"/>
                </a:cubicBezTo>
                <a:lnTo>
                  <a:pt x="8461349" y="1464852"/>
                </a:lnTo>
                <a:lnTo>
                  <a:pt x="8461847" y="1464884"/>
                </a:lnTo>
                <a:close/>
                <a:moveTo>
                  <a:pt x="8448085" y="1464394"/>
                </a:moveTo>
                <a:lnTo>
                  <a:pt x="8448111" y="1464884"/>
                </a:lnTo>
                <a:lnTo>
                  <a:pt x="8448609" y="1464852"/>
                </a:lnTo>
                <a:lnTo>
                  <a:pt x="8449203" y="1476202"/>
                </a:lnTo>
                <a:cubicBezTo>
                  <a:pt x="8449203" y="1481838"/>
                  <a:pt x="8449144" y="1487460"/>
                  <a:pt x="8447832" y="1493044"/>
                </a:cubicBezTo>
                <a:cubicBezTo>
                  <a:pt x="8447875" y="1524133"/>
                  <a:pt x="8445424" y="1554782"/>
                  <a:pt x="8440365" y="1584794"/>
                </a:cubicBezTo>
                <a:lnTo>
                  <a:pt x="8439827" y="1591418"/>
                </a:lnTo>
                <a:cubicBezTo>
                  <a:pt x="8439657" y="1591423"/>
                  <a:pt x="8439489" y="1591427"/>
                  <a:pt x="8439321" y="1591480"/>
                </a:cubicBezTo>
                <a:cubicBezTo>
                  <a:pt x="8389046" y="1941574"/>
                  <a:pt x="8108007" y="2220146"/>
                  <a:pt x="7749156" y="2279078"/>
                </a:cubicBezTo>
                <a:lnTo>
                  <a:pt x="7749040" y="2280217"/>
                </a:lnTo>
                <a:cubicBezTo>
                  <a:pt x="7743729" y="2281220"/>
                  <a:pt x="7738400" y="2282161"/>
                  <a:pt x="7732823" y="2281745"/>
                </a:cubicBezTo>
                <a:cubicBezTo>
                  <a:pt x="7701651" y="2287255"/>
                  <a:pt x="7669771" y="2290213"/>
                  <a:pt x="7637396" y="2290736"/>
                </a:cubicBezTo>
                <a:lnTo>
                  <a:pt x="7620278" y="2292349"/>
                </a:lnTo>
                <a:lnTo>
                  <a:pt x="7620252" y="2291858"/>
                </a:lnTo>
                <a:lnTo>
                  <a:pt x="7619753" y="2291891"/>
                </a:lnTo>
                <a:cubicBezTo>
                  <a:pt x="7619187" y="2288119"/>
                  <a:pt x="7619160" y="2284333"/>
                  <a:pt x="7619160" y="2280541"/>
                </a:cubicBezTo>
                <a:cubicBezTo>
                  <a:pt x="7619160" y="2274903"/>
                  <a:pt x="7619219" y="2269279"/>
                  <a:pt x="7620531" y="2263693"/>
                </a:cubicBezTo>
                <a:cubicBezTo>
                  <a:pt x="7620488" y="2232611"/>
                  <a:pt x="7622938" y="2201969"/>
                  <a:pt x="7627995" y="2171962"/>
                </a:cubicBezTo>
                <a:lnTo>
                  <a:pt x="7628535" y="2165325"/>
                </a:lnTo>
                <a:cubicBezTo>
                  <a:pt x="7628704" y="2165320"/>
                  <a:pt x="7628873" y="2165315"/>
                  <a:pt x="7629040" y="2165262"/>
                </a:cubicBezTo>
                <a:cubicBezTo>
                  <a:pt x="7679317" y="1815167"/>
                  <a:pt x="7960356" y="1536596"/>
                  <a:pt x="8319206" y="1477664"/>
                </a:cubicBezTo>
                <a:lnTo>
                  <a:pt x="8319323" y="1476525"/>
                </a:lnTo>
                <a:cubicBezTo>
                  <a:pt x="8324632" y="1475523"/>
                  <a:pt x="8329960" y="1474582"/>
                  <a:pt x="8335536" y="1474998"/>
                </a:cubicBezTo>
                <a:cubicBezTo>
                  <a:pt x="8366719" y="1469485"/>
                  <a:pt x="8398612" y="1466527"/>
                  <a:pt x="8430998" y="1466004"/>
                </a:cubicBezTo>
                <a:close/>
                <a:moveTo>
                  <a:pt x="6769722" y="1464394"/>
                </a:moveTo>
                <a:lnTo>
                  <a:pt x="6786810" y="1466004"/>
                </a:lnTo>
                <a:cubicBezTo>
                  <a:pt x="6819195" y="1466527"/>
                  <a:pt x="6851088" y="1469485"/>
                  <a:pt x="6882271" y="1474998"/>
                </a:cubicBezTo>
                <a:cubicBezTo>
                  <a:pt x="6887847" y="1474582"/>
                  <a:pt x="6893175" y="1475523"/>
                  <a:pt x="6898484" y="1476525"/>
                </a:cubicBezTo>
                <a:lnTo>
                  <a:pt x="6898601" y="1477664"/>
                </a:lnTo>
                <a:cubicBezTo>
                  <a:pt x="7257451" y="1536596"/>
                  <a:pt x="7538490" y="1815167"/>
                  <a:pt x="7588766" y="2165262"/>
                </a:cubicBezTo>
                <a:cubicBezTo>
                  <a:pt x="7588934" y="2165315"/>
                  <a:pt x="7589103" y="2165320"/>
                  <a:pt x="7589272" y="2165325"/>
                </a:cubicBezTo>
                <a:lnTo>
                  <a:pt x="7589812" y="2171962"/>
                </a:lnTo>
                <a:cubicBezTo>
                  <a:pt x="7594869" y="2201969"/>
                  <a:pt x="7597319" y="2232611"/>
                  <a:pt x="7597276" y="2263693"/>
                </a:cubicBezTo>
                <a:cubicBezTo>
                  <a:pt x="7598588" y="2269279"/>
                  <a:pt x="7598647" y="2274903"/>
                  <a:pt x="7598647" y="2280541"/>
                </a:cubicBezTo>
                <a:cubicBezTo>
                  <a:pt x="7598647" y="2284333"/>
                  <a:pt x="7598620" y="2288119"/>
                  <a:pt x="7598054" y="2291891"/>
                </a:cubicBezTo>
                <a:lnTo>
                  <a:pt x="7597555" y="2291858"/>
                </a:lnTo>
                <a:lnTo>
                  <a:pt x="7597529" y="2292349"/>
                </a:lnTo>
                <a:lnTo>
                  <a:pt x="7580411" y="2290736"/>
                </a:lnTo>
                <a:cubicBezTo>
                  <a:pt x="7548036" y="2290213"/>
                  <a:pt x="7516156" y="2287255"/>
                  <a:pt x="7484984" y="2281745"/>
                </a:cubicBezTo>
                <a:cubicBezTo>
                  <a:pt x="7479407" y="2282161"/>
                  <a:pt x="7474078" y="2281220"/>
                  <a:pt x="7468767" y="2280217"/>
                </a:cubicBezTo>
                <a:lnTo>
                  <a:pt x="7468651" y="2279078"/>
                </a:lnTo>
                <a:cubicBezTo>
                  <a:pt x="7109800" y="2220146"/>
                  <a:pt x="6828761" y="1941574"/>
                  <a:pt x="6778486" y="1591480"/>
                </a:cubicBezTo>
                <a:cubicBezTo>
                  <a:pt x="6778318" y="1591427"/>
                  <a:pt x="6778150" y="1591423"/>
                  <a:pt x="6777980" y="1591418"/>
                </a:cubicBezTo>
                <a:lnTo>
                  <a:pt x="6777442" y="1584794"/>
                </a:lnTo>
                <a:cubicBezTo>
                  <a:pt x="6772383" y="1554782"/>
                  <a:pt x="6769933" y="1524133"/>
                  <a:pt x="6769975" y="1493044"/>
                </a:cubicBezTo>
                <a:cubicBezTo>
                  <a:pt x="6768663" y="1487460"/>
                  <a:pt x="6768604" y="1481838"/>
                  <a:pt x="6768604" y="1476202"/>
                </a:cubicBezTo>
                <a:lnTo>
                  <a:pt x="6769198" y="1464852"/>
                </a:lnTo>
                <a:lnTo>
                  <a:pt x="6769696" y="1464884"/>
                </a:lnTo>
                <a:close/>
                <a:moveTo>
                  <a:pt x="6755934" y="1464394"/>
                </a:moveTo>
                <a:lnTo>
                  <a:pt x="6755960" y="1464884"/>
                </a:lnTo>
                <a:lnTo>
                  <a:pt x="6756458" y="1464852"/>
                </a:lnTo>
                <a:lnTo>
                  <a:pt x="6757052" y="1476202"/>
                </a:lnTo>
                <a:cubicBezTo>
                  <a:pt x="6757052" y="1481838"/>
                  <a:pt x="6756994" y="1487460"/>
                  <a:pt x="6755682" y="1493044"/>
                </a:cubicBezTo>
                <a:cubicBezTo>
                  <a:pt x="6755724" y="1524133"/>
                  <a:pt x="6753273" y="1554782"/>
                  <a:pt x="6748215" y="1584794"/>
                </a:cubicBezTo>
                <a:lnTo>
                  <a:pt x="6747676" y="1591418"/>
                </a:lnTo>
                <a:cubicBezTo>
                  <a:pt x="6747507" y="1591423"/>
                  <a:pt x="6747338" y="1591427"/>
                  <a:pt x="6747171" y="1591480"/>
                </a:cubicBezTo>
                <a:cubicBezTo>
                  <a:pt x="6696895" y="1941574"/>
                  <a:pt x="6415856" y="2220146"/>
                  <a:pt x="6057005" y="2279078"/>
                </a:cubicBezTo>
                <a:lnTo>
                  <a:pt x="6056889" y="2280217"/>
                </a:lnTo>
                <a:cubicBezTo>
                  <a:pt x="6051578" y="2281220"/>
                  <a:pt x="6046249" y="2282161"/>
                  <a:pt x="6040672" y="2281745"/>
                </a:cubicBezTo>
                <a:cubicBezTo>
                  <a:pt x="6009500" y="2287255"/>
                  <a:pt x="5977620" y="2290213"/>
                  <a:pt x="5945246" y="2290736"/>
                </a:cubicBezTo>
                <a:lnTo>
                  <a:pt x="5928127" y="2292349"/>
                </a:lnTo>
                <a:lnTo>
                  <a:pt x="5928101" y="2291858"/>
                </a:lnTo>
                <a:lnTo>
                  <a:pt x="5927602" y="2291891"/>
                </a:lnTo>
                <a:cubicBezTo>
                  <a:pt x="5927036" y="2288119"/>
                  <a:pt x="5927009" y="2284333"/>
                  <a:pt x="5927009" y="2280541"/>
                </a:cubicBezTo>
                <a:cubicBezTo>
                  <a:pt x="5927009" y="2274903"/>
                  <a:pt x="5927068" y="2269279"/>
                  <a:pt x="5928380" y="2263693"/>
                </a:cubicBezTo>
                <a:cubicBezTo>
                  <a:pt x="5928338" y="2232611"/>
                  <a:pt x="5930787" y="2201969"/>
                  <a:pt x="5935844" y="2171962"/>
                </a:cubicBezTo>
                <a:lnTo>
                  <a:pt x="5936384" y="2165325"/>
                </a:lnTo>
                <a:cubicBezTo>
                  <a:pt x="5936553" y="2165320"/>
                  <a:pt x="5936722" y="2165315"/>
                  <a:pt x="5936890" y="2165262"/>
                </a:cubicBezTo>
                <a:cubicBezTo>
                  <a:pt x="5987166" y="1815167"/>
                  <a:pt x="6268205" y="1536596"/>
                  <a:pt x="6627056" y="1477664"/>
                </a:cubicBezTo>
                <a:lnTo>
                  <a:pt x="6627173" y="1476525"/>
                </a:lnTo>
                <a:cubicBezTo>
                  <a:pt x="6632481" y="1475523"/>
                  <a:pt x="6637809" y="1474582"/>
                  <a:pt x="6643385" y="1474998"/>
                </a:cubicBezTo>
                <a:cubicBezTo>
                  <a:pt x="6674569" y="1469485"/>
                  <a:pt x="6706461" y="1466527"/>
                  <a:pt x="6738847" y="1466004"/>
                </a:cubicBezTo>
                <a:close/>
                <a:moveTo>
                  <a:pt x="5077571" y="1464394"/>
                </a:moveTo>
                <a:lnTo>
                  <a:pt x="5094659" y="1466004"/>
                </a:lnTo>
                <a:cubicBezTo>
                  <a:pt x="5127044" y="1466527"/>
                  <a:pt x="5158937" y="1469485"/>
                  <a:pt x="5190120" y="1474998"/>
                </a:cubicBezTo>
                <a:cubicBezTo>
                  <a:pt x="5195696" y="1474582"/>
                  <a:pt x="5201024" y="1475523"/>
                  <a:pt x="5206334" y="1476525"/>
                </a:cubicBezTo>
                <a:lnTo>
                  <a:pt x="5206450" y="1477664"/>
                </a:lnTo>
                <a:cubicBezTo>
                  <a:pt x="5565300" y="1536596"/>
                  <a:pt x="5846339" y="1815167"/>
                  <a:pt x="5896616" y="2165262"/>
                </a:cubicBezTo>
                <a:cubicBezTo>
                  <a:pt x="5896783" y="2165315"/>
                  <a:pt x="5896953" y="2165320"/>
                  <a:pt x="5897121" y="2165325"/>
                </a:cubicBezTo>
                <a:lnTo>
                  <a:pt x="5897662" y="2171962"/>
                </a:lnTo>
                <a:cubicBezTo>
                  <a:pt x="5902718" y="2201969"/>
                  <a:pt x="5905168" y="2232611"/>
                  <a:pt x="5905126" y="2263693"/>
                </a:cubicBezTo>
                <a:cubicBezTo>
                  <a:pt x="5906438" y="2269279"/>
                  <a:pt x="5906496" y="2274903"/>
                  <a:pt x="5906496" y="2280541"/>
                </a:cubicBezTo>
                <a:cubicBezTo>
                  <a:pt x="5906496" y="2284333"/>
                  <a:pt x="5906469" y="2288119"/>
                  <a:pt x="5905903" y="2291891"/>
                </a:cubicBezTo>
                <a:lnTo>
                  <a:pt x="5905404" y="2291858"/>
                </a:lnTo>
                <a:lnTo>
                  <a:pt x="5905378" y="2292349"/>
                </a:lnTo>
                <a:lnTo>
                  <a:pt x="5888260" y="2290736"/>
                </a:lnTo>
                <a:cubicBezTo>
                  <a:pt x="5855886" y="2290213"/>
                  <a:pt x="5824005" y="2287255"/>
                  <a:pt x="5792833" y="2281745"/>
                </a:cubicBezTo>
                <a:cubicBezTo>
                  <a:pt x="5787256" y="2282161"/>
                  <a:pt x="5781927" y="2281220"/>
                  <a:pt x="5776617" y="2280217"/>
                </a:cubicBezTo>
                <a:lnTo>
                  <a:pt x="5776501" y="2279078"/>
                </a:lnTo>
                <a:cubicBezTo>
                  <a:pt x="5417649" y="2220146"/>
                  <a:pt x="5136610" y="1941574"/>
                  <a:pt x="5086335" y="1591480"/>
                </a:cubicBezTo>
                <a:cubicBezTo>
                  <a:pt x="5086167" y="1591427"/>
                  <a:pt x="5085999" y="1591423"/>
                  <a:pt x="5085830" y="1591418"/>
                </a:cubicBezTo>
                <a:lnTo>
                  <a:pt x="5085291" y="1584794"/>
                </a:lnTo>
                <a:cubicBezTo>
                  <a:pt x="5080233" y="1554782"/>
                  <a:pt x="5077782" y="1524133"/>
                  <a:pt x="5077824" y="1493044"/>
                </a:cubicBezTo>
                <a:cubicBezTo>
                  <a:pt x="5076512" y="1487460"/>
                  <a:pt x="5076453" y="1481838"/>
                  <a:pt x="5076453" y="1476202"/>
                </a:cubicBezTo>
                <a:lnTo>
                  <a:pt x="5077047" y="1464852"/>
                </a:lnTo>
                <a:lnTo>
                  <a:pt x="5077545" y="1464884"/>
                </a:lnTo>
                <a:close/>
                <a:moveTo>
                  <a:pt x="5063783" y="1464394"/>
                </a:moveTo>
                <a:lnTo>
                  <a:pt x="5063809" y="1464884"/>
                </a:lnTo>
                <a:lnTo>
                  <a:pt x="5064307" y="1464852"/>
                </a:lnTo>
                <a:lnTo>
                  <a:pt x="5064902" y="1476202"/>
                </a:lnTo>
                <a:cubicBezTo>
                  <a:pt x="5064902" y="1481838"/>
                  <a:pt x="5064842" y="1487460"/>
                  <a:pt x="5063530" y="1493044"/>
                </a:cubicBezTo>
                <a:cubicBezTo>
                  <a:pt x="5063572" y="1524133"/>
                  <a:pt x="5061122" y="1554782"/>
                  <a:pt x="5056063" y="1584794"/>
                </a:cubicBezTo>
                <a:lnTo>
                  <a:pt x="5055525" y="1591418"/>
                </a:lnTo>
                <a:cubicBezTo>
                  <a:pt x="5055355" y="1591423"/>
                  <a:pt x="5055187" y="1591427"/>
                  <a:pt x="5055019" y="1591480"/>
                </a:cubicBezTo>
                <a:cubicBezTo>
                  <a:pt x="5004744" y="1941574"/>
                  <a:pt x="4723705" y="2220146"/>
                  <a:pt x="4364853" y="2279078"/>
                </a:cubicBezTo>
                <a:lnTo>
                  <a:pt x="4364737" y="2280217"/>
                </a:lnTo>
                <a:cubicBezTo>
                  <a:pt x="4359427" y="2281220"/>
                  <a:pt x="4354098" y="2282161"/>
                  <a:pt x="4348521" y="2281745"/>
                </a:cubicBezTo>
                <a:cubicBezTo>
                  <a:pt x="4317350" y="2287255"/>
                  <a:pt x="4285468" y="2290213"/>
                  <a:pt x="4253094" y="2290736"/>
                </a:cubicBezTo>
                <a:lnTo>
                  <a:pt x="4235976" y="2292349"/>
                </a:lnTo>
                <a:lnTo>
                  <a:pt x="4235950" y="2291858"/>
                </a:lnTo>
                <a:lnTo>
                  <a:pt x="4235451" y="2291891"/>
                </a:lnTo>
                <a:cubicBezTo>
                  <a:pt x="4234885" y="2288119"/>
                  <a:pt x="4234858" y="2284333"/>
                  <a:pt x="4234858" y="2280541"/>
                </a:cubicBezTo>
                <a:cubicBezTo>
                  <a:pt x="4234858" y="2274903"/>
                  <a:pt x="4234916" y="2269279"/>
                  <a:pt x="4236228" y="2263693"/>
                </a:cubicBezTo>
                <a:cubicBezTo>
                  <a:pt x="4236186" y="2232611"/>
                  <a:pt x="4238636" y="2201969"/>
                  <a:pt x="4243692" y="2171962"/>
                </a:cubicBezTo>
                <a:lnTo>
                  <a:pt x="4244233" y="2165325"/>
                </a:lnTo>
                <a:cubicBezTo>
                  <a:pt x="4244401" y="2165320"/>
                  <a:pt x="4244571" y="2165315"/>
                  <a:pt x="4244738" y="2165262"/>
                </a:cubicBezTo>
                <a:cubicBezTo>
                  <a:pt x="4295015" y="1815167"/>
                  <a:pt x="4576054" y="1536596"/>
                  <a:pt x="4934904" y="1477664"/>
                </a:cubicBezTo>
                <a:lnTo>
                  <a:pt x="4935021" y="1476525"/>
                </a:lnTo>
                <a:cubicBezTo>
                  <a:pt x="4940330" y="1475523"/>
                  <a:pt x="4945658" y="1474582"/>
                  <a:pt x="4951234" y="1474998"/>
                </a:cubicBezTo>
                <a:cubicBezTo>
                  <a:pt x="4982417" y="1469485"/>
                  <a:pt x="5014310" y="1466527"/>
                  <a:pt x="5046695" y="1466004"/>
                </a:cubicBezTo>
                <a:close/>
                <a:moveTo>
                  <a:pt x="3385420" y="1464394"/>
                </a:moveTo>
                <a:lnTo>
                  <a:pt x="3402507" y="1466004"/>
                </a:lnTo>
                <a:cubicBezTo>
                  <a:pt x="3434893" y="1466527"/>
                  <a:pt x="3466785" y="1469485"/>
                  <a:pt x="3497969" y="1474998"/>
                </a:cubicBezTo>
                <a:cubicBezTo>
                  <a:pt x="3503545" y="1474582"/>
                  <a:pt x="3508873" y="1475523"/>
                  <a:pt x="3514181" y="1476525"/>
                </a:cubicBezTo>
                <a:lnTo>
                  <a:pt x="3514298" y="1477664"/>
                </a:lnTo>
                <a:cubicBezTo>
                  <a:pt x="3873149" y="1536596"/>
                  <a:pt x="4154188" y="1815167"/>
                  <a:pt x="4204464" y="2165262"/>
                </a:cubicBezTo>
                <a:cubicBezTo>
                  <a:pt x="4204632" y="2165315"/>
                  <a:pt x="4204801" y="2165320"/>
                  <a:pt x="4204970" y="2165325"/>
                </a:cubicBezTo>
                <a:lnTo>
                  <a:pt x="4205510" y="2171962"/>
                </a:lnTo>
                <a:cubicBezTo>
                  <a:pt x="4210567" y="2201969"/>
                  <a:pt x="4213016" y="2232611"/>
                  <a:pt x="4212974" y="2263693"/>
                </a:cubicBezTo>
                <a:cubicBezTo>
                  <a:pt x="4214286" y="2269279"/>
                  <a:pt x="4214345" y="2274903"/>
                  <a:pt x="4214345" y="2280541"/>
                </a:cubicBezTo>
                <a:cubicBezTo>
                  <a:pt x="4214345" y="2284333"/>
                  <a:pt x="4214318" y="2288119"/>
                  <a:pt x="4213752" y="2291891"/>
                </a:cubicBezTo>
                <a:lnTo>
                  <a:pt x="4213253" y="2291858"/>
                </a:lnTo>
                <a:lnTo>
                  <a:pt x="4213227" y="2292349"/>
                </a:lnTo>
                <a:lnTo>
                  <a:pt x="4196108" y="2290736"/>
                </a:lnTo>
                <a:cubicBezTo>
                  <a:pt x="4163734" y="2290213"/>
                  <a:pt x="4131854" y="2287255"/>
                  <a:pt x="4100682" y="2281745"/>
                </a:cubicBezTo>
                <a:cubicBezTo>
                  <a:pt x="4095105" y="2282161"/>
                  <a:pt x="4089776" y="2281220"/>
                  <a:pt x="4084465" y="2280217"/>
                </a:cubicBezTo>
                <a:lnTo>
                  <a:pt x="4084349" y="2279078"/>
                </a:lnTo>
                <a:cubicBezTo>
                  <a:pt x="3725498" y="2220146"/>
                  <a:pt x="3444459" y="1941574"/>
                  <a:pt x="3394183" y="1591480"/>
                </a:cubicBezTo>
                <a:cubicBezTo>
                  <a:pt x="3394016" y="1591427"/>
                  <a:pt x="3393847" y="1591423"/>
                  <a:pt x="3393678" y="1591418"/>
                </a:cubicBezTo>
                <a:lnTo>
                  <a:pt x="3393139" y="1584794"/>
                </a:lnTo>
                <a:cubicBezTo>
                  <a:pt x="3388081" y="1554782"/>
                  <a:pt x="3385630" y="1524133"/>
                  <a:pt x="3385672" y="1493044"/>
                </a:cubicBezTo>
                <a:cubicBezTo>
                  <a:pt x="3384360" y="1487460"/>
                  <a:pt x="3384302" y="1481838"/>
                  <a:pt x="3384302" y="1476202"/>
                </a:cubicBezTo>
                <a:lnTo>
                  <a:pt x="3384896" y="1464852"/>
                </a:lnTo>
                <a:lnTo>
                  <a:pt x="3385394" y="1464884"/>
                </a:lnTo>
                <a:close/>
                <a:moveTo>
                  <a:pt x="3371632" y="1464394"/>
                </a:moveTo>
                <a:lnTo>
                  <a:pt x="3371658" y="1464884"/>
                </a:lnTo>
                <a:lnTo>
                  <a:pt x="3372156" y="1464852"/>
                </a:lnTo>
                <a:lnTo>
                  <a:pt x="3372750" y="1476202"/>
                </a:lnTo>
                <a:cubicBezTo>
                  <a:pt x="3372750" y="1481838"/>
                  <a:pt x="3372691" y="1487460"/>
                  <a:pt x="3371379" y="1493044"/>
                </a:cubicBezTo>
                <a:cubicBezTo>
                  <a:pt x="3371421" y="1524133"/>
                  <a:pt x="3368971" y="1554782"/>
                  <a:pt x="3363912" y="1584794"/>
                </a:cubicBezTo>
                <a:lnTo>
                  <a:pt x="3363374" y="1591418"/>
                </a:lnTo>
                <a:cubicBezTo>
                  <a:pt x="3363204" y="1591423"/>
                  <a:pt x="3363036" y="1591427"/>
                  <a:pt x="3362868" y="1591480"/>
                </a:cubicBezTo>
                <a:cubicBezTo>
                  <a:pt x="3312593" y="1941574"/>
                  <a:pt x="3031554" y="2220146"/>
                  <a:pt x="2672703" y="2279078"/>
                </a:cubicBezTo>
                <a:lnTo>
                  <a:pt x="2672586" y="2280217"/>
                </a:lnTo>
                <a:cubicBezTo>
                  <a:pt x="2667276" y="2281220"/>
                  <a:pt x="2661947" y="2282161"/>
                  <a:pt x="2656370" y="2281745"/>
                </a:cubicBezTo>
                <a:cubicBezTo>
                  <a:pt x="2625198" y="2287255"/>
                  <a:pt x="2593318" y="2290213"/>
                  <a:pt x="2560943" y="2290736"/>
                </a:cubicBezTo>
                <a:lnTo>
                  <a:pt x="2543825" y="2292349"/>
                </a:lnTo>
                <a:lnTo>
                  <a:pt x="2543799" y="2291858"/>
                </a:lnTo>
                <a:lnTo>
                  <a:pt x="2543300" y="2291891"/>
                </a:lnTo>
                <a:cubicBezTo>
                  <a:pt x="2542734" y="2288119"/>
                  <a:pt x="2542707" y="2284333"/>
                  <a:pt x="2542707" y="2280541"/>
                </a:cubicBezTo>
                <a:cubicBezTo>
                  <a:pt x="2542707" y="2274903"/>
                  <a:pt x="2542765" y="2269279"/>
                  <a:pt x="2544077" y="2263693"/>
                </a:cubicBezTo>
                <a:cubicBezTo>
                  <a:pt x="2544035" y="2232611"/>
                  <a:pt x="2546485" y="2201969"/>
                  <a:pt x="2551541" y="2171962"/>
                </a:cubicBezTo>
                <a:lnTo>
                  <a:pt x="2552082" y="2165325"/>
                </a:lnTo>
                <a:cubicBezTo>
                  <a:pt x="2552250" y="2165320"/>
                  <a:pt x="2552420" y="2165315"/>
                  <a:pt x="2552587" y="2165262"/>
                </a:cubicBezTo>
                <a:cubicBezTo>
                  <a:pt x="2602864" y="1815167"/>
                  <a:pt x="2883903" y="1536596"/>
                  <a:pt x="3242753" y="1477664"/>
                </a:cubicBezTo>
                <a:lnTo>
                  <a:pt x="3242870" y="1476525"/>
                </a:lnTo>
                <a:cubicBezTo>
                  <a:pt x="3248179" y="1475523"/>
                  <a:pt x="3253507" y="1474582"/>
                  <a:pt x="3259083" y="1474998"/>
                </a:cubicBezTo>
                <a:cubicBezTo>
                  <a:pt x="3290266" y="1469485"/>
                  <a:pt x="3322159" y="1466527"/>
                  <a:pt x="3354544" y="1466004"/>
                </a:cubicBezTo>
                <a:close/>
                <a:moveTo>
                  <a:pt x="1693269" y="1464394"/>
                </a:moveTo>
                <a:lnTo>
                  <a:pt x="1710356" y="1466004"/>
                </a:lnTo>
                <a:cubicBezTo>
                  <a:pt x="1742742" y="1466527"/>
                  <a:pt x="1774634" y="1469485"/>
                  <a:pt x="1805818" y="1474998"/>
                </a:cubicBezTo>
                <a:cubicBezTo>
                  <a:pt x="1811394" y="1474582"/>
                  <a:pt x="1816722" y="1475523"/>
                  <a:pt x="1822030" y="1476525"/>
                </a:cubicBezTo>
                <a:lnTo>
                  <a:pt x="1822148" y="1477664"/>
                </a:lnTo>
                <a:cubicBezTo>
                  <a:pt x="2180998" y="1536596"/>
                  <a:pt x="2462037" y="1815167"/>
                  <a:pt x="2512313" y="2165262"/>
                </a:cubicBezTo>
                <a:cubicBezTo>
                  <a:pt x="2512481" y="2165315"/>
                  <a:pt x="2512650" y="2165320"/>
                  <a:pt x="2512819" y="2165325"/>
                </a:cubicBezTo>
                <a:lnTo>
                  <a:pt x="2513359" y="2171962"/>
                </a:lnTo>
                <a:cubicBezTo>
                  <a:pt x="2518416" y="2201969"/>
                  <a:pt x="2520865" y="2232611"/>
                  <a:pt x="2520823" y="2263693"/>
                </a:cubicBezTo>
                <a:cubicBezTo>
                  <a:pt x="2522135" y="2269279"/>
                  <a:pt x="2522194" y="2274903"/>
                  <a:pt x="2522194" y="2280541"/>
                </a:cubicBezTo>
                <a:cubicBezTo>
                  <a:pt x="2522194" y="2284333"/>
                  <a:pt x="2522167" y="2288119"/>
                  <a:pt x="2521601" y="2291891"/>
                </a:cubicBezTo>
                <a:lnTo>
                  <a:pt x="2521102" y="2291858"/>
                </a:lnTo>
                <a:lnTo>
                  <a:pt x="2521076" y="2292349"/>
                </a:lnTo>
                <a:lnTo>
                  <a:pt x="2503957" y="2290736"/>
                </a:lnTo>
                <a:cubicBezTo>
                  <a:pt x="2471583" y="2290213"/>
                  <a:pt x="2439703" y="2287255"/>
                  <a:pt x="2408531" y="2281745"/>
                </a:cubicBezTo>
                <a:cubicBezTo>
                  <a:pt x="2402954" y="2282161"/>
                  <a:pt x="2397625" y="2281220"/>
                  <a:pt x="2392314" y="2280217"/>
                </a:cubicBezTo>
                <a:lnTo>
                  <a:pt x="2392198" y="2279078"/>
                </a:lnTo>
                <a:cubicBezTo>
                  <a:pt x="2033347" y="2220146"/>
                  <a:pt x="1752308" y="1941574"/>
                  <a:pt x="1702032" y="1591480"/>
                </a:cubicBezTo>
                <a:cubicBezTo>
                  <a:pt x="1701865" y="1591427"/>
                  <a:pt x="1701696" y="1591423"/>
                  <a:pt x="1701527" y="1591418"/>
                </a:cubicBezTo>
                <a:lnTo>
                  <a:pt x="1700989" y="1584794"/>
                </a:lnTo>
                <a:cubicBezTo>
                  <a:pt x="1695930" y="1554782"/>
                  <a:pt x="1693479" y="1524133"/>
                  <a:pt x="1693521" y="1493044"/>
                </a:cubicBezTo>
                <a:cubicBezTo>
                  <a:pt x="1692209" y="1487460"/>
                  <a:pt x="1692151" y="1481838"/>
                  <a:pt x="1692151" y="1476202"/>
                </a:cubicBezTo>
                <a:lnTo>
                  <a:pt x="1692745" y="1464852"/>
                </a:lnTo>
                <a:lnTo>
                  <a:pt x="1693243" y="1464884"/>
                </a:lnTo>
                <a:close/>
                <a:moveTo>
                  <a:pt x="1679481" y="1464394"/>
                </a:moveTo>
                <a:lnTo>
                  <a:pt x="1679507" y="1464884"/>
                </a:lnTo>
                <a:lnTo>
                  <a:pt x="1680005" y="1464852"/>
                </a:lnTo>
                <a:lnTo>
                  <a:pt x="1680599" y="1476202"/>
                </a:lnTo>
                <a:cubicBezTo>
                  <a:pt x="1680599" y="1481838"/>
                  <a:pt x="1680540" y="1487460"/>
                  <a:pt x="1679228" y="1493044"/>
                </a:cubicBezTo>
                <a:cubicBezTo>
                  <a:pt x="1679270" y="1524133"/>
                  <a:pt x="1676820" y="1554782"/>
                  <a:pt x="1671761" y="1584794"/>
                </a:cubicBezTo>
                <a:lnTo>
                  <a:pt x="1671223" y="1591418"/>
                </a:lnTo>
                <a:cubicBezTo>
                  <a:pt x="1671053" y="1591423"/>
                  <a:pt x="1670885" y="1591427"/>
                  <a:pt x="1670717" y="1591480"/>
                </a:cubicBezTo>
                <a:cubicBezTo>
                  <a:pt x="1620442" y="1941574"/>
                  <a:pt x="1339403" y="2220146"/>
                  <a:pt x="980552" y="2279078"/>
                </a:cubicBezTo>
                <a:lnTo>
                  <a:pt x="980435" y="2280217"/>
                </a:lnTo>
                <a:cubicBezTo>
                  <a:pt x="975125" y="2281220"/>
                  <a:pt x="969796" y="2282161"/>
                  <a:pt x="964219" y="2281745"/>
                </a:cubicBezTo>
                <a:cubicBezTo>
                  <a:pt x="933047" y="2287255"/>
                  <a:pt x="901167" y="2290213"/>
                  <a:pt x="868792" y="2290736"/>
                </a:cubicBezTo>
                <a:lnTo>
                  <a:pt x="851674" y="2292349"/>
                </a:lnTo>
                <a:lnTo>
                  <a:pt x="851648" y="2291858"/>
                </a:lnTo>
                <a:lnTo>
                  <a:pt x="851149" y="2291891"/>
                </a:lnTo>
                <a:cubicBezTo>
                  <a:pt x="850583" y="2288119"/>
                  <a:pt x="850556" y="2284333"/>
                  <a:pt x="850556" y="2280541"/>
                </a:cubicBezTo>
                <a:cubicBezTo>
                  <a:pt x="850556" y="2274903"/>
                  <a:pt x="850614" y="2269279"/>
                  <a:pt x="851926" y="2263693"/>
                </a:cubicBezTo>
                <a:cubicBezTo>
                  <a:pt x="851884" y="2232611"/>
                  <a:pt x="854334" y="2201969"/>
                  <a:pt x="859390" y="2171962"/>
                </a:cubicBezTo>
                <a:lnTo>
                  <a:pt x="859931" y="2165325"/>
                </a:lnTo>
                <a:cubicBezTo>
                  <a:pt x="860099" y="2165320"/>
                  <a:pt x="860269" y="2165315"/>
                  <a:pt x="860436" y="2165262"/>
                </a:cubicBezTo>
                <a:cubicBezTo>
                  <a:pt x="910713" y="1815167"/>
                  <a:pt x="1191752" y="1536596"/>
                  <a:pt x="1550602" y="1477664"/>
                </a:cubicBezTo>
                <a:lnTo>
                  <a:pt x="1550719" y="1476525"/>
                </a:lnTo>
                <a:cubicBezTo>
                  <a:pt x="1556028" y="1475523"/>
                  <a:pt x="1561356" y="1474582"/>
                  <a:pt x="1566932" y="1474998"/>
                </a:cubicBezTo>
                <a:cubicBezTo>
                  <a:pt x="1598115" y="1469485"/>
                  <a:pt x="1630008" y="1466527"/>
                  <a:pt x="1662393" y="1466004"/>
                </a:cubicBezTo>
                <a:close/>
                <a:moveTo>
                  <a:pt x="1118" y="1464394"/>
                </a:moveTo>
                <a:lnTo>
                  <a:pt x="18205" y="1466004"/>
                </a:lnTo>
                <a:cubicBezTo>
                  <a:pt x="50591" y="1466527"/>
                  <a:pt x="82483" y="1469485"/>
                  <a:pt x="113667" y="1474998"/>
                </a:cubicBezTo>
                <a:cubicBezTo>
                  <a:pt x="119243" y="1474582"/>
                  <a:pt x="124571" y="1475523"/>
                  <a:pt x="129879" y="1476525"/>
                </a:cubicBezTo>
                <a:lnTo>
                  <a:pt x="129997" y="1477664"/>
                </a:lnTo>
                <a:cubicBezTo>
                  <a:pt x="488847" y="1536596"/>
                  <a:pt x="769886" y="1815167"/>
                  <a:pt x="820162" y="2165262"/>
                </a:cubicBezTo>
                <a:cubicBezTo>
                  <a:pt x="820330" y="2165315"/>
                  <a:pt x="820499" y="2165320"/>
                  <a:pt x="820668" y="2165325"/>
                </a:cubicBezTo>
                <a:lnTo>
                  <a:pt x="821208" y="2171962"/>
                </a:lnTo>
                <a:cubicBezTo>
                  <a:pt x="826265" y="2201969"/>
                  <a:pt x="828714" y="2232611"/>
                  <a:pt x="828672" y="2263693"/>
                </a:cubicBezTo>
                <a:cubicBezTo>
                  <a:pt x="829984" y="2269279"/>
                  <a:pt x="830043" y="2274903"/>
                  <a:pt x="830043" y="2280541"/>
                </a:cubicBezTo>
                <a:cubicBezTo>
                  <a:pt x="830043" y="2284333"/>
                  <a:pt x="830016" y="2288119"/>
                  <a:pt x="829450" y="2291891"/>
                </a:cubicBezTo>
                <a:lnTo>
                  <a:pt x="828951" y="2291858"/>
                </a:lnTo>
                <a:lnTo>
                  <a:pt x="828925" y="2292349"/>
                </a:lnTo>
                <a:lnTo>
                  <a:pt x="811806" y="2290736"/>
                </a:lnTo>
                <a:cubicBezTo>
                  <a:pt x="779432" y="2290213"/>
                  <a:pt x="747552" y="2287255"/>
                  <a:pt x="716380" y="2281745"/>
                </a:cubicBezTo>
                <a:cubicBezTo>
                  <a:pt x="710803" y="2282161"/>
                  <a:pt x="705474" y="2281220"/>
                  <a:pt x="700163" y="2280217"/>
                </a:cubicBezTo>
                <a:lnTo>
                  <a:pt x="700047" y="2279078"/>
                </a:lnTo>
                <a:cubicBezTo>
                  <a:pt x="341196" y="2220146"/>
                  <a:pt x="60157" y="1941574"/>
                  <a:pt x="9881" y="1591480"/>
                </a:cubicBezTo>
                <a:cubicBezTo>
                  <a:pt x="9714" y="1591427"/>
                  <a:pt x="9545" y="1591423"/>
                  <a:pt x="9376" y="1591418"/>
                </a:cubicBezTo>
                <a:lnTo>
                  <a:pt x="8837" y="1584794"/>
                </a:lnTo>
                <a:cubicBezTo>
                  <a:pt x="3779" y="1554782"/>
                  <a:pt x="1328" y="1524133"/>
                  <a:pt x="1370" y="1493044"/>
                </a:cubicBezTo>
                <a:cubicBezTo>
                  <a:pt x="58" y="1487460"/>
                  <a:pt x="0" y="1481838"/>
                  <a:pt x="0" y="1476202"/>
                </a:cubicBezTo>
                <a:lnTo>
                  <a:pt x="594" y="1464852"/>
                </a:lnTo>
                <a:lnTo>
                  <a:pt x="1092" y="1464884"/>
                </a:lnTo>
                <a:close/>
                <a:moveTo>
                  <a:pt x="7762529" y="750600"/>
                </a:moveTo>
                <a:cubicBezTo>
                  <a:pt x="7815805" y="1021506"/>
                  <a:pt x="8030648" y="1236303"/>
                  <a:pt x="8305838" y="1295446"/>
                </a:cubicBezTo>
                <a:cubicBezTo>
                  <a:pt x="8252563" y="1024540"/>
                  <a:pt x="8037719" y="809743"/>
                  <a:pt x="7762529" y="750600"/>
                </a:cubicBezTo>
                <a:close/>
                <a:moveTo>
                  <a:pt x="7455280" y="750600"/>
                </a:moveTo>
                <a:cubicBezTo>
                  <a:pt x="7180090" y="809743"/>
                  <a:pt x="6965246" y="1024540"/>
                  <a:pt x="6911971" y="1295446"/>
                </a:cubicBezTo>
                <a:cubicBezTo>
                  <a:pt x="7187161" y="1236303"/>
                  <a:pt x="7402004" y="1021506"/>
                  <a:pt x="7455280" y="750600"/>
                </a:cubicBezTo>
                <a:close/>
                <a:moveTo>
                  <a:pt x="6070378" y="750600"/>
                </a:moveTo>
                <a:cubicBezTo>
                  <a:pt x="6123654" y="1021506"/>
                  <a:pt x="6338497" y="1236303"/>
                  <a:pt x="6613687" y="1295446"/>
                </a:cubicBezTo>
                <a:cubicBezTo>
                  <a:pt x="6560412" y="1024540"/>
                  <a:pt x="6345568" y="809743"/>
                  <a:pt x="6070378" y="750600"/>
                </a:cubicBezTo>
                <a:close/>
                <a:moveTo>
                  <a:pt x="5763129" y="750600"/>
                </a:moveTo>
                <a:cubicBezTo>
                  <a:pt x="5487939" y="809743"/>
                  <a:pt x="5273095" y="1024540"/>
                  <a:pt x="5219820" y="1295446"/>
                </a:cubicBezTo>
                <a:cubicBezTo>
                  <a:pt x="5495010" y="1236303"/>
                  <a:pt x="5709853" y="1021506"/>
                  <a:pt x="5763129" y="750600"/>
                </a:cubicBezTo>
                <a:close/>
                <a:moveTo>
                  <a:pt x="4378227" y="750600"/>
                </a:moveTo>
                <a:cubicBezTo>
                  <a:pt x="4431503" y="1021506"/>
                  <a:pt x="4646346" y="1236303"/>
                  <a:pt x="4921536" y="1295446"/>
                </a:cubicBezTo>
                <a:cubicBezTo>
                  <a:pt x="4868261" y="1024540"/>
                  <a:pt x="4653417" y="809743"/>
                  <a:pt x="4378227" y="750600"/>
                </a:cubicBezTo>
                <a:close/>
                <a:moveTo>
                  <a:pt x="4070978" y="750600"/>
                </a:moveTo>
                <a:cubicBezTo>
                  <a:pt x="3795788" y="809743"/>
                  <a:pt x="3580944" y="1024540"/>
                  <a:pt x="3527669" y="1295446"/>
                </a:cubicBezTo>
                <a:cubicBezTo>
                  <a:pt x="3802859" y="1236303"/>
                  <a:pt x="4017702" y="1021506"/>
                  <a:pt x="4070978" y="750600"/>
                </a:cubicBezTo>
                <a:close/>
                <a:moveTo>
                  <a:pt x="2686076" y="750600"/>
                </a:moveTo>
                <a:cubicBezTo>
                  <a:pt x="2739352" y="1021506"/>
                  <a:pt x="2954195" y="1236303"/>
                  <a:pt x="3229385" y="1295446"/>
                </a:cubicBezTo>
                <a:cubicBezTo>
                  <a:pt x="3176110" y="1024540"/>
                  <a:pt x="2961266" y="809743"/>
                  <a:pt x="2686076" y="750600"/>
                </a:cubicBezTo>
                <a:close/>
                <a:moveTo>
                  <a:pt x="2378827" y="750600"/>
                </a:moveTo>
                <a:cubicBezTo>
                  <a:pt x="2103637" y="809743"/>
                  <a:pt x="1888793" y="1024540"/>
                  <a:pt x="1835518" y="1295446"/>
                </a:cubicBezTo>
                <a:cubicBezTo>
                  <a:pt x="2110708" y="1236303"/>
                  <a:pt x="2325551" y="1021506"/>
                  <a:pt x="2378827" y="750600"/>
                </a:cubicBezTo>
                <a:close/>
                <a:moveTo>
                  <a:pt x="993925" y="750600"/>
                </a:moveTo>
                <a:cubicBezTo>
                  <a:pt x="1047201" y="1021506"/>
                  <a:pt x="1262044" y="1236303"/>
                  <a:pt x="1537234" y="1295446"/>
                </a:cubicBezTo>
                <a:cubicBezTo>
                  <a:pt x="1483959" y="1024540"/>
                  <a:pt x="1269115" y="809743"/>
                  <a:pt x="993925" y="750600"/>
                </a:cubicBezTo>
                <a:close/>
                <a:moveTo>
                  <a:pt x="686676" y="750600"/>
                </a:moveTo>
                <a:cubicBezTo>
                  <a:pt x="411486" y="809743"/>
                  <a:pt x="196642" y="1024540"/>
                  <a:pt x="143367" y="1295446"/>
                </a:cubicBezTo>
                <a:cubicBezTo>
                  <a:pt x="418557" y="1236303"/>
                  <a:pt x="633400" y="1021506"/>
                  <a:pt x="686676" y="750600"/>
                </a:cubicBezTo>
                <a:close/>
                <a:moveTo>
                  <a:pt x="9139239" y="624486"/>
                </a:moveTo>
                <a:lnTo>
                  <a:pt x="9139239" y="752995"/>
                </a:lnTo>
                <a:lnTo>
                  <a:pt x="9047261" y="779881"/>
                </a:lnTo>
                <a:cubicBezTo>
                  <a:pt x="8821055" y="864319"/>
                  <a:pt x="8650738" y="1058403"/>
                  <a:pt x="8604122" y="1295446"/>
                </a:cubicBezTo>
                <a:cubicBezTo>
                  <a:pt x="8844913" y="1243696"/>
                  <a:pt x="9039501" y="1072773"/>
                  <a:pt x="9120077" y="849365"/>
                </a:cubicBezTo>
                <a:lnTo>
                  <a:pt x="9139239" y="780178"/>
                </a:lnTo>
                <a:lnTo>
                  <a:pt x="9139239" y="1085737"/>
                </a:lnTo>
                <a:lnTo>
                  <a:pt x="9135069" y="1092549"/>
                </a:lnTo>
                <a:cubicBezTo>
                  <a:pt x="9008919" y="1266178"/>
                  <a:pt x="8815033" y="1389778"/>
                  <a:pt x="8590751" y="1426902"/>
                </a:cubicBezTo>
                <a:lnTo>
                  <a:pt x="8590635" y="1428050"/>
                </a:lnTo>
                <a:cubicBezTo>
                  <a:pt x="8585324" y="1429061"/>
                  <a:pt x="8579995" y="1430009"/>
                  <a:pt x="8574418" y="1429590"/>
                </a:cubicBezTo>
                <a:cubicBezTo>
                  <a:pt x="8543246" y="1435144"/>
                  <a:pt x="8511366" y="1438125"/>
                  <a:pt x="8478991" y="1438652"/>
                </a:cubicBezTo>
                <a:lnTo>
                  <a:pt x="8461873" y="1440278"/>
                </a:lnTo>
                <a:lnTo>
                  <a:pt x="8461847" y="1439783"/>
                </a:lnTo>
                <a:lnTo>
                  <a:pt x="8461348" y="1439816"/>
                </a:lnTo>
                <a:cubicBezTo>
                  <a:pt x="8460782" y="1436014"/>
                  <a:pt x="8460755" y="1432198"/>
                  <a:pt x="8460755" y="1428376"/>
                </a:cubicBezTo>
                <a:cubicBezTo>
                  <a:pt x="8460755" y="1422694"/>
                  <a:pt x="8460814" y="1417025"/>
                  <a:pt x="8462126" y="1411395"/>
                </a:cubicBezTo>
                <a:cubicBezTo>
                  <a:pt x="8462083" y="1380067"/>
                  <a:pt x="8464533" y="1349182"/>
                  <a:pt x="8469590" y="1318938"/>
                </a:cubicBezTo>
                <a:lnTo>
                  <a:pt x="8470130" y="1312248"/>
                </a:lnTo>
                <a:cubicBezTo>
                  <a:pt x="8470299" y="1312243"/>
                  <a:pt x="8470468" y="1312238"/>
                  <a:pt x="8470636" y="1312185"/>
                </a:cubicBezTo>
                <a:cubicBezTo>
                  <a:pt x="8514628" y="1003427"/>
                  <a:pt x="8735297" y="749863"/>
                  <a:pt x="9030178" y="651504"/>
                </a:cubicBezTo>
                <a:close/>
                <a:moveTo>
                  <a:pt x="7620280" y="605769"/>
                </a:moveTo>
                <a:lnTo>
                  <a:pt x="7637367" y="607392"/>
                </a:lnTo>
                <a:cubicBezTo>
                  <a:pt x="7669753" y="607919"/>
                  <a:pt x="7701646" y="610900"/>
                  <a:pt x="7732829" y="616457"/>
                </a:cubicBezTo>
                <a:cubicBezTo>
                  <a:pt x="7738405" y="616038"/>
                  <a:pt x="7743733" y="616986"/>
                  <a:pt x="7749042" y="617996"/>
                </a:cubicBezTo>
                <a:lnTo>
                  <a:pt x="7749159" y="619144"/>
                </a:lnTo>
                <a:cubicBezTo>
                  <a:pt x="8108009" y="678542"/>
                  <a:pt x="8389048" y="959319"/>
                  <a:pt x="8439324" y="1312185"/>
                </a:cubicBezTo>
                <a:cubicBezTo>
                  <a:pt x="8439492" y="1312238"/>
                  <a:pt x="8439661" y="1312243"/>
                  <a:pt x="8439830" y="1312248"/>
                </a:cubicBezTo>
                <a:lnTo>
                  <a:pt x="8440370" y="1318938"/>
                </a:lnTo>
                <a:cubicBezTo>
                  <a:pt x="8445427" y="1349182"/>
                  <a:pt x="8447877" y="1380067"/>
                  <a:pt x="8447834" y="1411395"/>
                </a:cubicBezTo>
                <a:cubicBezTo>
                  <a:pt x="8449146" y="1417025"/>
                  <a:pt x="8449205" y="1422694"/>
                  <a:pt x="8449205" y="1428376"/>
                </a:cubicBezTo>
                <a:cubicBezTo>
                  <a:pt x="8449205" y="1432198"/>
                  <a:pt x="8449178" y="1436014"/>
                  <a:pt x="8448612" y="1439816"/>
                </a:cubicBezTo>
                <a:lnTo>
                  <a:pt x="8448113" y="1439783"/>
                </a:lnTo>
                <a:lnTo>
                  <a:pt x="8448087" y="1440278"/>
                </a:lnTo>
                <a:lnTo>
                  <a:pt x="8430969" y="1438652"/>
                </a:lnTo>
                <a:cubicBezTo>
                  <a:pt x="8398594" y="1438125"/>
                  <a:pt x="8366714" y="1435144"/>
                  <a:pt x="8335542" y="1429590"/>
                </a:cubicBezTo>
                <a:cubicBezTo>
                  <a:pt x="8329965" y="1430009"/>
                  <a:pt x="8324636" y="1429061"/>
                  <a:pt x="8319325" y="1428050"/>
                </a:cubicBezTo>
                <a:lnTo>
                  <a:pt x="8319209" y="1426902"/>
                </a:lnTo>
                <a:cubicBezTo>
                  <a:pt x="7960358" y="1367503"/>
                  <a:pt x="7679319" y="1086726"/>
                  <a:pt x="7629044" y="733861"/>
                </a:cubicBezTo>
                <a:cubicBezTo>
                  <a:pt x="7628876" y="733808"/>
                  <a:pt x="7628708" y="733803"/>
                  <a:pt x="7628538" y="733798"/>
                </a:cubicBezTo>
                <a:lnTo>
                  <a:pt x="7628000" y="727122"/>
                </a:lnTo>
                <a:cubicBezTo>
                  <a:pt x="7622941" y="696872"/>
                  <a:pt x="7620490" y="665981"/>
                  <a:pt x="7620533" y="634646"/>
                </a:cubicBezTo>
                <a:cubicBezTo>
                  <a:pt x="7619221" y="629018"/>
                  <a:pt x="7619162" y="623351"/>
                  <a:pt x="7619162" y="617670"/>
                </a:cubicBezTo>
                <a:lnTo>
                  <a:pt x="7619756" y="606230"/>
                </a:lnTo>
                <a:lnTo>
                  <a:pt x="7620254" y="606263"/>
                </a:lnTo>
                <a:close/>
                <a:moveTo>
                  <a:pt x="7597529" y="605769"/>
                </a:moveTo>
                <a:lnTo>
                  <a:pt x="7597555" y="606263"/>
                </a:lnTo>
                <a:lnTo>
                  <a:pt x="7598053" y="606230"/>
                </a:lnTo>
                <a:lnTo>
                  <a:pt x="7598647" y="617670"/>
                </a:lnTo>
                <a:cubicBezTo>
                  <a:pt x="7598647" y="623351"/>
                  <a:pt x="7598588" y="629018"/>
                  <a:pt x="7597276" y="634646"/>
                </a:cubicBezTo>
                <a:cubicBezTo>
                  <a:pt x="7597319" y="665981"/>
                  <a:pt x="7594868" y="696872"/>
                  <a:pt x="7589809" y="727122"/>
                </a:cubicBezTo>
                <a:lnTo>
                  <a:pt x="7589271" y="733798"/>
                </a:lnTo>
                <a:cubicBezTo>
                  <a:pt x="7589101" y="733803"/>
                  <a:pt x="7588933" y="733808"/>
                  <a:pt x="7588765" y="733861"/>
                </a:cubicBezTo>
                <a:cubicBezTo>
                  <a:pt x="7538490" y="1086726"/>
                  <a:pt x="7257451" y="1367503"/>
                  <a:pt x="6898600" y="1426902"/>
                </a:cubicBezTo>
                <a:lnTo>
                  <a:pt x="6898484" y="1428050"/>
                </a:lnTo>
                <a:cubicBezTo>
                  <a:pt x="6893173" y="1429061"/>
                  <a:pt x="6887844" y="1430009"/>
                  <a:pt x="6882267" y="1429590"/>
                </a:cubicBezTo>
                <a:cubicBezTo>
                  <a:pt x="6851095" y="1435144"/>
                  <a:pt x="6819215" y="1438125"/>
                  <a:pt x="6786841" y="1438652"/>
                </a:cubicBezTo>
                <a:lnTo>
                  <a:pt x="6769722" y="1440278"/>
                </a:lnTo>
                <a:lnTo>
                  <a:pt x="6769696" y="1439783"/>
                </a:lnTo>
                <a:lnTo>
                  <a:pt x="6769197" y="1439816"/>
                </a:lnTo>
                <a:cubicBezTo>
                  <a:pt x="6768631" y="1436014"/>
                  <a:pt x="6768604" y="1432198"/>
                  <a:pt x="6768604" y="1428376"/>
                </a:cubicBezTo>
                <a:cubicBezTo>
                  <a:pt x="6768604" y="1422694"/>
                  <a:pt x="6768663" y="1417025"/>
                  <a:pt x="6769975" y="1411395"/>
                </a:cubicBezTo>
                <a:cubicBezTo>
                  <a:pt x="6769933" y="1380067"/>
                  <a:pt x="6772382" y="1349182"/>
                  <a:pt x="6777439" y="1318938"/>
                </a:cubicBezTo>
                <a:lnTo>
                  <a:pt x="6777979" y="1312248"/>
                </a:lnTo>
                <a:cubicBezTo>
                  <a:pt x="6778148" y="1312243"/>
                  <a:pt x="6778317" y="1312238"/>
                  <a:pt x="6778485" y="1312185"/>
                </a:cubicBezTo>
                <a:cubicBezTo>
                  <a:pt x="6828761" y="959319"/>
                  <a:pt x="7109800" y="678542"/>
                  <a:pt x="7468650" y="619144"/>
                </a:cubicBezTo>
                <a:lnTo>
                  <a:pt x="7468767" y="617996"/>
                </a:lnTo>
                <a:cubicBezTo>
                  <a:pt x="7474076" y="616986"/>
                  <a:pt x="7479404" y="616038"/>
                  <a:pt x="7484980" y="616457"/>
                </a:cubicBezTo>
                <a:cubicBezTo>
                  <a:pt x="7516163" y="610900"/>
                  <a:pt x="7548056" y="607919"/>
                  <a:pt x="7580442" y="607392"/>
                </a:cubicBezTo>
                <a:close/>
                <a:moveTo>
                  <a:pt x="5928129" y="605769"/>
                </a:moveTo>
                <a:lnTo>
                  <a:pt x="5945217" y="607392"/>
                </a:lnTo>
                <a:cubicBezTo>
                  <a:pt x="5977602" y="607919"/>
                  <a:pt x="6009495" y="610900"/>
                  <a:pt x="6040678" y="616457"/>
                </a:cubicBezTo>
                <a:cubicBezTo>
                  <a:pt x="6046254" y="616038"/>
                  <a:pt x="6051582" y="616986"/>
                  <a:pt x="6056891" y="617996"/>
                </a:cubicBezTo>
                <a:lnTo>
                  <a:pt x="6057008" y="619144"/>
                </a:lnTo>
                <a:cubicBezTo>
                  <a:pt x="6415858" y="678542"/>
                  <a:pt x="6696897" y="959319"/>
                  <a:pt x="6747174" y="1312185"/>
                </a:cubicBezTo>
                <a:cubicBezTo>
                  <a:pt x="6747341" y="1312238"/>
                  <a:pt x="6747511" y="1312243"/>
                  <a:pt x="6747679" y="1312248"/>
                </a:cubicBezTo>
                <a:lnTo>
                  <a:pt x="6748220" y="1318938"/>
                </a:lnTo>
                <a:cubicBezTo>
                  <a:pt x="6753276" y="1349182"/>
                  <a:pt x="6755726" y="1380067"/>
                  <a:pt x="6755684" y="1411395"/>
                </a:cubicBezTo>
                <a:cubicBezTo>
                  <a:pt x="6756996" y="1417025"/>
                  <a:pt x="6757054" y="1422694"/>
                  <a:pt x="6757054" y="1428376"/>
                </a:cubicBezTo>
                <a:cubicBezTo>
                  <a:pt x="6757054" y="1432198"/>
                  <a:pt x="6757027" y="1436014"/>
                  <a:pt x="6756461" y="1439816"/>
                </a:cubicBezTo>
                <a:lnTo>
                  <a:pt x="6755962" y="1439783"/>
                </a:lnTo>
                <a:lnTo>
                  <a:pt x="6755936" y="1440278"/>
                </a:lnTo>
                <a:lnTo>
                  <a:pt x="6738818" y="1438652"/>
                </a:lnTo>
                <a:cubicBezTo>
                  <a:pt x="6706444" y="1438125"/>
                  <a:pt x="6674563" y="1435144"/>
                  <a:pt x="6643391" y="1429590"/>
                </a:cubicBezTo>
                <a:cubicBezTo>
                  <a:pt x="6637814" y="1430009"/>
                  <a:pt x="6632485" y="1429061"/>
                  <a:pt x="6627175" y="1428050"/>
                </a:cubicBezTo>
                <a:lnTo>
                  <a:pt x="6627059" y="1426902"/>
                </a:lnTo>
                <a:cubicBezTo>
                  <a:pt x="6268207" y="1367503"/>
                  <a:pt x="5987168" y="1086726"/>
                  <a:pt x="5936893" y="733861"/>
                </a:cubicBezTo>
                <a:cubicBezTo>
                  <a:pt x="5936725" y="733808"/>
                  <a:pt x="5936557" y="733803"/>
                  <a:pt x="5936387" y="733798"/>
                </a:cubicBezTo>
                <a:lnTo>
                  <a:pt x="5935849" y="727122"/>
                </a:lnTo>
                <a:cubicBezTo>
                  <a:pt x="5930790" y="696872"/>
                  <a:pt x="5928340" y="665981"/>
                  <a:pt x="5928382" y="634646"/>
                </a:cubicBezTo>
                <a:cubicBezTo>
                  <a:pt x="5927070" y="629018"/>
                  <a:pt x="5927011" y="623351"/>
                  <a:pt x="5927011" y="617670"/>
                </a:cubicBezTo>
                <a:lnTo>
                  <a:pt x="5927605" y="606230"/>
                </a:lnTo>
                <a:lnTo>
                  <a:pt x="5928103" y="606263"/>
                </a:lnTo>
                <a:close/>
                <a:moveTo>
                  <a:pt x="5905378" y="605769"/>
                </a:moveTo>
                <a:lnTo>
                  <a:pt x="5905404" y="606263"/>
                </a:lnTo>
                <a:lnTo>
                  <a:pt x="5905902" y="606230"/>
                </a:lnTo>
                <a:lnTo>
                  <a:pt x="5906496" y="617670"/>
                </a:lnTo>
                <a:cubicBezTo>
                  <a:pt x="5906496" y="623351"/>
                  <a:pt x="5906438" y="629018"/>
                  <a:pt x="5905126" y="634646"/>
                </a:cubicBezTo>
                <a:cubicBezTo>
                  <a:pt x="5905168" y="665981"/>
                  <a:pt x="5902717" y="696872"/>
                  <a:pt x="5897659" y="727122"/>
                </a:cubicBezTo>
                <a:lnTo>
                  <a:pt x="5897120" y="733798"/>
                </a:lnTo>
                <a:cubicBezTo>
                  <a:pt x="5896951" y="733803"/>
                  <a:pt x="5896782" y="733808"/>
                  <a:pt x="5896615" y="733861"/>
                </a:cubicBezTo>
                <a:cubicBezTo>
                  <a:pt x="5846339" y="1086726"/>
                  <a:pt x="5565300" y="1367503"/>
                  <a:pt x="5206449" y="1426902"/>
                </a:cubicBezTo>
                <a:lnTo>
                  <a:pt x="5206334" y="1428050"/>
                </a:lnTo>
                <a:cubicBezTo>
                  <a:pt x="5201022" y="1429061"/>
                  <a:pt x="5195693" y="1430009"/>
                  <a:pt x="5190116" y="1429590"/>
                </a:cubicBezTo>
                <a:cubicBezTo>
                  <a:pt x="5158944" y="1435144"/>
                  <a:pt x="5127065" y="1438125"/>
                  <a:pt x="5094690" y="1438652"/>
                </a:cubicBezTo>
                <a:lnTo>
                  <a:pt x="5077571" y="1440278"/>
                </a:lnTo>
                <a:lnTo>
                  <a:pt x="5077545" y="1439783"/>
                </a:lnTo>
                <a:lnTo>
                  <a:pt x="5077046" y="1439816"/>
                </a:lnTo>
                <a:cubicBezTo>
                  <a:pt x="5076480" y="1436014"/>
                  <a:pt x="5076453" y="1432198"/>
                  <a:pt x="5076453" y="1428376"/>
                </a:cubicBezTo>
                <a:cubicBezTo>
                  <a:pt x="5076453" y="1422694"/>
                  <a:pt x="5076512" y="1417025"/>
                  <a:pt x="5077824" y="1411395"/>
                </a:cubicBezTo>
                <a:cubicBezTo>
                  <a:pt x="5077782" y="1380067"/>
                  <a:pt x="5080231" y="1349182"/>
                  <a:pt x="5085288" y="1318938"/>
                </a:cubicBezTo>
                <a:lnTo>
                  <a:pt x="5085828" y="1312248"/>
                </a:lnTo>
                <a:cubicBezTo>
                  <a:pt x="5085997" y="1312243"/>
                  <a:pt x="5086166" y="1312238"/>
                  <a:pt x="5086334" y="1312185"/>
                </a:cubicBezTo>
                <a:cubicBezTo>
                  <a:pt x="5136610" y="959319"/>
                  <a:pt x="5417649" y="678542"/>
                  <a:pt x="5776501" y="619144"/>
                </a:cubicBezTo>
                <a:lnTo>
                  <a:pt x="5776617" y="617996"/>
                </a:lnTo>
                <a:cubicBezTo>
                  <a:pt x="5781926" y="616986"/>
                  <a:pt x="5787253" y="616038"/>
                  <a:pt x="5792829" y="616457"/>
                </a:cubicBezTo>
                <a:cubicBezTo>
                  <a:pt x="5824013" y="610900"/>
                  <a:pt x="5855905" y="607919"/>
                  <a:pt x="5888291" y="607392"/>
                </a:cubicBezTo>
                <a:close/>
                <a:moveTo>
                  <a:pt x="4235979" y="605769"/>
                </a:moveTo>
                <a:lnTo>
                  <a:pt x="4253065" y="607392"/>
                </a:lnTo>
                <a:cubicBezTo>
                  <a:pt x="4285451" y="607919"/>
                  <a:pt x="4317343" y="610900"/>
                  <a:pt x="4348528" y="616457"/>
                </a:cubicBezTo>
                <a:cubicBezTo>
                  <a:pt x="4354104" y="616038"/>
                  <a:pt x="4359431" y="616986"/>
                  <a:pt x="4364739" y="617996"/>
                </a:cubicBezTo>
                <a:lnTo>
                  <a:pt x="4364856" y="619144"/>
                </a:lnTo>
                <a:cubicBezTo>
                  <a:pt x="4723707" y="678542"/>
                  <a:pt x="5004746" y="959319"/>
                  <a:pt x="5055022" y="1312185"/>
                </a:cubicBezTo>
                <a:cubicBezTo>
                  <a:pt x="5055190" y="1312238"/>
                  <a:pt x="5055359" y="1312243"/>
                  <a:pt x="5055528" y="1312248"/>
                </a:cubicBezTo>
                <a:lnTo>
                  <a:pt x="5056068" y="1318938"/>
                </a:lnTo>
                <a:cubicBezTo>
                  <a:pt x="5061125" y="1349182"/>
                  <a:pt x="5063574" y="1380067"/>
                  <a:pt x="5063532" y="1411395"/>
                </a:cubicBezTo>
                <a:cubicBezTo>
                  <a:pt x="5064844" y="1417025"/>
                  <a:pt x="5064903" y="1422694"/>
                  <a:pt x="5064903" y="1428376"/>
                </a:cubicBezTo>
                <a:cubicBezTo>
                  <a:pt x="5064903" y="1432198"/>
                  <a:pt x="5064876" y="1436014"/>
                  <a:pt x="5064310" y="1439816"/>
                </a:cubicBezTo>
                <a:lnTo>
                  <a:pt x="5063811" y="1439783"/>
                </a:lnTo>
                <a:lnTo>
                  <a:pt x="5063785" y="1440278"/>
                </a:lnTo>
                <a:lnTo>
                  <a:pt x="5046666" y="1438652"/>
                </a:lnTo>
                <a:cubicBezTo>
                  <a:pt x="5014292" y="1438125"/>
                  <a:pt x="4982412" y="1435144"/>
                  <a:pt x="4951241" y="1429590"/>
                </a:cubicBezTo>
                <a:cubicBezTo>
                  <a:pt x="4945663" y="1430009"/>
                  <a:pt x="4940334" y="1429061"/>
                  <a:pt x="4935023" y="1428050"/>
                </a:cubicBezTo>
                <a:lnTo>
                  <a:pt x="4934907" y="1426902"/>
                </a:lnTo>
                <a:cubicBezTo>
                  <a:pt x="4576056" y="1367503"/>
                  <a:pt x="4295017" y="1086726"/>
                  <a:pt x="4244741" y="733861"/>
                </a:cubicBezTo>
                <a:cubicBezTo>
                  <a:pt x="4244574" y="733808"/>
                  <a:pt x="4244405" y="733803"/>
                  <a:pt x="4244236" y="733798"/>
                </a:cubicBezTo>
                <a:lnTo>
                  <a:pt x="4243697" y="727122"/>
                </a:lnTo>
                <a:cubicBezTo>
                  <a:pt x="4238639" y="696872"/>
                  <a:pt x="4236188" y="665981"/>
                  <a:pt x="4236230" y="634646"/>
                </a:cubicBezTo>
                <a:cubicBezTo>
                  <a:pt x="4234918" y="629018"/>
                  <a:pt x="4234860" y="623351"/>
                  <a:pt x="4234860" y="617670"/>
                </a:cubicBezTo>
                <a:lnTo>
                  <a:pt x="4235454" y="606230"/>
                </a:lnTo>
                <a:lnTo>
                  <a:pt x="4235952" y="606263"/>
                </a:lnTo>
                <a:close/>
                <a:moveTo>
                  <a:pt x="4213227" y="605769"/>
                </a:moveTo>
                <a:lnTo>
                  <a:pt x="4213253" y="606263"/>
                </a:lnTo>
                <a:lnTo>
                  <a:pt x="4213751" y="606230"/>
                </a:lnTo>
                <a:lnTo>
                  <a:pt x="4214345" y="617670"/>
                </a:lnTo>
                <a:cubicBezTo>
                  <a:pt x="4214345" y="623351"/>
                  <a:pt x="4214286" y="629018"/>
                  <a:pt x="4212974" y="634646"/>
                </a:cubicBezTo>
                <a:cubicBezTo>
                  <a:pt x="4213016" y="665981"/>
                  <a:pt x="4210566" y="696872"/>
                  <a:pt x="4205507" y="727122"/>
                </a:cubicBezTo>
                <a:lnTo>
                  <a:pt x="4204969" y="733798"/>
                </a:lnTo>
                <a:cubicBezTo>
                  <a:pt x="4204799" y="733803"/>
                  <a:pt x="4204631" y="733808"/>
                  <a:pt x="4204463" y="733861"/>
                </a:cubicBezTo>
                <a:cubicBezTo>
                  <a:pt x="4154188" y="1086726"/>
                  <a:pt x="3873149" y="1367503"/>
                  <a:pt x="3514297" y="1426902"/>
                </a:cubicBezTo>
                <a:lnTo>
                  <a:pt x="3514181" y="1428050"/>
                </a:lnTo>
                <a:cubicBezTo>
                  <a:pt x="3508871" y="1429061"/>
                  <a:pt x="3503542" y="1430009"/>
                  <a:pt x="3497965" y="1429590"/>
                </a:cubicBezTo>
                <a:cubicBezTo>
                  <a:pt x="3466793" y="1435144"/>
                  <a:pt x="3434912" y="1438125"/>
                  <a:pt x="3402538" y="1438652"/>
                </a:cubicBezTo>
                <a:lnTo>
                  <a:pt x="3385420" y="1440278"/>
                </a:lnTo>
                <a:lnTo>
                  <a:pt x="3385394" y="1439783"/>
                </a:lnTo>
                <a:lnTo>
                  <a:pt x="3384895" y="1439816"/>
                </a:lnTo>
                <a:cubicBezTo>
                  <a:pt x="3384329" y="1436014"/>
                  <a:pt x="3384302" y="1432198"/>
                  <a:pt x="3384302" y="1428376"/>
                </a:cubicBezTo>
                <a:cubicBezTo>
                  <a:pt x="3384302" y="1422694"/>
                  <a:pt x="3384360" y="1417025"/>
                  <a:pt x="3385672" y="1411395"/>
                </a:cubicBezTo>
                <a:cubicBezTo>
                  <a:pt x="3385630" y="1380067"/>
                  <a:pt x="3388080" y="1349182"/>
                  <a:pt x="3393136" y="1318938"/>
                </a:cubicBezTo>
                <a:lnTo>
                  <a:pt x="3393677" y="1312248"/>
                </a:lnTo>
                <a:cubicBezTo>
                  <a:pt x="3393845" y="1312243"/>
                  <a:pt x="3394015" y="1312238"/>
                  <a:pt x="3394182" y="1312185"/>
                </a:cubicBezTo>
                <a:cubicBezTo>
                  <a:pt x="3444459" y="959319"/>
                  <a:pt x="3725498" y="678542"/>
                  <a:pt x="4084348" y="619144"/>
                </a:cubicBezTo>
                <a:lnTo>
                  <a:pt x="4084465" y="617996"/>
                </a:lnTo>
                <a:cubicBezTo>
                  <a:pt x="4089774" y="616986"/>
                  <a:pt x="4095102" y="616038"/>
                  <a:pt x="4100678" y="616457"/>
                </a:cubicBezTo>
                <a:cubicBezTo>
                  <a:pt x="4131861" y="610900"/>
                  <a:pt x="4163754" y="607919"/>
                  <a:pt x="4196139" y="607392"/>
                </a:cubicBezTo>
                <a:close/>
                <a:moveTo>
                  <a:pt x="2543827" y="605769"/>
                </a:moveTo>
                <a:lnTo>
                  <a:pt x="2560914" y="607392"/>
                </a:lnTo>
                <a:cubicBezTo>
                  <a:pt x="2593300" y="607919"/>
                  <a:pt x="2625192" y="610900"/>
                  <a:pt x="2656376" y="616457"/>
                </a:cubicBezTo>
                <a:cubicBezTo>
                  <a:pt x="2661952" y="616038"/>
                  <a:pt x="2667280" y="616986"/>
                  <a:pt x="2672588" y="617996"/>
                </a:cubicBezTo>
                <a:lnTo>
                  <a:pt x="2672706" y="619144"/>
                </a:lnTo>
                <a:cubicBezTo>
                  <a:pt x="3031556" y="678542"/>
                  <a:pt x="3312595" y="959319"/>
                  <a:pt x="3362871" y="1312185"/>
                </a:cubicBezTo>
                <a:cubicBezTo>
                  <a:pt x="3363039" y="1312238"/>
                  <a:pt x="3363208" y="1312243"/>
                  <a:pt x="3363377" y="1312248"/>
                </a:cubicBezTo>
                <a:lnTo>
                  <a:pt x="3363917" y="1318938"/>
                </a:lnTo>
                <a:cubicBezTo>
                  <a:pt x="3368974" y="1349182"/>
                  <a:pt x="3371423" y="1380067"/>
                  <a:pt x="3371381" y="1411395"/>
                </a:cubicBezTo>
                <a:cubicBezTo>
                  <a:pt x="3372693" y="1417025"/>
                  <a:pt x="3372752" y="1422694"/>
                  <a:pt x="3372752" y="1428376"/>
                </a:cubicBezTo>
                <a:cubicBezTo>
                  <a:pt x="3372752" y="1432198"/>
                  <a:pt x="3372725" y="1436014"/>
                  <a:pt x="3372159" y="1439816"/>
                </a:cubicBezTo>
                <a:lnTo>
                  <a:pt x="3371660" y="1439783"/>
                </a:lnTo>
                <a:lnTo>
                  <a:pt x="3371634" y="1440278"/>
                </a:lnTo>
                <a:lnTo>
                  <a:pt x="3354515" y="1438652"/>
                </a:lnTo>
                <a:cubicBezTo>
                  <a:pt x="3322141" y="1438125"/>
                  <a:pt x="3290261" y="1435144"/>
                  <a:pt x="3259089" y="1429590"/>
                </a:cubicBezTo>
                <a:cubicBezTo>
                  <a:pt x="3253512" y="1430009"/>
                  <a:pt x="3248183" y="1429061"/>
                  <a:pt x="3242872" y="1428050"/>
                </a:cubicBezTo>
                <a:lnTo>
                  <a:pt x="3242756" y="1426902"/>
                </a:lnTo>
                <a:cubicBezTo>
                  <a:pt x="2883905" y="1367503"/>
                  <a:pt x="2602866" y="1086726"/>
                  <a:pt x="2552590" y="733861"/>
                </a:cubicBezTo>
                <a:cubicBezTo>
                  <a:pt x="2552423" y="733808"/>
                  <a:pt x="2552254" y="733803"/>
                  <a:pt x="2552085" y="733798"/>
                </a:cubicBezTo>
                <a:lnTo>
                  <a:pt x="2551547" y="727122"/>
                </a:lnTo>
                <a:cubicBezTo>
                  <a:pt x="2546488" y="696872"/>
                  <a:pt x="2544037" y="665981"/>
                  <a:pt x="2544079" y="634646"/>
                </a:cubicBezTo>
                <a:cubicBezTo>
                  <a:pt x="2542767" y="629018"/>
                  <a:pt x="2542709" y="623351"/>
                  <a:pt x="2542709" y="617670"/>
                </a:cubicBezTo>
                <a:lnTo>
                  <a:pt x="2543303" y="606230"/>
                </a:lnTo>
                <a:lnTo>
                  <a:pt x="2543801" y="606263"/>
                </a:lnTo>
                <a:close/>
                <a:moveTo>
                  <a:pt x="2521076" y="605769"/>
                </a:moveTo>
                <a:lnTo>
                  <a:pt x="2521102" y="606263"/>
                </a:lnTo>
                <a:lnTo>
                  <a:pt x="2521600" y="606230"/>
                </a:lnTo>
                <a:lnTo>
                  <a:pt x="2522194" y="617670"/>
                </a:lnTo>
                <a:cubicBezTo>
                  <a:pt x="2522194" y="623351"/>
                  <a:pt x="2522135" y="629018"/>
                  <a:pt x="2520823" y="634646"/>
                </a:cubicBezTo>
                <a:cubicBezTo>
                  <a:pt x="2520865" y="665981"/>
                  <a:pt x="2518415" y="696872"/>
                  <a:pt x="2513356" y="727122"/>
                </a:cubicBezTo>
                <a:lnTo>
                  <a:pt x="2512818" y="733798"/>
                </a:lnTo>
                <a:cubicBezTo>
                  <a:pt x="2512648" y="733803"/>
                  <a:pt x="2512480" y="733808"/>
                  <a:pt x="2512312" y="733861"/>
                </a:cubicBezTo>
                <a:cubicBezTo>
                  <a:pt x="2462037" y="1086726"/>
                  <a:pt x="2180998" y="1367503"/>
                  <a:pt x="1822147" y="1426902"/>
                </a:cubicBezTo>
                <a:lnTo>
                  <a:pt x="1822030" y="1428050"/>
                </a:lnTo>
                <a:cubicBezTo>
                  <a:pt x="1816720" y="1429061"/>
                  <a:pt x="1811391" y="1430009"/>
                  <a:pt x="1805814" y="1429590"/>
                </a:cubicBezTo>
                <a:cubicBezTo>
                  <a:pt x="1774642" y="1435144"/>
                  <a:pt x="1742762" y="1438125"/>
                  <a:pt x="1710387" y="1438652"/>
                </a:cubicBezTo>
                <a:lnTo>
                  <a:pt x="1693269" y="1440278"/>
                </a:lnTo>
                <a:lnTo>
                  <a:pt x="1693243" y="1439783"/>
                </a:lnTo>
                <a:lnTo>
                  <a:pt x="1692744" y="1439816"/>
                </a:lnTo>
                <a:cubicBezTo>
                  <a:pt x="1692178" y="1436014"/>
                  <a:pt x="1692151" y="1432198"/>
                  <a:pt x="1692151" y="1428376"/>
                </a:cubicBezTo>
                <a:cubicBezTo>
                  <a:pt x="1692151" y="1422694"/>
                  <a:pt x="1692209" y="1417025"/>
                  <a:pt x="1693521" y="1411395"/>
                </a:cubicBezTo>
                <a:cubicBezTo>
                  <a:pt x="1693479" y="1380067"/>
                  <a:pt x="1695929" y="1349182"/>
                  <a:pt x="1700985" y="1318938"/>
                </a:cubicBezTo>
                <a:lnTo>
                  <a:pt x="1701526" y="1312248"/>
                </a:lnTo>
                <a:cubicBezTo>
                  <a:pt x="1701694" y="1312243"/>
                  <a:pt x="1701864" y="1312238"/>
                  <a:pt x="1702031" y="1312185"/>
                </a:cubicBezTo>
                <a:cubicBezTo>
                  <a:pt x="1752308" y="959319"/>
                  <a:pt x="2033347" y="678542"/>
                  <a:pt x="2392197" y="619144"/>
                </a:cubicBezTo>
                <a:lnTo>
                  <a:pt x="2392314" y="617996"/>
                </a:lnTo>
                <a:cubicBezTo>
                  <a:pt x="2397623" y="616986"/>
                  <a:pt x="2402951" y="616038"/>
                  <a:pt x="2408527" y="616457"/>
                </a:cubicBezTo>
                <a:cubicBezTo>
                  <a:pt x="2439710" y="610900"/>
                  <a:pt x="2471603" y="607919"/>
                  <a:pt x="2503988" y="607392"/>
                </a:cubicBezTo>
                <a:close/>
                <a:moveTo>
                  <a:pt x="851676" y="605769"/>
                </a:moveTo>
                <a:lnTo>
                  <a:pt x="868763" y="607392"/>
                </a:lnTo>
                <a:cubicBezTo>
                  <a:pt x="901149" y="607919"/>
                  <a:pt x="933041" y="610900"/>
                  <a:pt x="964225" y="616457"/>
                </a:cubicBezTo>
                <a:cubicBezTo>
                  <a:pt x="969801" y="616038"/>
                  <a:pt x="975129" y="616986"/>
                  <a:pt x="980437" y="617996"/>
                </a:cubicBezTo>
                <a:lnTo>
                  <a:pt x="980555" y="619144"/>
                </a:lnTo>
                <a:cubicBezTo>
                  <a:pt x="1339405" y="678542"/>
                  <a:pt x="1620444" y="959319"/>
                  <a:pt x="1670720" y="1312185"/>
                </a:cubicBezTo>
                <a:cubicBezTo>
                  <a:pt x="1670888" y="1312238"/>
                  <a:pt x="1671057" y="1312243"/>
                  <a:pt x="1671226" y="1312248"/>
                </a:cubicBezTo>
                <a:lnTo>
                  <a:pt x="1671766" y="1318938"/>
                </a:lnTo>
                <a:cubicBezTo>
                  <a:pt x="1676823" y="1349182"/>
                  <a:pt x="1679272" y="1380067"/>
                  <a:pt x="1679230" y="1411395"/>
                </a:cubicBezTo>
                <a:cubicBezTo>
                  <a:pt x="1680542" y="1417025"/>
                  <a:pt x="1680601" y="1422694"/>
                  <a:pt x="1680601" y="1428376"/>
                </a:cubicBezTo>
                <a:cubicBezTo>
                  <a:pt x="1680601" y="1432198"/>
                  <a:pt x="1680574" y="1436014"/>
                  <a:pt x="1680008" y="1439816"/>
                </a:cubicBezTo>
                <a:lnTo>
                  <a:pt x="1679509" y="1439783"/>
                </a:lnTo>
                <a:lnTo>
                  <a:pt x="1679483" y="1440278"/>
                </a:lnTo>
                <a:lnTo>
                  <a:pt x="1662364" y="1438652"/>
                </a:lnTo>
                <a:cubicBezTo>
                  <a:pt x="1629990" y="1438125"/>
                  <a:pt x="1598110" y="1435144"/>
                  <a:pt x="1566938" y="1429590"/>
                </a:cubicBezTo>
                <a:cubicBezTo>
                  <a:pt x="1561361" y="1430009"/>
                  <a:pt x="1556032" y="1429061"/>
                  <a:pt x="1550721" y="1428050"/>
                </a:cubicBezTo>
                <a:lnTo>
                  <a:pt x="1550605" y="1426902"/>
                </a:lnTo>
                <a:cubicBezTo>
                  <a:pt x="1191754" y="1367503"/>
                  <a:pt x="910715" y="1086726"/>
                  <a:pt x="860439" y="733861"/>
                </a:cubicBezTo>
                <a:cubicBezTo>
                  <a:pt x="860272" y="733808"/>
                  <a:pt x="860103" y="733803"/>
                  <a:pt x="859934" y="733798"/>
                </a:cubicBezTo>
                <a:lnTo>
                  <a:pt x="859396" y="727122"/>
                </a:lnTo>
                <a:cubicBezTo>
                  <a:pt x="854337" y="696872"/>
                  <a:pt x="851886" y="665981"/>
                  <a:pt x="851928" y="634646"/>
                </a:cubicBezTo>
                <a:cubicBezTo>
                  <a:pt x="850616" y="629018"/>
                  <a:pt x="850558" y="623351"/>
                  <a:pt x="850558" y="617670"/>
                </a:cubicBezTo>
                <a:lnTo>
                  <a:pt x="851152" y="606230"/>
                </a:lnTo>
                <a:lnTo>
                  <a:pt x="851650" y="606263"/>
                </a:lnTo>
                <a:close/>
                <a:moveTo>
                  <a:pt x="828925" y="605769"/>
                </a:moveTo>
                <a:lnTo>
                  <a:pt x="828951" y="606263"/>
                </a:lnTo>
                <a:lnTo>
                  <a:pt x="829449" y="606230"/>
                </a:lnTo>
                <a:lnTo>
                  <a:pt x="830043" y="617670"/>
                </a:lnTo>
                <a:cubicBezTo>
                  <a:pt x="830043" y="623351"/>
                  <a:pt x="829984" y="629018"/>
                  <a:pt x="828672" y="634646"/>
                </a:cubicBezTo>
                <a:cubicBezTo>
                  <a:pt x="828714" y="665981"/>
                  <a:pt x="826264" y="696872"/>
                  <a:pt x="821205" y="727122"/>
                </a:cubicBezTo>
                <a:lnTo>
                  <a:pt x="820667" y="733798"/>
                </a:lnTo>
                <a:cubicBezTo>
                  <a:pt x="820497" y="733803"/>
                  <a:pt x="820329" y="733808"/>
                  <a:pt x="820161" y="733861"/>
                </a:cubicBezTo>
                <a:cubicBezTo>
                  <a:pt x="769886" y="1086726"/>
                  <a:pt x="488847" y="1367503"/>
                  <a:pt x="129995" y="1426902"/>
                </a:cubicBezTo>
                <a:lnTo>
                  <a:pt x="129879" y="1428050"/>
                </a:lnTo>
                <a:cubicBezTo>
                  <a:pt x="124569" y="1429061"/>
                  <a:pt x="119240" y="1430009"/>
                  <a:pt x="113663" y="1429590"/>
                </a:cubicBezTo>
                <a:cubicBezTo>
                  <a:pt x="82491" y="1435144"/>
                  <a:pt x="50611" y="1438125"/>
                  <a:pt x="18236" y="1438652"/>
                </a:cubicBezTo>
                <a:lnTo>
                  <a:pt x="1118" y="1440278"/>
                </a:lnTo>
                <a:lnTo>
                  <a:pt x="1092" y="1439783"/>
                </a:lnTo>
                <a:lnTo>
                  <a:pt x="593" y="1439816"/>
                </a:lnTo>
                <a:cubicBezTo>
                  <a:pt x="27" y="1436014"/>
                  <a:pt x="0" y="1432198"/>
                  <a:pt x="0" y="1428376"/>
                </a:cubicBezTo>
                <a:cubicBezTo>
                  <a:pt x="0" y="1422694"/>
                  <a:pt x="58" y="1417025"/>
                  <a:pt x="1370" y="1411395"/>
                </a:cubicBezTo>
                <a:cubicBezTo>
                  <a:pt x="1328" y="1380067"/>
                  <a:pt x="3778" y="1349182"/>
                  <a:pt x="8835" y="1318938"/>
                </a:cubicBezTo>
                <a:lnTo>
                  <a:pt x="9375" y="1312248"/>
                </a:lnTo>
                <a:cubicBezTo>
                  <a:pt x="9543" y="1312243"/>
                  <a:pt x="9713" y="1312238"/>
                  <a:pt x="9880" y="1312185"/>
                </a:cubicBezTo>
                <a:cubicBezTo>
                  <a:pt x="60157" y="959319"/>
                  <a:pt x="341196" y="678542"/>
                  <a:pt x="700046" y="619144"/>
                </a:cubicBezTo>
                <a:lnTo>
                  <a:pt x="700163" y="617996"/>
                </a:lnTo>
                <a:cubicBezTo>
                  <a:pt x="705472" y="616986"/>
                  <a:pt x="710800" y="616038"/>
                  <a:pt x="716376" y="616457"/>
                </a:cubicBezTo>
                <a:cubicBezTo>
                  <a:pt x="747559" y="610900"/>
                  <a:pt x="779452" y="607919"/>
                  <a:pt x="811837" y="607392"/>
                </a:cubicBezTo>
                <a:close/>
                <a:moveTo>
                  <a:pt x="8824701" y="0"/>
                </a:moveTo>
                <a:lnTo>
                  <a:pt x="9033411" y="0"/>
                </a:lnTo>
                <a:cubicBezTo>
                  <a:pt x="9066347" y="30426"/>
                  <a:pt x="9096640" y="63469"/>
                  <a:pt x="9123965" y="98781"/>
                </a:cubicBezTo>
                <a:lnTo>
                  <a:pt x="9139239" y="122382"/>
                </a:lnTo>
                <a:lnTo>
                  <a:pt x="9139239" y="425734"/>
                </a:lnTo>
                <a:lnTo>
                  <a:pt x="9104305" y="314451"/>
                </a:lnTo>
                <a:cubicBezTo>
                  <a:pt x="9046997" y="183490"/>
                  <a:pt x="8948803" y="73504"/>
                  <a:pt x="8824701" y="0"/>
                </a:cubicBezTo>
                <a:close/>
                <a:moveTo>
                  <a:pt x="8494877" y="0"/>
                </a:moveTo>
                <a:lnTo>
                  <a:pt x="8628893" y="0"/>
                </a:lnTo>
                <a:cubicBezTo>
                  <a:pt x="8697052" y="198004"/>
                  <a:pt x="8856086" y="355591"/>
                  <a:pt x="9058275" y="426756"/>
                </a:cubicBezTo>
                <a:lnTo>
                  <a:pt x="9139239" y="449526"/>
                </a:lnTo>
                <a:lnTo>
                  <a:pt x="9139239" y="577136"/>
                </a:lnTo>
                <a:lnTo>
                  <a:pt x="9043252" y="554355"/>
                </a:lnTo>
                <a:cubicBezTo>
                  <a:pt x="8776836" y="470904"/>
                  <a:pt x="8569058" y="262348"/>
                  <a:pt x="8494877" y="0"/>
                </a:cubicBezTo>
                <a:close/>
                <a:moveTo>
                  <a:pt x="7876547" y="0"/>
                </a:moveTo>
                <a:lnTo>
                  <a:pt x="8085257" y="0"/>
                </a:lnTo>
                <a:cubicBezTo>
                  <a:pt x="7919787" y="98005"/>
                  <a:pt x="7800378" y="260867"/>
                  <a:pt x="7762527" y="451830"/>
                </a:cubicBezTo>
                <a:cubicBezTo>
                  <a:pt x="8006579" y="399791"/>
                  <a:pt x="8203169" y="226290"/>
                  <a:pt x="8281065" y="0"/>
                </a:cubicBezTo>
                <a:lnTo>
                  <a:pt x="8415081" y="0"/>
                </a:lnTo>
                <a:cubicBezTo>
                  <a:pt x="8330303" y="299826"/>
                  <a:pt x="8071031" y="529393"/>
                  <a:pt x="7749156" y="582253"/>
                </a:cubicBezTo>
                <a:lnTo>
                  <a:pt x="7749040" y="583392"/>
                </a:lnTo>
                <a:cubicBezTo>
                  <a:pt x="7743729" y="584395"/>
                  <a:pt x="7738400" y="585336"/>
                  <a:pt x="7732823" y="584920"/>
                </a:cubicBezTo>
                <a:cubicBezTo>
                  <a:pt x="7701651" y="590430"/>
                  <a:pt x="7669771" y="593388"/>
                  <a:pt x="7637396" y="593911"/>
                </a:cubicBezTo>
                <a:lnTo>
                  <a:pt x="7620278" y="595524"/>
                </a:lnTo>
                <a:lnTo>
                  <a:pt x="7620252" y="595033"/>
                </a:lnTo>
                <a:lnTo>
                  <a:pt x="7619753" y="595066"/>
                </a:lnTo>
                <a:cubicBezTo>
                  <a:pt x="7619187" y="591293"/>
                  <a:pt x="7619160" y="587507"/>
                  <a:pt x="7619160" y="583715"/>
                </a:cubicBezTo>
                <a:cubicBezTo>
                  <a:pt x="7619160" y="578078"/>
                  <a:pt x="7619219" y="572454"/>
                  <a:pt x="7620531" y="566868"/>
                </a:cubicBezTo>
                <a:cubicBezTo>
                  <a:pt x="7620488" y="535786"/>
                  <a:pt x="7622938" y="505143"/>
                  <a:pt x="7627995" y="475137"/>
                </a:cubicBezTo>
                <a:lnTo>
                  <a:pt x="7628535" y="468500"/>
                </a:lnTo>
                <a:cubicBezTo>
                  <a:pt x="7628704" y="468495"/>
                  <a:pt x="7628873" y="468490"/>
                  <a:pt x="7629040" y="468437"/>
                </a:cubicBezTo>
                <a:cubicBezTo>
                  <a:pt x="7655343" y="285283"/>
                  <a:pt x="7744803" y="121704"/>
                  <a:pt x="7876547" y="0"/>
                </a:cubicBezTo>
                <a:close/>
                <a:moveTo>
                  <a:pt x="6802727" y="0"/>
                </a:moveTo>
                <a:lnTo>
                  <a:pt x="6936742" y="0"/>
                </a:lnTo>
                <a:cubicBezTo>
                  <a:pt x="7014638" y="226290"/>
                  <a:pt x="7211228" y="399791"/>
                  <a:pt x="7455280" y="451830"/>
                </a:cubicBezTo>
                <a:cubicBezTo>
                  <a:pt x="7417429" y="260867"/>
                  <a:pt x="7298020" y="98005"/>
                  <a:pt x="7132550" y="0"/>
                </a:cubicBezTo>
                <a:lnTo>
                  <a:pt x="7341259" y="0"/>
                </a:lnTo>
                <a:cubicBezTo>
                  <a:pt x="7473003" y="121704"/>
                  <a:pt x="7562464" y="285283"/>
                  <a:pt x="7588766" y="468437"/>
                </a:cubicBezTo>
                <a:cubicBezTo>
                  <a:pt x="7588934" y="468490"/>
                  <a:pt x="7589103" y="468495"/>
                  <a:pt x="7589272" y="468500"/>
                </a:cubicBezTo>
                <a:lnTo>
                  <a:pt x="7589812" y="475137"/>
                </a:lnTo>
                <a:cubicBezTo>
                  <a:pt x="7594869" y="505143"/>
                  <a:pt x="7597319" y="535786"/>
                  <a:pt x="7597276" y="566868"/>
                </a:cubicBezTo>
                <a:cubicBezTo>
                  <a:pt x="7598588" y="572454"/>
                  <a:pt x="7598647" y="578078"/>
                  <a:pt x="7598647" y="583715"/>
                </a:cubicBezTo>
                <a:cubicBezTo>
                  <a:pt x="7598647" y="587507"/>
                  <a:pt x="7598620" y="591293"/>
                  <a:pt x="7598054" y="595066"/>
                </a:cubicBezTo>
                <a:lnTo>
                  <a:pt x="7597555" y="595033"/>
                </a:lnTo>
                <a:lnTo>
                  <a:pt x="7597529" y="595524"/>
                </a:lnTo>
                <a:lnTo>
                  <a:pt x="7580411" y="593911"/>
                </a:lnTo>
                <a:cubicBezTo>
                  <a:pt x="7548036" y="593388"/>
                  <a:pt x="7516156" y="590430"/>
                  <a:pt x="7484984" y="584920"/>
                </a:cubicBezTo>
                <a:cubicBezTo>
                  <a:pt x="7479407" y="585336"/>
                  <a:pt x="7474078" y="584395"/>
                  <a:pt x="7468767" y="583392"/>
                </a:cubicBezTo>
                <a:lnTo>
                  <a:pt x="7468651" y="582253"/>
                </a:lnTo>
                <a:cubicBezTo>
                  <a:pt x="7146776" y="529393"/>
                  <a:pt x="6887504" y="299826"/>
                  <a:pt x="6802727" y="0"/>
                </a:cubicBezTo>
                <a:close/>
                <a:moveTo>
                  <a:pt x="6184397" y="0"/>
                </a:moveTo>
                <a:lnTo>
                  <a:pt x="6393106" y="0"/>
                </a:lnTo>
                <a:cubicBezTo>
                  <a:pt x="6227636" y="98005"/>
                  <a:pt x="6108227" y="260867"/>
                  <a:pt x="6070376" y="451830"/>
                </a:cubicBezTo>
                <a:cubicBezTo>
                  <a:pt x="6314429" y="399791"/>
                  <a:pt x="6511018" y="226290"/>
                  <a:pt x="6588914" y="0"/>
                </a:cubicBezTo>
                <a:lnTo>
                  <a:pt x="6722931" y="0"/>
                </a:lnTo>
                <a:cubicBezTo>
                  <a:pt x="6638152" y="299826"/>
                  <a:pt x="6378880" y="529393"/>
                  <a:pt x="6057005" y="582253"/>
                </a:cubicBezTo>
                <a:lnTo>
                  <a:pt x="6056889" y="583392"/>
                </a:lnTo>
                <a:cubicBezTo>
                  <a:pt x="6051578" y="584395"/>
                  <a:pt x="6046249" y="585336"/>
                  <a:pt x="6040672" y="584920"/>
                </a:cubicBezTo>
                <a:cubicBezTo>
                  <a:pt x="6009500" y="590430"/>
                  <a:pt x="5977620" y="593388"/>
                  <a:pt x="5945246" y="593911"/>
                </a:cubicBezTo>
                <a:lnTo>
                  <a:pt x="5928127" y="595524"/>
                </a:lnTo>
                <a:lnTo>
                  <a:pt x="5928101" y="595033"/>
                </a:lnTo>
                <a:lnTo>
                  <a:pt x="5927602" y="595066"/>
                </a:lnTo>
                <a:cubicBezTo>
                  <a:pt x="5927036" y="591293"/>
                  <a:pt x="5927009" y="587507"/>
                  <a:pt x="5927009" y="583715"/>
                </a:cubicBezTo>
                <a:cubicBezTo>
                  <a:pt x="5927009" y="578078"/>
                  <a:pt x="5927068" y="572454"/>
                  <a:pt x="5928380" y="566868"/>
                </a:cubicBezTo>
                <a:cubicBezTo>
                  <a:pt x="5928338" y="535786"/>
                  <a:pt x="5930787" y="505143"/>
                  <a:pt x="5935844" y="475137"/>
                </a:cubicBezTo>
                <a:lnTo>
                  <a:pt x="5936384" y="468500"/>
                </a:lnTo>
                <a:cubicBezTo>
                  <a:pt x="5936553" y="468495"/>
                  <a:pt x="5936722" y="468490"/>
                  <a:pt x="5936890" y="468437"/>
                </a:cubicBezTo>
                <a:cubicBezTo>
                  <a:pt x="5963192" y="285283"/>
                  <a:pt x="6052653" y="121703"/>
                  <a:pt x="6184397" y="0"/>
                </a:cubicBezTo>
                <a:close/>
                <a:moveTo>
                  <a:pt x="5110576" y="0"/>
                </a:moveTo>
                <a:lnTo>
                  <a:pt x="5244592" y="0"/>
                </a:lnTo>
                <a:cubicBezTo>
                  <a:pt x="5322488" y="226290"/>
                  <a:pt x="5519077" y="399791"/>
                  <a:pt x="5763129" y="451830"/>
                </a:cubicBezTo>
                <a:cubicBezTo>
                  <a:pt x="5725278" y="260867"/>
                  <a:pt x="5605869" y="98005"/>
                  <a:pt x="5440399" y="0"/>
                </a:cubicBezTo>
                <a:lnTo>
                  <a:pt x="5649109" y="0"/>
                </a:lnTo>
                <a:cubicBezTo>
                  <a:pt x="5780853" y="121704"/>
                  <a:pt x="5870314" y="285283"/>
                  <a:pt x="5896616" y="468437"/>
                </a:cubicBezTo>
                <a:cubicBezTo>
                  <a:pt x="5896783" y="468490"/>
                  <a:pt x="5896953" y="468495"/>
                  <a:pt x="5897121" y="468500"/>
                </a:cubicBezTo>
                <a:lnTo>
                  <a:pt x="5897662" y="475137"/>
                </a:lnTo>
                <a:cubicBezTo>
                  <a:pt x="5902718" y="505143"/>
                  <a:pt x="5905168" y="535786"/>
                  <a:pt x="5905126" y="566868"/>
                </a:cubicBezTo>
                <a:cubicBezTo>
                  <a:pt x="5906438" y="572454"/>
                  <a:pt x="5906496" y="578078"/>
                  <a:pt x="5906496" y="583715"/>
                </a:cubicBezTo>
                <a:cubicBezTo>
                  <a:pt x="5906496" y="587507"/>
                  <a:pt x="5906469" y="591293"/>
                  <a:pt x="5905903" y="595066"/>
                </a:cubicBezTo>
                <a:lnTo>
                  <a:pt x="5905404" y="595033"/>
                </a:lnTo>
                <a:lnTo>
                  <a:pt x="5905378" y="595524"/>
                </a:lnTo>
                <a:lnTo>
                  <a:pt x="5888260" y="593911"/>
                </a:lnTo>
                <a:cubicBezTo>
                  <a:pt x="5855886" y="593388"/>
                  <a:pt x="5824005" y="590430"/>
                  <a:pt x="5792833" y="584920"/>
                </a:cubicBezTo>
                <a:cubicBezTo>
                  <a:pt x="5787256" y="585336"/>
                  <a:pt x="5781927" y="584395"/>
                  <a:pt x="5776617" y="583392"/>
                </a:cubicBezTo>
                <a:lnTo>
                  <a:pt x="5776501" y="582253"/>
                </a:lnTo>
                <a:cubicBezTo>
                  <a:pt x="5454626" y="529393"/>
                  <a:pt x="5195354" y="299826"/>
                  <a:pt x="5110576" y="0"/>
                </a:cubicBezTo>
                <a:close/>
                <a:moveTo>
                  <a:pt x="4492246" y="0"/>
                </a:moveTo>
                <a:lnTo>
                  <a:pt x="4700955" y="0"/>
                </a:lnTo>
                <a:cubicBezTo>
                  <a:pt x="4535485" y="98005"/>
                  <a:pt x="4416076" y="260867"/>
                  <a:pt x="4378225" y="451830"/>
                </a:cubicBezTo>
                <a:cubicBezTo>
                  <a:pt x="4622279" y="399791"/>
                  <a:pt x="4818867" y="226290"/>
                  <a:pt x="4896763" y="0"/>
                </a:cubicBezTo>
                <a:lnTo>
                  <a:pt x="5030779" y="0"/>
                </a:lnTo>
                <a:cubicBezTo>
                  <a:pt x="4946001" y="299826"/>
                  <a:pt x="4686729" y="529393"/>
                  <a:pt x="4364853" y="582253"/>
                </a:cubicBezTo>
                <a:lnTo>
                  <a:pt x="4364737" y="583392"/>
                </a:lnTo>
                <a:cubicBezTo>
                  <a:pt x="4359427" y="584395"/>
                  <a:pt x="4354098" y="585336"/>
                  <a:pt x="4348521" y="584920"/>
                </a:cubicBezTo>
                <a:cubicBezTo>
                  <a:pt x="4317350" y="590430"/>
                  <a:pt x="4285468" y="593388"/>
                  <a:pt x="4253094" y="593911"/>
                </a:cubicBezTo>
                <a:lnTo>
                  <a:pt x="4235976" y="595524"/>
                </a:lnTo>
                <a:lnTo>
                  <a:pt x="4235950" y="595033"/>
                </a:lnTo>
                <a:lnTo>
                  <a:pt x="4235451" y="595066"/>
                </a:lnTo>
                <a:cubicBezTo>
                  <a:pt x="4234885" y="591293"/>
                  <a:pt x="4234858" y="587507"/>
                  <a:pt x="4234858" y="583715"/>
                </a:cubicBezTo>
                <a:cubicBezTo>
                  <a:pt x="4234858" y="578078"/>
                  <a:pt x="4234916" y="572454"/>
                  <a:pt x="4236228" y="566868"/>
                </a:cubicBezTo>
                <a:cubicBezTo>
                  <a:pt x="4236186" y="535786"/>
                  <a:pt x="4238636" y="505143"/>
                  <a:pt x="4243692" y="475137"/>
                </a:cubicBezTo>
                <a:lnTo>
                  <a:pt x="4244233" y="468500"/>
                </a:lnTo>
                <a:cubicBezTo>
                  <a:pt x="4244401" y="468495"/>
                  <a:pt x="4244571" y="468490"/>
                  <a:pt x="4244738" y="468437"/>
                </a:cubicBezTo>
                <a:cubicBezTo>
                  <a:pt x="4271041" y="285283"/>
                  <a:pt x="4360502" y="121704"/>
                  <a:pt x="4492246" y="0"/>
                </a:cubicBezTo>
                <a:close/>
                <a:moveTo>
                  <a:pt x="3418424" y="0"/>
                </a:moveTo>
                <a:lnTo>
                  <a:pt x="3552441" y="0"/>
                </a:lnTo>
                <a:cubicBezTo>
                  <a:pt x="3630337" y="226291"/>
                  <a:pt x="3826926" y="399791"/>
                  <a:pt x="4070978" y="451830"/>
                </a:cubicBezTo>
                <a:cubicBezTo>
                  <a:pt x="4033127" y="260867"/>
                  <a:pt x="3913719" y="98005"/>
                  <a:pt x="3748249" y="0"/>
                </a:cubicBezTo>
                <a:lnTo>
                  <a:pt x="3956957" y="0"/>
                </a:lnTo>
                <a:cubicBezTo>
                  <a:pt x="4088702" y="121703"/>
                  <a:pt x="4178162" y="285283"/>
                  <a:pt x="4204464" y="468437"/>
                </a:cubicBezTo>
                <a:cubicBezTo>
                  <a:pt x="4204632" y="468490"/>
                  <a:pt x="4204801" y="468495"/>
                  <a:pt x="4204970" y="468499"/>
                </a:cubicBezTo>
                <a:lnTo>
                  <a:pt x="4205510" y="475137"/>
                </a:lnTo>
                <a:cubicBezTo>
                  <a:pt x="4210567" y="505143"/>
                  <a:pt x="4213016" y="535786"/>
                  <a:pt x="4212974" y="566868"/>
                </a:cubicBezTo>
                <a:cubicBezTo>
                  <a:pt x="4214286" y="572454"/>
                  <a:pt x="4214345" y="578078"/>
                  <a:pt x="4214345" y="583715"/>
                </a:cubicBezTo>
                <a:cubicBezTo>
                  <a:pt x="4214345" y="587508"/>
                  <a:pt x="4214318" y="591293"/>
                  <a:pt x="4213752" y="595066"/>
                </a:cubicBezTo>
                <a:lnTo>
                  <a:pt x="4213253" y="595033"/>
                </a:lnTo>
                <a:lnTo>
                  <a:pt x="4213227" y="595524"/>
                </a:lnTo>
                <a:lnTo>
                  <a:pt x="4196108" y="593911"/>
                </a:lnTo>
                <a:cubicBezTo>
                  <a:pt x="4163734" y="593388"/>
                  <a:pt x="4131854" y="590430"/>
                  <a:pt x="4100682" y="584920"/>
                </a:cubicBezTo>
                <a:cubicBezTo>
                  <a:pt x="4095105" y="585336"/>
                  <a:pt x="4089776" y="584395"/>
                  <a:pt x="4084465" y="583392"/>
                </a:cubicBezTo>
                <a:lnTo>
                  <a:pt x="4084349" y="582253"/>
                </a:lnTo>
                <a:cubicBezTo>
                  <a:pt x="3762475" y="529393"/>
                  <a:pt x="3503203" y="299826"/>
                  <a:pt x="3418424" y="0"/>
                </a:cubicBezTo>
                <a:close/>
                <a:moveTo>
                  <a:pt x="2800095" y="0"/>
                </a:moveTo>
                <a:lnTo>
                  <a:pt x="3008804" y="0"/>
                </a:lnTo>
                <a:cubicBezTo>
                  <a:pt x="2843334" y="98005"/>
                  <a:pt x="2723925" y="260867"/>
                  <a:pt x="2686074" y="451830"/>
                </a:cubicBezTo>
                <a:cubicBezTo>
                  <a:pt x="2930126" y="399791"/>
                  <a:pt x="3126716" y="226291"/>
                  <a:pt x="3204612" y="0"/>
                </a:cubicBezTo>
                <a:lnTo>
                  <a:pt x="3338628" y="0"/>
                </a:lnTo>
                <a:cubicBezTo>
                  <a:pt x="3253850" y="299826"/>
                  <a:pt x="2994578" y="529393"/>
                  <a:pt x="2672703" y="582253"/>
                </a:cubicBezTo>
                <a:lnTo>
                  <a:pt x="2672586" y="583392"/>
                </a:lnTo>
                <a:cubicBezTo>
                  <a:pt x="2667276" y="584395"/>
                  <a:pt x="2661947" y="585336"/>
                  <a:pt x="2656370" y="584920"/>
                </a:cubicBezTo>
                <a:cubicBezTo>
                  <a:pt x="2625198" y="590430"/>
                  <a:pt x="2593318" y="593388"/>
                  <a:pt x="2560943" y="593911"/>
                </a:cubicBezTo>
                <a:lnTo>
                  <a:pt x="2543825" y="595524"/>
                </a:lnTo>
                <a:lnTo>
                  <a:pt x="2543799" y="595033"/>
                </a:lnTo>
                <a:lnTo>
                  <a:pt x="2543300" y="595066"/>
                </a:lnTo>
                <a:cubicBezTo>
                  <a:pt x="2542734" y="591293"/>
                  <a:pt x="2542707" y="587507"/>
                  <a:pt x="2542707" y="583715"/>
                </a:cubicBezTo>
                <a:cubicBezTo>
                  <a:pt x="2542707" y="578078"/>
                  <a:pt x="2542765" y="572454"/>
                  <a:pt x="2544077" y="566868"/>
                </a:cubicBezTo>
                <a:cubicBezTo>
                  <a:pt x="2544035" y="535786"/>
                  <a:pt x="2546485" y="505143"/>
                  <a:pt x="2551541" y="475137"/>
                </a:cubicBezTo>
                <a:lnTo>
                  <a:pt x="2552082" y="468499"/>
                </a:lnTo>
                <a:cubicBezTo>
                  <a:pt x="2552250" y="468495"/>
                  <a:pt x="2552420" y="468490"/>
                  <a:pt x="2552587" y="468437"/>
                </a:cubicBezTo>
                <a:cubicBezTo>
                  <a:pt x="2578890" y="285283"/>
                  <a:pt x="2668350" y="121703"/>
                  <a:pt x="2800095" y="0"/>
                </a:cubicBezTo>
                <a:close/>
                <a:moveTo>
                  <a:pt x="1726273" y="0"/>
                </a:moveTo>
                <a:lnTo>
                  <a:pt x="1860290" y="0"/>
                </a:lnTo>
                <a:cubicBezTo>
                  <a:pt x="1938186" y="226291"/>
                  <a:pt x="2134775" y="399791"/>
                  <a:pt x="2378827" y="451830"/>
                </a:cubicBezTo>
                <a:cubicBezTo>
                  <a:pt x="2340976" y="260867"/>
                  <a:pt x="2221567" y="98005"/>
                  <a:pt x="2056098" y="0"/>
                </a:cubicBezTo>
                <a:lnTo>
                  <a:pt x="2264806" y="0"/>
                </a:lnTo>
                <a:cubicBezTo>
                  <a:pt x="2396551" y="121703"/>
                  <a:pt x="2486011" y="285283"/>
                  <a:pt x="2512313" y="468437"/>
                </a:cubicBezTo>
                <a:cubicBezTo>
                  <a:pt x="2512481" y="468490"/>
                  <a:pt x="2512650" y="468495"/>
                  <a:pt x="2512819" y="468499"/>
                </a:cubicBezTo>
                <a:lnTo>
                  <a:pt x="2513359" y="475137"/>
                </a:lnTo>
                <a:cubicBezTo>
                  <a:pt x="2518416" y="505143"/>
                  <a:pt x="2520865" y="535786"/>
                  <a:pt x="2520823" y="566868"/>
                </a:cubicBezTo>
                <a:cubicBezTo>
                  <a:pt x="2522135" y="572454"/>
                  <a:pt x="2522194" y="578078"/>
                  <a:pt x="2522194" y="583715"/>
                </a:cubicBezTo>
                <a:cubicBezTo>
                  <a:pt x="2522194" y="587508"/>
                  <a:pt x="2522167" y="591293"/>
                  <a:pt x="2521601" y="595066"/>
                </a:cubicBezTo>
                <a:lnTo>
                  <a:pt x="2521102" y="595033"/>
                </a:lnTo>
                <a:lnTo>
                  <a:pt x="2521076" y="595524"/>
                </a:lnTo>
                <a:lnTo>
                  <a:pt x="2503957" y="593911"/>
                </a:lnTo>
                <a:cubicBezTo>
                  <a:pt x="2471583" y="593388"/>
                  <a:pt x="2439703" y="590430"/>
                  <a:pt x="2408531" y="584920"/>
                </a:cubicBezTo>
                <a:cubicBezTo>
                  <a:pt x="2402954" y="585336"/>
                  <a:pt x="2397625" y="584395"/>
                  <a:pt x="2392314" y="583392"/>
                </a:cubicBezTo>
                <a:lnTo>
                  <a:pt x="2392198" y="582253"/>
                </a:lnTo>
                <a:cubicBezTo>
                  <a:pt x="2070324" y="529393"/>
                  <a:pt x="1811051" y="299826"/>
                  <a:pt x="1726273" y="0"/>
                </a:cubicBezTo>
                <a:close/>
                <a:moveTo>
                  <a:pt x="1107944" y="0"/>
                </a:moveTo>
                <a:lnTo>
                  <a:pt x="1316652" y="0"/>
                </a:lnTo>
                <a:cubicBezTo>
                  <a:pt x="1151183" y="98005"/>
                  <a:pt x="1031774" y="260867"/>
                  <a:pt x="993923" y="451830"/>
                </a:cubicBezTo>
                <a:cubicBezTo>
                  <a:pt x="1237975" y="399791"/>
                  <a:pt x="1434564" y="226291"/>
                  <a:pt x="1512461" y="0"/>
                </a:cubicBezTo>
                <a:lnTo>
                  <a:pt x="1646477" y="0"/>
                </a:lnTo>
                <a:cubicBezTo>
                  <a:pt x="1561699" y="299826"/>
                  <a:pt x="1302427" y="529393"/>
                  <a:pt x="980552" y="582253"/>
                </a:cubicBezTo>
                <a:lnTo>
                  <a:pt x="980435" y="583392"/>
                </a:lnTo>
                <a:cubicBezTo>
                  <a:pt x="975125" y="584395"/>
                  <a:pt x="969796" y="585336"/>
                  <a:pt x="964219" y="584920"/>
                </a:cubicBezTo>
                <a:cubicBezTo>
                  <a:pt x="933047" y="590430"/>
                  <a:pt x="901167" y="593388"/>
                  <a:pt x="868792" y="593911"/>
                </a:cubicBezTo>
                <a:lnTo>
                  <a:pt x="851674" y="595524"/>
                </a:lnTo>
                <a:lnTo>
                  <a:pt x="851648" y="595033"/>
                </a:lnTo>
                <a:lnTo>
                  <a:pt x="851149" y="595066"/>
                </a:lnTo>
                <a:cubicBezTo>
                  <a:pt x="850583" y="591293"/>
                  <a:pt x="850556" y="587507"/>
                  <a:pt x="850556" y="583715"/>
                </a:cubicBezTo>
                <a:cubicBezTo>
                  <a:pt x="850556" y="578078"/>
                  <a:pt x="850614" y="572454"/>
                  <a:pt x="851926" y="566868"/>
                </a:cubicBezTo>
                <a:cubicBezTo>
                  <a:pt x="851884" y="535786"/>
                  <a:pt x="854334" y="505143"/>
                  <a:pt x="859390" y="475137"/>
                </a:cubicBezTo>
                <a:lnTo>
                  <a:pt x="859931" y="468499"/>
                </a:lnTo>
                <a:cubicBezTo>
                  <a:pt x="860099" y="468495"/>
                  <a:pt x="860269" y="468490"/>
                  <a:pt x="860436" y="468437"/>
                </a:cubicBezTo>
                <a:cubicBezTo>
                  <a:pt x="886739" y="285283"/>
                  <a:pt x="976199" y="121704"/>
                  <a:pt x="1107944" y="0"/>
                </a:cubicBezTo>
                <a:close/>
                <a:moveTo>
                  <a:pt x="34122" y="0"/>
                </a:moveTo>
                <a:lnTo>
                  <a:pt x="168138" y="0"/>
                </a:lnTo>
                <a:cubicBezTo>
                  <a:pt x="246034" y="226290"/>
                  <a:pt x="442624" y="399791"/>
                  <a:pt x="686676" y="451830"/>
                </a:cubicBezTo>
                <a:cubicBezTo>
                  <a:pt x="648825" y="260867"/>
                  <a:pt x="529416" y="98005"/>
                  <a:pt x="363946" y="0"/>
                </a:cubicBezTo>
                <a:lnTo>
                  <a:pt x="572655" y="0"/>
                </a:lnTo>
                <a:cubicBezTo>
                  <a:pt x="704400" y="121703"/>
                  <a:pt x="793860" y="285283"/>
                  <a:pt x="820162" y="468437"/>
                </a:cubicBezTo>
                <a:cubicBezTo>
                  <a:pt x="820330" y="468490"/>
                  <a:pt x="820499" y="468495"/>
                  <a:pt x="820668" y="468500"/>
                </a:cubicBezTo>
                <a:lnTo>
                  <a:pt x="821208" y="475137"/>
                </a:lnTo>
                <a:cubicBezTo>
                  <a:pt x="826265" y="505143"/>
                  <a:pt x="828714" y="535786"/>
                  <a:pt x="828672" y="566868"/>
                </a:cubicBezTo>
                <a:cubicBezTo>
                  <a:pt x="829984" y="572454"/>
                  <a:pt x="830043" y="578078"/>
                  <a:pt x="830043" y="583715"/>
                </a:cubicBezTo>
                <a:cubicBezTo>
                  <a:pt x="830043" y="587508"/>
                  <a:pt x="830016" y="591293"/>
                  <a:pt x="829450" y="595066"/>
                </a:cubicBezTo>
                <a:lnTo>
                  <a:pt x="828951" y="595033"/>
                </a:lnTo>
                <a:lnTo>
                  <a:pt x="828925" y="595524"/>
                </a:lnTo>
                <a:lnTo>
                  <a:pt x="811806" y="593911"/>
                </a:lnTo>
                <a:cubicBezTo>
                  <a:pt x="779432" y="593388"/>
                  <a:pt x="747552" y="590430"/>
                  <a:pt x="716380" y="584920"/>
                </a:cubicBezTo>
                <a:cubicBezTo>
                  <a:pt x="710803" y="585336"/>
                  <a:pt x="705474" y="584395"/>
                  <a:pt x="700163" y="583392"/>
                </a:cubicBezTo>
                <a:lnTo>
                  <a:pt x="700047" y="582253"/>
                </a:lnTo>
                <a:cubicBezTo>
                  <a:pt x="378172" y="529393"/>
                  <a:pt x="118900" y="299826"/>
                  <a:pt x="34122"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342900" y="4960137"/>
            <a:ext cx="5829300" cy="1463040"/>
          </a:xfrm>
        </p:spPr>
        <p:txBody>
          <a:bodyPr anchor="ctr">
            <a:normAutofit/>
          </a:bodyPr>
          <a:lstStyle>
            <a:lvl1pPr algn="r">
              <a:defRPr sz="4400" b="0" spc="200" baseline="0"/>
            </a:lvl1pPr>
          </a:lstStyle>
          <a:p>
            <a:r>
              <a:rPr lang="nl-NL"/>
              <a:t>Klik om de stijl te bewerken</a:t>
            </a:r>
            <a:endParaRPr lang="en-US" dirty="0"/>
          </a:p>
        </p:txBody>
      </p:sp>
      <p:sp>
        <p:nvSpPr>
          <p:cNvPr id="3" name="Text Placeholder 2"/>
          <p:cNvSpPr>
            <a:spLocks noGrp="1"/>
          </p:cNvSpPr>
          <p:nvPr>
            <p:ph type="body" idx="1"/>
          </p:nvPr>
        </p:nvSpPr>
        <p:spPr>
          <a:xfrm>
            <a:off x="6457950" y="4960137"/>
            <a:ext cx="2400300" cy="1463040"/>
          </a:xfrm>
        </p:spPr>
        <p:txBody>
          <a:bodyPr lIns="91440" rIns="91440" anchor="ctr">
            <a:normAutofit/>
          </a:bodyPr>
          <a:lstStyle>
            <a:lvl1pPr marL="0" indent="0">
              <a:lnSpc>
                <a:spcPct val="100000"/>
              </a:lnSpc>
              <a:spcBef>
                <a:spcPts val="0"/>
              </a:spcBef>
              <a:buNone/>
              <a:defRPr sz="1600">
                <a:solidFill>
                  <a:schemeClr val="tx1">
                    <a:lumMod val="95000"/>
                    <a:lumOff val="5000"/>
                  </a:schemeClr>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nl-NL"/>
              <a:t>Klik om de modelstijlen te bewerken</a:t>
            </a:r>
          </a:p>
        </p:txBody>
      </p:sp>
      <p:sp>
        <p:nvSpPr>
          <p:cNvPr id="4" name="Date Placeholder 3"/>
          <p:cNvSpPr>
            <a:spLocks noGrp="1"/>
          </p:cNvSpPr>
          <p:nvPr>
            <p:ph type="dt" sz="half" idx="10"/>
          </p:nvPr>
        </p:nvSpPr>
        <p:spPr/>
        <p:txBody>
          <a:bodyPr/>
          <a:lstStyle/>
          <a:p>
            <a:fld id="{939305CC-0DCF-478F-93B1-3185BFD9C2C5}" type="datetimeFigureOut">
              <a:rPr lang="nl-NL" smtClean="0"/>
              <a:pPr/>
              <a:t>20-4-2025</a:t>
            </a:fld>
            <a:endParaRPr lang="nl-NL"/>
          </a:p>
        </p:txBody>
      </p:sp>
      <p:sp>
        <p:nvSpPr>
          <p:cNvPr id="5" name="Footer Placeholder 4"/>
          <p:cNvSpPr>
            <a:spLocks noGrp="1"/>
          </p:cNvSpPr>
          <p:nvPr>
            <p:ph type="ftr" sz="quarter" idx="11"/>
          </p:nvPr>
        </p:nvSpPr>
        <p:spPr/>
        <p:txBody>
          <a:bodyPr/>
          <a:lstStyle/>
          <a:p>
            <a:endParaRPr lang="nl-NL"/>
          </a:p>
        </p:txBody>
      </p:sp>
      <p:sp>
        <p:nvSpPr>
          <p:cNvPr id="6" name="Slide Number Placeholder 5"/>
          <p:cNvSpPr>
            <a:spLocks noGrp="1"/>
          </p:cNvSpPr>
          <p:nvPr>
            <p:ph type="sldNum" sz="quarter" idx="12"/>
          </p:nvPr>
        </p:nvSpPr>
        <p:spPr/>
        <p:txBody>
          <a:bodyPr/>
          <a:lstStyle/>
          <a:p>
            <a:fld id="{C31399E4-B6FB-4519-9D2D-47BB738BBB7D}" type="slidenum">
              <a:rPr lang="nl-NL" smtClean="0"/>
              <a:pPr/>
              <a:t>‹#›</a:t>
            </a:fld>
            <a:endParaRPr lang="nl-NL"/>
          </a:p>
        </p:txBody>
      </p:sp>
      <p:cxnSp>
        <p:nvCxnSpPr>
          <p:cNvPr id="8" name="Straight Connector 7"/>
          <p:cNvCxnSpPr/>
          <p:nvPr/>
        </p:nvCxnSpPr>
        <p:spPr>
          <a:xfrm flipV="1">
            <a:off x="6290132"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5096378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Inhoud van twee">
    <p:spTree>
      <p:nvGrpSpPr>
        <p:cNvPr id="1" name=""/>
        <p:cNvGrpSpPr/>
        <p:nvPr/>
      </p:nvGrpSpPr>
      <p:grpSpPr>
        <a:xfrm>
          <a:off x="0" y="0"/>
          <a:ext cx="0" cy="0"/>
          <a:chOff x="0" y="0"/>
          <a:chExt cx="0" cy="0"/>
        </a:xfrm>
      </p:grpSpPr>
      <p:sp>
        <p:nvSpPr>
          <p:cNvPr id="2" name="Title 1"/>
          <p:cNvSpPr>
            <a:spLocks noGrp="1"/>
          </p:cNvSpPr>
          <p:nvPr>
            <p:ph type="title"/>
          </p:nvPr>
        </p:nvSpPr>
        <p:spPr>
          <a:xfrm>
            <a:off x="768096" y="585216"/>
            <a:ext cx="7290054" cy="1499616"/>
          </a:xfrm>
        </p:spPr>
        <p:txBody>
          <a:bodyPr/>
          <a:lstStyle/>
          <a:p>
            <a:r>
              <a:rPr lang="nl-NL"/>
              <a:t>Klik om de stijl te bewerken</a:t>
            </a:r>
            <a:endParaRPr lang="en-US" dirty="0"/>
          </a:p>
        </p:txBody>
      </p:sp>
      <p:sp>
        <p:nvSpPr>
          <p:cNvPr id="3" name="Content Placeholder 2"/>
          <p:cNvSpPr>
            <a:spLocks noGrp="1"/>
          </p:cNvSpPr>
          <p:nvPr>
            <p:ph sz="half" idx="1"/>
          </p:nvPr>
        </p:nvSpPr>
        <p:spPr>
          <a:xfrm>
            <a:off x="768096" y="2286000"/>
            <a:ext cx="3566160" cy="4023360"/>
          </a:xfrm>
        </p:spPr>
        <p:txBody>
          <a:bodyPr/>
          <a:lstStyle/>
          <a:p>
            <a:pPr lvl="0"/>
            <a:r>
              <a:rPr lang="nl-NL"/>
              <a:t>Klik om de modelstijlen te bewerken</a:t>
            </a:r>
          </a:p>
          <a:p>
            <a:pPr lvl="1"/>
            <a:r>
              <a:rPr lang="nl-NL"/>
              <a:t>Tweede niveau</a:t>
            </a:r>
          </a:p>
          <a:p>
            <a:pPr lvl="2"/>
            <a:r>
              <a:rPr lang="nl-NL"/>
              <a:t>Derde niveau</a:t>
            </a:r>
          </a:p>
          <a:p>
            <a:pPr lvl="3"/>
            <a:r>
              <a:rPr lang="nl-NL"/>
              <a:t>Vierde niveau</a:t>
            </a:r>
          </a:p>
          <a:p>
            <a:pPr lvl="4"/>
            <a:r>
              <a:rPr lang="nl-NL"/>
              <a:t>Vijfde niveau</a:t>
            </a:r>
            <a:endParaRPr lang="en-US" dirty="0"/>
          </a:p>
        </p:txBody>
      </p:sp>
      <p:sp>
        <p:nvSpPr>
          <p:cNvPr id="4" name="Content Placeholder 3"/>
          <p:cNvSpPr>
            <a:spLocks noGrp="1"/>
          </p:cNvSpPr>
          <p:nvPr>
            <p:ph sz="half" idx="2"/>
          </p:nvPr>
        </p:nvSpPr>
        <p:spPr>
          <a:xfrm>
            <a:off x="4491990" y="2286000"/>
            <a:ext cx="3566160" cy="4023360"/>
          </a:xfrm>
        </p:spPr>
        <p:txBody>
          <a:bodyPr/>
          <a:lstStyle/>
          <a:p>
            <a:pPr lvl="0"/>
            <a:r>
              <a:rPr lang="nl-NL"/>
              <a:t>Klik om de modelstijlen te bewerken</a:t>
            </a:r>
          </a:p>
          <a:p>
            <a:pPr lvl="1"/>
            <a:r>
              <a:rPr lang="nl-NL"/>
              <a:t>Tweede niveau</a:t>
            </a:r>
          </a:p>
          <a:p>
            <a:pPr lvl="2"/>
            <a:r>
              <a:rPr lang="nl-NL"/>
              <a:t>Derde niveau</a:t>
            </a:r>
          </a:p>
          <a:p>
            <a:pPr lvl="3"/>
            <a:r>
              <a:rPr lang="nl-NL"/>
              <a:t>Vierde niveau</a:t>
            </a:r>
          </a:p>
          <a:p>
            <a:pPr lvl="4"/>
            <a:r>
              <a:rPr lang="nl-NL"/>
              <a:t>Vijfde niveau</a:t>
            </a:r>
            <a:endParaRPr lang="en-US" dirty="0"/>
          </a:p>
        </p:txBody>
      </p:sp>
      <p:sp>
        <p:nvSpPr>
          <p:cNvPr id="5" name="Date Placeholder 4"/>
          <p:cNvSpPr>
            <a:spLocks noGrp="1"/>
          </p:cNvSpPr>
          <p:nvPr>
            <p:ph type="dt" sz="half" idx="10"/>
          </p:nvPr>
        </p:nvSpPr>
        <p:spPr/>
        <p:txBody>
          <a:bodyPr/>
          <a:lstStyle/>
          <a:p>
            <a:fld id="{939305CC-0DCF-478F-93B1-3185BFD9C2C5}" type="datetimeFigureOut">
              <a:rPr lang="nl-NL" smtClean="0"/>
              <a:pPr/>
              <a:t>20-4-2025</a:t>
            </a:fld>
            <a:endParaRPr lang="nl-NL"/>
          </a:p>
        </p:txBody>
      </p:sp>
      <p:sp>
        <p:nvSpPr>
          <p:cNvPr id="6" name="Footer Placeholder 5"/>
          <p:cNvSpPr>
            <a:spLocks noGrp="1"/>
          </p:cNvSpPr>
          <p:nvPr>
            <p:ph type="ftr" sz="quarter" idx="11"/>
          </p:nvPr>
        </p:nvSpPr>
        <p:spPr/>
        <p:txBody>
          <a:bodyPr/>
          <a:lstStyle/>
          <a:p>
            <a:endParaRPr lang="nl-NL"/>
          </a:p>
        </p:txBody>
      </p:sp>
      <p:sp>
        <p:nvSpPr>
          <p:cNvPr id="7" name="Slide Number Placeholder 6"/>
          <p:cNvSpPr>
            <a:spLocks noGrp="1"/>
          </p:cNvSpPr>
          <p:nvPr>
            <p:ph type="sldNum" sz="quarter" idx="12"/>
          </p:nvPr>
        </p:nvSpPr>
        <p:spPr/>
        <p:txBody>
          <a:bodyPr/>
          <a:lstStyle/>
          <a:p>
            <a:fld id="{C31399E4-B6FB-4519-9D2D-47BB738BBB7D}" type="slidenum">
              <a:rPr lang="nl-NL" smtClean="0"/>
              <a:pPr/>
              <a:t>‹#›</a:t>
            </a:fld>
            <a:endParaRPr lang="nl-NL"/>
          </a:p>
        </p:txBody>
      </p:sp>
    </p:spTree>
    <p:extLst>
      <p:ext uri="{BB962C8B-B14F-4D97-AF65-F5344CB8AC3E}">
        <p14:creationId xmlns:p14="http://schemas.microsoft.com/office/powerpoint/2010/main" val="42434979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Vergelijking">
    <p:spTree>
      <p:nvGrpSpPr>
        <p:cNvPr id="1" name=""/>
        <p:cNvGrpSpPr/>
        <p:nvPr/>
      </p:nvGrpSpPr>
      <p:grpSpPr>
        <a:xfrm>
          <a:off x="0" y="0"/>
          <a:ext cx="0" cy="0"/>
          <a:chOff x="0" y="0"/>
          <a:chExt cx="0" cy="0"/>
        </a:xfrm>
      </p:grpSpPr>
      <p:sp>
        <p:nvSpPr>
          <p:cNvPr id="10" name="Title 9"/>
          <p:cNvSpPr>
            <a:spLocks noGrp="1"/>
          </p:cNvSpPr>
          <p:nvPr>
            <p:ph type="title"/>
          </p:nvPr>
        </p:nvSpPr>
        <p:spPr>
          <a:xfrm>
            <a:off x="768096" y="585216"/>
            <a:ext cx="7290054" cy="1499616"/>
          </a:xfrm>
        </p:spPr>
        <p:txBody>
          <a:bodyPr/>
          <a:lstStyle/>
          <a:p>
            <a:r>
              <a:rPr lang="nl-NL"/>
              <a:t>Klik om de stijl te bewerken</a:t>
            </a:r>
            <a:endParaRPr lang="en-US" dirty="0"/>
          </a:p>
        </p:txBody>
      </p:sp>
      <p:sp>
        <p:nvSpPr>
          <p:cNvPr id="3" name="Text Placeholder 2"/>
          <p:cNvSpPr>
            <a:spLocks noGrp="1"/>
          </p:cNvSpPr>
          <p:nvPr>
            <p:ph type="body" idx="1"/>
          </p:nvPr>
        </p:nvSpPr>
        <p:spPr>
          <a:xfrm>
            <a:off x="768096" y="2179636"/>
            <a:ext cx="3566160" cy="822960"/>
          </a:xfrm>
        </p:spPr>
        <p:txBody>
          <a:bodyPr lIns="137160" rIns="137160" anchor="ctr">
            <a:normAutofit/>
          </a:bodyPr>
          <a:lstStyle>
            <a:lvl1pPr marL="0" indent="0">
              <a:spcBef>
                <a:spcPts val="0"/>
              </a:spcBef>
              <a:spcAft>
                <a:spcPts val="0"/>
              </a:spcAft>
              <a:buNone/>
              <a:defRPr sz="2200" b="0" cap="none" baseline="0">
                <a:solidFill>
                  <a:schemeClr val="accent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nl-NL"/>
              <a:t>Klik om de modelstijlen te bewerken</a:t>
            </a:r>
          </a:p>
        </p:txBody>
      </p:sp>
      <p:sp>
        <p:nvSpPr>
          <p:cNvPr id="4" name="Content Placeholder 3"/>
          <p:cNvSpPr>
            <a:spLocks noGrp="1"/>
          </p:cNvSpPr>
          <p:nvPr>
            <p:ph sz="half" idx="2"/>
          </p:nvPr>
        </p:nvSpPr>
        <p:spPr>
          <a:xfrm>
            <a:off x="768096" y="2967788"/>
            <a:ext cx="3566160" cy="3341572"/>
          </a:xfrm>
        </p:spPr>
        <p:txBody>
          <a:bodyPr/>
          <a:lstStyle/>
          <a:p>
            <a:pPr lvl="0"/>
            <a:r>
              <a:rPr lang="nl-NL"/>
              <a:t>Klik om de modelstijlen te bewerken</a:t>
            </a:r>
          </a:p>
          <a:p>
            <a:pPr lvl="1"/>
            <a:r>
              <a:rPr lang="nl-NL"/>
              <a:t>Tweede niveau</a:t>
            </a:r>
          </a:p>
          <a:p>
            <a:pPr lvl="2"/>
            <a:r>
              <a:rPr lang="nl-NL"/>
              <a:t>Derde niveau</a:t>
            </a:r>
          </a:p>
          <a:p>
            <a:pPr lvl="3"/>
            <a:r>
              <a:rPr lang="nl-NL"/>
              <a:t>Vierde niveau</a:t>
            </a:r>
          </a:p>
          <a:p>
            <a:pPr lvl="4"/>
            <a:r>
              <a:rPr lang="nl-NL"/>
              <a:t>Vijfde niveau</a:t>
            </a:r>
            <a:endParaRPr lang="en-US" dirty="0"/>
          </a:p>
        </p:txBody>
      </p:sp>
      <p:sp>
        <p:nvSpPr>
          <p:cNvPr id="5" name="Text Placeholder 4"/>
          <p:cNvSpPr>
            <a:spLocks noGrp="1"/>
          </p:cNvSpPr>
          <p:nvPr>
            <p:ph type="body" sz="quarter" idx="3"/>
          </p:nvPr>
        </p:nvSpPr>
        <p:spPr>
          <a:xfrm>
            <a:off x="4491990" y="2179636"/>
            <a:ext cx="3566160" cy="822960"/>
          </a:xfrm>
        </p:spPr>
        <p:txBody>
          <a:bodyPr lIns="137160" rIns="137160" anchor="ctr">
            <a:normAutofit/>
          </a:bodyPr>
          <a:lstStyle>
            <a:lvl1pPr marL="0" indent="0">
              <a:spcBef>
                <a:spcPts val="0"/>
              </a:spcBef>
              <a:spcAft>
                <a:spcPts val="0"/>
              </a:spcAft>
              <a:buNone/>
              <a:defRPr lang="en-US" sz="2200" b="0" kern="1200" cap="none" baseline="0" dirty="0">
                <a:solidFill>
                  <a:schemeClr val="accent1"/>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800"/>
              </a:spcBef>
              <a:buNone/>
            </a:pPr>
            <a:r>
              <a:rPr lang="nl-NL"/>
              <a:t>Klik om de modelstijlen te bewerken</a:t>
            </a:r>
          </a:p>
        </p:txBody>
      </p:sp>
      <p:sp>
        <p:nvSpPr>
          <p:cNvPr id="6" name="Content Placeholder 5"/>
          <p:cNvSpPr>
            <a:spLocks noGrp="1"/>
          </p:cNvSpPr>
          <p:nvPr>
            <p:ph sz="quarter" idx="4"/>
          </p:nvPr>
        </p:nvSpPr>
        <p:spPr>
          <a:xfrm>
            <a:off x="4491990" y="2967788"/>
            <a:ext cx="3566160" cy="3341572"/>
          </a:xfrm>
        </p:spPr>
        <p:txBody>
          <a:bodyPr/>
          <a:lstStyle/>
          <a:p>
            <a:pPr lvl="0"/>
            <a:r>
              <a:rPr lang="nl-NL"/>
              <a:t>Klik om de modelstijlen te bewerken</a:t>
            </a:r>
          </a:p>
          <a:p>
            <a:pPr lvl="1"/>
            <a:r>
              <a:rPr lang="nl-NL"/>
              <a:t>Tweede niveau</a:t>
            </a:r>
          </a:p>
          <a:p>
            <a:pPr lvl="2"/>
            <a:r>
              <a:rPr lang="nl-NL"/>
              <a:t>Derde niveau</a:t>
            </a:r>
          </a:p>
          <a:p>
            <a:pPr lvl="3"/>
            <a:r>
              <a:rPr lang="nl-NL"/>
              <a:t>Vierde niveau</a:t>
            </a:r>
          </a:p>
          <a:p>
            <a:pPr lvl="4"/>
            <a:r>
              <a:rPr lang="nl-NL"/>
              <a:t>Vijfde niveau</a:t>
            </a:r>
            <a:endParaRPr lang="en-US" dirty="0"/>
          </a:p>
        </p:txBody>
      </p:sp>
      <p:sp>
        <p:nvSpPr>
          <p:cNvPr id="7" name="Date Placeholder 6"/>
          <p:cNvSpPr>
            <a:spLocks noGrp="1"/>
          </p:cNvSpPr>
          <p:nvPr>
            <p:ph type="dt" sz="half" idx="10"/>
          </p:nvPr>
        </p:nvSpPr>
        <p:spPr/>
        <p:txBody>
          <a:bodyPr/>
          <a:lstStyle/>
          <a:p>
            <a:fld id="{939305CC-0DCF-478F-93B1-3185BFD9C2C5}" type="datetimeFigureOut">
              <a:rPr lang="nl-NL" smtClean="0"/>
              <a:pPr/>
              <a:t>20-4-2025</a:t>
            </a:fld>
            <a:endParaRPr lang="nl-NL"/>
          </a:p>
        </p:txBody>
      </p:sp>
      <p:sp>
        <p:nvSpPr>
          <p:cNvPr id="8" name="Footer Placeholder 7"/>
          <p:cNvSpPr>
            <a:spLocks noGrp="1"/>
          </p:cNvSpPr>
          <p:nvPr>
            <p:ph type="ftr" sz="quarter" idx="11"/>
          </p:nvPr>
        </p:nvSpPr>
        <p:spPr/>
        <p:txBody>
          <a:bodyPr/>
          <a:lstStyle/>
          <a:p>
            <a:endParaRPr lang="nl-NL"/>
          </a:p>
        </p:txBody>
      </p:sp>
      <p:sp>
        <p:nvSpPr>
          <p:cNvPr id="9" name="Slide Number Placeholder 8"/>
          <p:cNvSpPr>
            <a:spLocks noGrp="1"/>
          </p:cNvSpPr>
          <p:nvPr>
            <p:ph type="sldNum" sz="quarter" idx="12"/>
          </p:nvPr>
        </p:nvSpPr>
        <p:spPr/>
        <p:txBody>
          <a:bodyPr/>
          <a:lstStyle/>
          <a:p>
            <a:fld id="{C31399E4-B6FB-4519-9D2D-47BB738BBB7D}" type="slidenum">
              <a:rPr lang="nl-NL" smtClean="0"/>
              <a:pPr/>
              <a:t>‹#›</a:t>
            </a:fld>
            <a:endParaRPr lang="nl-NL"/>
          </a:p>
        </p:txBody>
      </p:sp>
    </p:spTree>
    <p:extLst>
      <p:ext uri="{BB962C8B-B14F-4D97-AF65-F5344CB8AC3E}">
        <p14:creationId xmlns:p14="http://schemas.microsoft.com/office/powerpoint/2010/main" val="12668212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Alleen tite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nl-NL"/>
              <a:t>Klik om de stijl te bewerken</a:t>
            </a:r>
            <a:endParaRPr lang="en-US" dirty="0"/>
          </a:p>
        </p:txBody>
      </p:sp>
      <p:sp>
        <p:nvSpPr>
          <p:cNvPr id="3" name="Date Placeholder 2"/>
          <p:cNvSpPr>
            <a:spLocks noGrp="1"/>
          </p:cNvSpPr>
          <p:nvPr>
            <p:ph type="dt" sz="half" idx="10"/>
          </p:nvPr>
        </p:nvSpPr>
        <p:spPr/>
        <p:txBody>
          <a:bodyPr/>
          <a:lstStyle/>
          <a:p>
            <a:fld id="{939305CC-0DCF-478F-93B1-3185BFD9C2C5}" type="datetimeFigureOut">
              <a:rPr lang="nl-NL" smtClean="0"/>
              <a:pPr/>
              <a:t>20-4-2025</a:t>
            </a:fld>
            <a:endParaRPr lang="nl-NL"/>
          </a:p>
        </p:txBody>
      </p:sp>
      <p:sp>
        <p:nvSpPr>
          <p:cNvPr id="4" name="Footer Placeholder 3"/>
          <p:cNvSpPr>
            <a:spLocks noGrp="1"/>
          </p:cNvSpPr>
          <p:nvPr>
            <p:ph type="ftr" sz="quarter" idx="11"/>
          </p:nvPr>
        </p:nvSpPr>
        <p:spPr/>
        <p:txBody>
          <a:bodyPr/>
          <a:lstStyle/>
          <a:p>
            <a:endParaRPr lang="nl-NL"/>
          </a:p>
        </p:txBody>
      </p:sp>
      <p:sp>
        <p:nvSpPr>
          <p:cNvPr id="5" name="Slide Number Placeholder 4"/>
          <p:cNvSpPr>
            <a:spLocks noGrp="1"/>
          </p:cNvSpPr>
          <p:nvPr>
            <p:ph type="sldNum" sz="quarter" idx="12"/>
          </p:nvPr>
        </p:nvSpPr>
        <p:spPr/>
        <p:txBody>
          <a:bodyPr/>
          <a:lstStyle/>
          <a:p>
            <a:fld id="{C31399E4-B6FB-4519-9D2D-47BB738BBB7D}" type="slidenum">
              <a:rPr lang="nl-NL" smtClean="0"/>
              <a:pPr/>
              <a:t>‹#›</a:t>
            </a:fld>
            <a:endParaRPr lang="nl-NL"/>
          </a:p>
        </p:txBody>
      </p:sp>
    </p:spTree>
    <p:extLst>
      <p:ext uri="{BB962C8B-B14F-4D97-AF65-F5344CB8AC3E}">
        <p14:creationId xmlns:p14="http://schemas.microsoft.com/office/powerpoint/2010/main" val="129565297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Lee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39305CC-0DCF-478F-93B1-3185BFD9C2C5}" type="datetimeFigureOut">
              <a:rPr lang="nl-NL" smtClean="0"/>
              <a:pPr/>
              <a:t>20-4-2025</a:t>
            </a:fld>
            <a:endParaRPr lang="nl-NL"/>
          </a:p>
        </p:txBody>
      </p:sp>
      <p:sp>
        <p:nvSpPr>
          <p:cNvPr id="3" name="Footer Placeholder 2"/>
          <p:cNvSpPr>
            <a:spLocks noGrp="1"/>
          </p:cNvSpPr>
          <p:nvPr>
            <p:ph type="ftr" sz="quarter" idx="11"/>
          </p:nvPr>
        </p:nvSpPr>
        <p:spPr/>
        <p:txBody>
          <a:bodyPr/>
          <a:lstStyle/>
          <a:p>
            <a:endParaRPr lang="nl-NL"/>
          </a:p>
        </p:txBody>
      </p:sp>
      <p:sp>
        <p:nvSpPr>
          <p:cNvPr id="4" name="Slide Number Placeholder 3"/>
          <p:cNvSpPr>
            <a:spLocks noGrp="1"/>
          </p:cNvSpPr>
          <p:nvPr>
            <p:ph type="sldNum" sz="quarter" idx="12"/>
          </p:nvPr>
        </p:nvSpPr>
        <p:spPr/>
        <p:txBody>
          <a:bodyPr/>
          <a:lstStyle/>
          <a:p>
            <a:fld id="{C31399E4-B6FB-4519-9D2D-47BB738BBB7D}" type="slidenum">
              <a:rPr lang="nl-NL" smtClean="0"/>
              <a:pPr/>
              <a:t>‹#›</a:t>
            </a:fld>
            <a:endParaRPr lang="nl-NL"/>
          </a:p>
        </p:txBody>
      </p:sp>
    </p:spTree>
    <p:extLst>
      <p:ext uri="{BB962C8B-B14F-4D97-AF65-F5344CB8AC3E}">
        <p14:creationId xmlns:p14="http://schemas.microsoft.com/office/powerpoint/2010/main" val="101805436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Inhoud met bijschrift">
    <p:spTree>
      <p:nvGrpSpPr>
        <p:cNvPr id="1" name=""/>
        <p:cNvGrpSpPr/>
        <p:nvPr/>
      </p:nvGrpSpPr>
      <p:grpSpPr>
        <a:xfrm>
          <a:off x="0" y="0"/>
          <a:ext cx="0" cy="0"/>
          <a:chOff x="0" y="0"/>
          <a:chExt cx="0" cy="0"/>
        </a:xfrm>
      </p:grpSpPr>
      <p:sp>
        <p:nvSpPr>
          <p:cNvPr id="8" name="Title 7"/>
          <p:cNvSpPr>
            <a:spLocks noGrp="1"/>
          </p:cNvSpPr>
          <p:nvPr>
            <p:ph type="title"/>
          </p:nvPr>
        </p:nvSpPr>
        <p:spPr>
          <a:xfrm>
            <a:off x="768096" y="471509"/>
            <a:ext cx="3291840" cy="1737360"/>
          </a:xfrm>
        </p:spPr>
        <p:txBody>
          <a:bodyPr>
            <a:noAutofit/>
          </a:bodyPr>
          <a:lstStyle>
            <a:lvl1pPr>
              <a:lnSpc>
                <a:spcPct val="80000"/>
              </a:lnSpc>
              <a:defRPr sz="3600"/>
            </a:lvl1pPr>
          </a:lstStyle>
          <a:p>
            <a:r>
              <a:rPr lang="nl-NL"/>
              <a:t>Klik om de stijl te bewerken</a:t>
            </a:r>
            <a:endParaRPr lang="en-US" dirty="0"/>
          </a:p>
        </p:txBody>
      </p:sp>
      <p:sp>
        <p:nvSpPr>
          <p:cNvPr id="3" name="Content Placeholder 2"/>
          <p:cNvSpPr>
            <a:spLocks noGrp="1"/>
          </p:cNvSpPr>
          <p:nvPr>
            <p:ph idx="1"/>
          </p:nvPr>
        </p:nvSpPr>
        <p:spPr>
          <a:xfrm>
            <a:off x="4286250" y="822960"/>
            <a:ext cx="4258818" cy="5184648"/>
          </a:xfrm>
        </p:spPr>
        <p:txBody>
          <a:bodyPr>
            <a:normAutofit/>
          </a:bodyPr>
          <a:lstStyle>
            <a:lvl1pPr>
              <a:defRPr sz="2000"/>
            </a:lvl1pPr>
            <a:lvl2pPr>
              <a:defRPr sz="1600"/>
            </a:lvl2pPr>
            <a:lvl3pPr>
              <a:defRPr sz="1200"/>
            </a:lvl3pPr>
            <a:lvl4pPr>
              <a:defRPr sz="1200"/>
            </a:lvl4pPr>
            <a:lvl5pPr>
              <a:defRPr sz="1200"/>
            </a:lvl5pPr>
            <a:lvl6pPr>
              <a:defRPr sz="1200"/>
            </a:lvl6pPr>
            <a:lvl7pPr>
              <a:defRPr sz="1200"/>
            </a:lvl7pPr>
            <a:lvl8pPr>
              <a:defRPr sz="1200"/>
            </a:lvl8pPr>
            <a:lvl9pPr>
              <a:defRPr sz="1200"/>
            </a:lvl9pPr>
          </a:lstStyle>
          <a:p>
            <a:pPr lvl="0"/>
            <a:r>
              <a:rPr lang="nl-NL"/>
              <a:t>Klik om de modelstijlen te bewerken</a:t>
            </a:r>
          </a:p>
          <a:p>
            <a:pPr lvl="1"/>
            <a:r>
              <a:rPr lang="nl-NL"/>
              <a:t>Tweede niveau</a:t>
            </a:r>
          </a:p>
          <a:p>
            <a:pPr lvl="2"/>
            <a:r>
              <a:rPr lang="nl-NL"/>
              <a:t>Derde niveau</a:t>
            </a:r>
          </a:p>
          <a:p>
            <a:pPr lvl="3"/>
            <a:r>
              <a:rPr lang="nl-NL"/>
              <a:t>Vierde niveau</a:t>
            </a:r>
          </a:p>
          <a:p>
            <a:pPr lvl="4"/>
            <a:r>
              <a:rPr lang="nl-NL"/>
              <a:t>Vijfde niveau</a:t>
            </a:r>
            <a:endParaRPr lang="en-US" dirty="0"/>
          </a:p>
        </p:txBody>
      </p:sp>
      <p:sp>
        <p:nvSpPr>
          <p:cNvPr id="4" name="Text Placeholder 3"/>
          <p:cNvSpPr>
            <a:spLocks noGrp="1"/>
          </p:cNvSpPr>
          <p:nvPr>
            <p:ph type="body" sz="half" idx="2"/>
          </p:nvPr>
        </p:nvSpPr>
        <p:spPr>
          <a:xfrm>
            <a:off x="768096" y="2257506"/>
            <a:ext cx="3291840" cy="3762294"/>
          </a:xfrm>
        </p:spPr>
        <p:txBody>
          <a:bodyPr lIns="91440" rIns="91440">
            <a:normAutofit/>
          </a:bodyPr>
          <a:lstStyle>
            <a:lvl1pPr marL="0" indent="0">
              <a:lnSpc>
                <a:spcPct val="108000"/>
              </a:lnSpc>
              <a:spcBef>
                <a:spcPts val="6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nl-NL"/>
              <a:t>Klik om de modelstijlen te bewerken</a:t>
            </a:r>
          </a:p>
        </p:txBody>
      </p:sp>
      <p:sp>
        <p:nvSpPr>
          <p:cNvPr id="5" name="Date Placeholder 4"/>
          <p:cNvSpPr>
            <a:spLocks noGrp="1"/>
          </p:cNvSpPr>
          <p:nvPr>
            <p:ph type="dt" sz="half" idx="10"/>
          </p:nvPr>
        </p:nvSpPr>
        <p:spPr/>
        <p:txBody>
          <a:bodyPr/>
          <a:lstStyle/>
          <a:p>
            <a:fld id="{939305CC-0DCF-478F-93B1-3185BFD9C2C5}" type="datetimeFigureOut">
              <a:rPr lang="nl-NL" smtClean="0"/>
              <a:pPr/>
              <a:t>20-4-2025</a:t>
            </a:fld>
            <a:endParaRPr lang="nl-NL"/>
          </a:p>
        </p:txBody>
      </p:sp>
      <p:sp>
        <p:nvSpPr>
          <p:cNvPr id="6" name="Footer Placeholder 5"/>
          <p:cNvSpPr>
            <a:spLocks noGrp="1"/>
          </p:cNvSpPr>
          <p:nvPr>
            <p:ph type="ftr" sz="quarter" idx="11"/>
          </p:nvPr>
        </p:nvSpPr>
        <p:spPr/>
        <p:txBody>
          <a:bodyPr/>
          <a:lstStyle/>
          <a:p>
            <a:endParaRPr lang="nl-NL"/>
          </a:p>
        </p:txBody>
      </p:sp>
      <p:sp>
        <p:nvSpPr>
          <p:cNvPr id="7" name="Slide Number Placeholder 6"/>
          <p:cNvSpPr>
            <a:spLocks noGrp="1"/>
          </p:cNvSpPr>
          <p:nvPr>
            <p:ph type="sldNum" sz="quarter" idx="12"/>
          </p:nvPr>
        </p:nvSpPr>
        <p:spPr/>
        <p:txBody>
          <a:bodyPr/>
          <a:lstStyle/>
          <a:p>
            <a:fld id="{C31399E4-B6FB-4519-9D2D-47BB738BBB7D}" type="slidenum">
              <a:rPr lang="nl-NL" smtClean="0"/>
              <a:pPr/>
              <a:t>‹#›</a:t>
            </a:fld>
            <a:endParaRPr lang="nl-NL"/>
          </a:p>
        </p:txBody>
      </p:sp>
    </p:spTree>
    <p:extLst>
      <p:ext uri="{BB962C8B-B14F-4D97-AF65-F5344CB8AC3E}">
        <p14:creationId xmlns:p14="http://schemas.microsoft.com/office/powerpoint/2010/main" val="18051421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Afbeelding met bijschrift">
    <p:spTree>
      <p:nvGrpSpPr>
        <p:cNvPr id="1" name=""/>
        <p:cNvGrpSpPr/>
        <p:nvPr/>
      </p:nvGrpSpPr>
      <p:grpSpPr>
        <a:xfrm>
          <a:off x="0" y="0"/>
          <a:ext cx="0" cy="0"/>
          <a:chOff x="0" y="0"/>
          <a:chExt cx="0" cy="0"/>
        </a:xfrm>
      </p:grpSpPr>
      <p:sp>
        <p:nvSpPr>
          <p:cNvPr id="2" name="Title 1"/>
          <p:cNvSpPr>
            <a:spLocks noGrp="1"/>
          </p:cNvSpPr>
          <p:nvPr>
            <p:ph type="title"/>
          </p:nvPr>
        </p:nvSpPr>
        <p:spPr>
          <a:xfrm>
            <a:off x="342900" y="4960138"/>
            <a:ext cx="5829300" cy="1463040"/>
          </a:xfrm>
        </p:spPr>
        <p:txBody>
          <a:bodyPr anchor="ctr">
            <a:normAutofit/>
          </a:bodyPr>
          <a:lstStyle>
            <a:lvl1pPr algn="r">
              <a:defRPr sz="4400" spc="200" baseline="0"/>
            </a:lvl1pPr>
          </a:lstStyle>
          <a:p>
            <a:r>
              <a:rPr lang="nl-NL"/>
              <a:t>Klik om de stijl te bewerken</a:t>
            </a:r>
            <a:endParaRPr lang="en-US" dirty="0"/>
          </a:p>
        </p:txBody>
      </p:sp>
      <p:sp>
        <p:nvSpPr>
          <p:cNvPr id="3" name="Picture Placeholder 2"/>
          <p:cNvSpPr>
            <a:spLocks noGrp="1" noChangeAspect="1"/>
          </p:cNvSpPr>
          <p:nvPr>
            <p:ph type="pic" idx="1"/>
          </p:nvPr>
        </p:nvSpPr>
        <p:spPr>
          <a:xfrm>
            <a:off x="0" y="-1"/>
            <a:ext cx="9141714" cy="4572000"/>
          </a:xfrm>
          <a:solidFill>
            <a:schemeClr val="accent1">
              <a:lumMod val="60000"/>
              <a:lumOff val="40000"/>
            </a:schemeClr>
          </a:solidFill>
        </p:spPr>
        <p:txBody>
          <a:bodyPr lIns="457200" tIns="365760"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nl-NL"/>
              <a:t>Klik op het pictogram als u een afbeelding wilt toevoegen</a:t>
            </a:r>
            <a:endParaRPr lang="en-US" dirty="0"/>
          </a:p>
        </p:txBody>
      </p:sp>
      <p:sp>
        <p:nvSpPr>
          <p:cNvPr id="4" name="Text Placeholder 3"/>
          <p:cNvSpPr>
            <a:spLocks noGrp="1"/>
          </p:cNvSpPr>
          <p:nvPr>
            <p:ph type="body" sz="half" idx="2"/>
          </p:nvPr>
        </p:nvSpPr>
        <p:spPr>
          <a:xfrm>
            <a:off x="6457950" y="4960138"/>
            <a:ext cx="2400300" cy="1463040"/>
          </a:xfrm>
        </p:spPr>
        <p:txBody>
          <a:bodyPr lIns="91440" rIns="91440" anchor="ctr">
            <a:normAutofit/>
          </a:bodyPr>
          <a:lstStyle>
            <a:lvl1pPr marL="0" indent="0">
              <a:lnSpc>
                <a:spcPct val="100000"/>
              </a:lnSpc>
              <a:spcBef>
                <a:spcPts val="0"/>
              </a:spcBef>
              <a:buNone/>
              <a:defRPr sz="1600">
                <a:solidFill>
                  <a:schemeClr val="tx1">
                    <a:lumMod val="95000"/>
                    <a:lumOff val="5000"/>
                  </a:schemeClr>
                </a:solidFill>
              </a:defRPr>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nl-NL"/>
              <a:t>Klik om de modelstijlen te bewerken</a:t>
            </a:r>
          </a:p>
        </p:txBody>
      </p:sp>
      <p:sp>
        <p:nvSpPr>
          <p:cNvPr id="5" name="Date Placeholder 4"/>
          <p:cNvSpPr>
            <a:spLocks noGrp="1"/>
          </p:cNvSpPr>
          <p:nvPr>
            <p:ph type="dt" sz="half" idx="10"/>
          </p:nvPr>
        </p:nvSpPr>
        <p:spPr/>
        <p:txBody>
          <a:bodyPr/>
          <a:lstStyle/>
          <a:p>
            <a:fld id="{939305CC-0DCF-478F-93B1-3185BFD9C2C5}" type="datetimeFigureOut">
              <a:rPr lang="nl-NL" smtClean="0"/>
              <a:pPr/>
              <a:t>20-4-2025</a:t>
            </a:fld>
            <a:endParaRPr lang="nl-NL"/>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C31399E4-B6FB-4519-9D2D-47BB738BBB7D}" type="slidenum">
              <a:rPr lang="nl-NL" smtClean="0"/>
              <a:pPr/>
              <a:t>‹#›</a:t>
            </a:fld>
            <a:endParaRPr lang="nl-NL"/>
          </a:p>
        </p:txBody>
      </p:sp>
      <p:cxnSp>
        <p:nvCxnSpPr>
          <p:cNvPr id="8" name="Straight Connector 7"/>
          <p:cNvCxnSpPr/>
          <p:nvPr/>
        </p:nvCxnSpPr>
        <p:spPr>
          <a:xfrm flipV="1">
            <a:off x="6290132" y="5264106"/>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3117422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el en verticale teks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nl-NL"/>
              <a:t>Klik om de stijl te bewerken</a:t>
            </a:r>
            <a:endParaRPr lang="en-US" dirty="0"/>
          </a:p>
        </p:txBody>
      </p:sp>
      <p:sp>
        <p:nvSpPr>
          <p:cNvPr id="3" name="Vertical Text Placeholder 2"/>
          <p:cNvSpPr>
            <a:spLocks noGrp="1"/>
          </p:cNvSpPr>
          <p:nvPr>
            <p:ph type="body" orient="vert" idx="1"/>
          </p:nvPr>
        </p:nvSpPr>
        <p:spPr/>
        <p:txBody>
          <a:bodyPr vert="eaVert"/>
          <a:lstStyle/>
          <a:p>
            <a:pPr lvl="0"/>
            <a:r>
              <a:rPr lang="nl-NL"/>
              <a:t>Klik om de modelstijlen te bewerken</a:t>
            </a:r>
          </a:p>
          <a:p>
            <a:pPr lvl="1"/>
            <a:r>
              <a:rPr lang="nl-NL"/>
              <a:t>Tweede niveau</a:t>
            </a:r>
          </a:p>
          <a:p>
            <a:pPr lvl="2"/>
            <a:r>
              <a:rPr lang="nl-NL"/>
              <a:t>Derde niveau</a:t>
            </a:r>
          </a:p>
          <a:p>
            <a:pPr lvl="3"/>
            <a:r>
              <a:rPr lang="nl-NL"/>
              <a:t>Vierde niveau</a:t>
            </a:r>
          </a:p>
          <a:p>
            <a:pPr lvl="4"/>
            <a:r>
              <a:rPr lang="nl-NL"/>
              <a:t>Vijfde niveau</a:t>
            </a:r>
            <a:endParaRPr lang="en-US" dirty="0"/>
          </a:p>
        </p:txBody>
      </p:sp>
      <p:sp>
        <p:nvSpPr>
          <p:cNvPr id="4" name="Date Placeholder 3"/>
          <p:cNvSpPr>
            <a:spLocks noGrp="1"/>
          </p:cNvSpPr>
          <p:nvPr>
            <p:ph type="dt" sz="half" idx="10"/>
          </p:nvPr>
        </p:nvSpPr>
        <p:spPr/>
        <p:txBody>
          <a:bodyPr/>
          <a:lstStyle/>
          <a:p>
            <a:fld id="{939305CC-0DCF-478F-93B1-3185BFD9C2C5}" type="datetimeFigureOut">
              <a:rPr lang="nl-NL" smtClean="0"/>
              <a:pPr/>
              <a:t>20-4-2025</a:t>
            </a:fld>
            <a:endParaRPr lang="nl-NL"/>
          </a:p>
        </p:txBody>
      </p:sp>
      <p:sp>
        <p:nvSpPr>
          <p:cNvPr id="5" name="Footer Placeholder 4"/>
          <p:cNvSpPr>
            <a:spLocks noGrp="1"/>
          </p:cNvSpPr>
          <p:nvPr>
            <p:ph type="ftr" sz="quarter" idx="11"/>
          </p:nvPr>
        </p:nvSpPr>
        <p:spPr/>
        <p:txBody>
          <a:bodyPr/>
          <a:lstStyle/>
          <a:p>
            <a:endParaRPr lang="nl-NL"/>
          </a:p>
        </p:txBody>
      </p:sp>
      <p:sp>
        <p:nvSpPr>
          <p:cNvPr id="6" name="Slide Number Placeholder 5"/>
          <p:cNvSpPr>
            <a:spLocks noGrp="1"/>
          </p:cNvSpPr>
          <p:nvPr>
            <p:ph type="sldNum" sz="quarter" idx="12"/>
          </p:nvPr>
        </p:nvSpPr>
        <p:spPr/>
        <p:txBody>
          <a:bodyPr/>
          <a:lstStyle/>
          <a:p>
            <a:fld id="{C31399E4-B6FB-4519-9D2D-47BB738BBB7D}" type="slidenum">
              <a:rPr lang="nl-NL" smtClean="0"/>
              <a:pPr/>
              <a:t>‹#›</a:t>
            </a:fld>
            <a:endParaRPr lang="nl-NL"/>
          </a:p>
        </p:txBody>
      </p:sp>
    </p:spTree>
    <p:extLst>
      <p:ext uri="{BB962C8B-B14F-4D97-AF65-F5344CB8AC3E}">
        <p14:creationId xmlns:p14="http://schemas.microsoft.com/office/powerpoint/2010/main" val="32095246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e titel en teks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6" y="762000"/>
            <a:ext cx="1971675" cy="5410200"/>
          </a:xfrm>
        </p:spPr>
        <p:txBody>
          <a:bodyPr vert="eaVert" lIns="45720" tIns="91440" rIns="45720" bIns="91440"/>
          <a:lstStyle/>
          <a:p>
            <a:r>
              <a:rPr lang="nl-NL"/>
              <a:t>Klik om de stijl te bewerken</a:t>
            </a:r>
            <a:endParaRPr lang="en-US" dirty="0"/>
          </a:p>
        </p:txBody>
      </p:sp>
      <p:sp>
        <p:nvSpPr>
          <p:cNvPr id="3" name="Vertical Text Placeholder 2"/>
          <p:cNvSpPr>
            <a:spLocks noGrp="1"/>
          </p:cNvSpPr>
          <p:nvPr>
            <p:ph type="body" orient="vert" idx="1"/>
          </p:nvPr>
        </p:nvSpPr>
        <p:spPr>
          <a:xfrm>
            <a:off x="742951" y="762000"/>
            <a:ext cx="5686425" cy="5410200"/>
          </a:xfrm>
        </p:spPr>
        <p:txBody>
          <a:bodyPr vert="eaVert"/>
          <a:lstStyle/>
          <a:p>
            <a:pPr lvl="0"/>
            <a:r>
              <a:rPr lang="nl-NL"/>
              <a:t>Klik om de modelstijlen te bewerken</a:t>
            </a:r>
          </a:p>
          <a:p>
            <a:pPr lvl="1"/>
            <a:r>
              <a:rPr lang="nl-NL"/>
              <a:t>Tweede niveau</a:t>
            </a:r>
          </a:p>
          <a:p>
            <a:pPr lvl="2"/>
            <a:r>
              <a:rPr lang="nl-NL"/>
              <a:t>Derde niveau</a:t>
            </a:r>
          </a:p>
          <a:p>
            <a:pPr lvl="3"/>
            <a:r>
              <a:rPr lang="nl-NL"/>
              <a:t>Vierde niveau</a:t>
            </a:r>
          </a:p>
          <a:p>
            <a:pPr lvl="4"/>
            <a:r>
              <a:rPr lang="nl-NL"/>
              <a:t>Vijfde niveau</a:t>
            </a:r>
            <a:endParaRPr lang="en-US" dirty="0"/>
          </a:p>
        </p:txBody>
      </p:sp>
      <p:sp>
        <p:nvSpPr>
          <p:cNvPr id="4" name="Date Placeholder 3"/>
          <p:cNvSpPr>
            <a:spLocks noGrp="1"/>
          </p:cNvSpPr>
          <p:nvPr>
            <p:ph type="dt" sz="half" idx="10"/>
          </p:nvPr>
        </p:nvSpPr>
        <p:spPr/>
        <p:txBody>
          <a:bodyPr/>
          <a:lstStyle/>
          <a:p>
            <a:fld id="{939305CC-0DCF-478F-93B1-3185BFD9C2C5}" type="datetimeFigureOut">
              <a:rPr lang="nl-NL" smtClean="0"/>
              <a:pPr/>
              <a:t>20-4-2025</a:t>
            </a:fld>
            <a:endParaRPr lang="nl-NL"/>
          </a:p>
        </p:txBody>
      </p:sp>
      <p:sp>
        <p:nvSpPr>
          <p:cNvPr id="5" name="Footer Placeholder 4"/>
          <p:cNvSpPr>
            <a:spLocks noGrp="1"/>
          </p:cNvSpPr>
          <p:nvPr>
            <p:ph type="ftr" sz="quarter" idx="11"/>
          </p:nvPr>
        </p:nvSpPr>
        <p:spPr/>
        <p:txBody>
          <a:bodyPr/>
          <a:lstStyle/>
          <a:p>
            <a:endParaRPr lang="nl-NL"/>
          </a:p>
        </p:txBody>
      </p:sp>
      <p:sp>
        <p:nvSpPr>
          <p:cNvPr id="6" name="Slide Number Placeholder 5"/>
          <p:cNvSpPr>
            <a:spLocks noGrp="1"/>
          </p:cNvSpPr>
          <p:nvPr>
            <p:ph type="sldNum" sz="quarter" idx="12"/>
          </p:nvPr>
        </p:nvSpPr>
        <p:spPr/>
        <p:txBody>
          <a:bodyPr/>
          <a:lstStyle/>
          <a:p>
            <a:fld id="{C31399E4-B6FB-4519-9D2D-47BB738BBB7D}" type="slidenum">
              <a:rPr lang="nl-NL" smtClean="0"/>
              <a:pPr/>
              <a:t>‹#›</a:t>
            </a:fld>
            <a:endParaRPr lang="nl-NL"/>
          </a:p>
        </p:txBody>
      </p:sp>
      <p:cxnSp>
        <p:nvCxnSpPr>
          <p:cNvPr id="7" name="Straight Connector 6"/>
          <p:cNvCxnSpPr/>
          <p:nvPr/>
        </p:nvCxnSpPr>
        <p:spPr>
          <a:xfrm rot="5400000" flipV="1">
            <a:off x="7543800" y="173563"/>
            <a:ext cx="0" cy="6858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018881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768096" y="585216"/>
            <a:ext cx="7290054" cy="1499616"/>
          </a:xfrm>
          <a:prstGeom prst="rect">
            <a:avLst/>
          </a:prstGeom>
        </p:spPr>
        <p:txBody>
          <a:bodyPr vert="horz" lIns="91440" tIns="45720" rIns="91440" bIns="45720" rtlCol="0" anchor="ctr">
            <a:normAutofit/>
          </a:bodyPr>
          <a:lstStyle/>
          <a:p>
            <a:r>
              <a:rPr lang="nl-NL"/>
              <a:t>Klik om de stijl te bewerken</a:t>
            </a:r>
            <a:endParaRPr lang="en-US" dirty="0"/>
          </a:p>
        </p:txBody>
      </p:sp>
      <p:sp>
        <p:nvSpPr>
          <p:cNvPr id="3" name="Text Placeholder 2"/>
          <p:cNvSpPr>
            <a:spLocks noGrp="1"/>
          </p:cNvSpPr>
          <p:nvPr>
            <p:ph type="body" idx="1"/>
          </p:nvPr>
        </p:nvSpPr>
        <p:spPr>
          <a:xfrm>
            <a:off x="768096" y="2286000"/>
            <a:ext cx="7290055" cy="4023360"/>
          </a:xfrm>
          <a:prstGeom prst="rect">
            <a:avLst/>
          </a:prstGeom>
        </p:spPr>
        <p:txBody>
          <a:bodyPr vert="horz" lIns="45720" tIns="45720" rIns="45720" bIns="45720" rtlCol="0">
            <a:normAutofit/>
          </a:bodyPr>
          <a:lstStyle/>
          <a:p>
            <a:pPr lvl="0"/>
            <a:r>
              <a:rPr lang="nl-NL"/>
              <a:t>Klik om de modelstijlen te bewerken</a:t>
            </a:r>
          </a:p>
          <a:p>
            <a:pPr lvl="1"/>
            <a:r>
              <a:rPr lang="nl-NL"/>
              <a:t>Tweede niveau</a:t>
            </a:r>
          </a:p>
          <a:p>
            <a:pPr lvl="2"/>
            <a:r>
              <a:rPr lang="nl-NL"/>
              <a:t>Derde niveau</a:t>
            </a:r>
          </a:p>
          <a:p>
            <a:pPr lvl="3"/>
            <a:r>
              <a:rPr lang="nl-NL"/>
              <a:t>Vierde niveau</a:t>
            </a:r>
          </a:p>
          <a:p>
            <a:pPr lvl="4"/>
            <a:r>
              <a:rPr lang="nl-NL"/>
              <a:t>Vijfde niveau</a:t>
            </a:r>
            <a:endParaRPr lang="en-US" dirty="0"/>
          </a:p>
        </p:txBody>
      </p:sp>
      <p:sp>
        <p:nvSpPr>
          <p:cNvPr id="4" name="Date Placeholder 3"/>
          <p:cNvSpPr>
            <a:spLocks noGrp="1"/>
          </p:cNvSpPr>
          <p:nvPr>
            <p:ph type="dt" sz="half" idx="2"/>
          </p:nvPr>
        </p:nvSpPr>
        <p:spPr>
          <a:xfrm>
            <a:off x="768097" y="6470704"/>
            <a:ext cx="1615607"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939305CC-0DCF-478F-93B1-3185BFD9C2C5}" type="datetimeFigureOut">
              <a:rPr lang="nl-NL" smtClean="0"/>
              <a:pPr/>
              <a:t>20-4-2025</a:t>
            </a:fld>
            <a:endParaRPr lang="nl-NL"/>
          </a:p>
        </p:txBody>
      </p:sp>
      <p:sp>
        <p:nvSpPr>
          <p:cNvPr id="5" name="Footer Placeholder 4"/>
          <p:cNvSpPr>
            <a:spLocks noGrp="1"/>
          </p:cNvSpPr>
          <p:nvPr>
            <p:ph type="ftr" sz="quarter" idx="3"/>
          </p:nvPr>
        </p:nvSpPr>
        <p:spPr>
          <a:xfrm>
            <a:off x="3632200" y="6470704"/>
            <a:ext cx="4426094" cy="274320"/>
          </a:xfrm>
          <a:prstGeom prst="rect">
            <a:avLst/>
          </a:prstGeom>
        </p:spPr>
        <p:txBody>
          <a:bodyPr vert="horz" lIns="91440" tIns="45720" rIns="91440" bIns="45720" rtlCol="0" anchor="ctr"/>
          <a:lstStyle>
            <a:lvl1pPr algn="r">
              <a:defRPr sz="1000" cap="all" baseline="0">
                <a:solidFill>
                  <a:schemeClr val="tx1">
                    <a:lumMod val="95000"/>
                    <a:lumOff val="5000"/>
                  </a:schemeClr>
                </a:solidFill>
                <a:latin typeface="+mj-lt"/>
              </a:defRPr>
            </a:lvl1pPr>
          </a:lstStyle>
          <a:p>
            <a:endParaRPr lang="nl-NL"/>
          </a:p>
        </p:txBody>
      </p:sp>
      <p:sp>
        <p:nvSpPr>
          <p:cNvPr id="6" name="Slide Number Placeholder 5"/>
          <p:cNvSpPr>
            <a:spLocks noGrp="1"/>
          </p:cNvSpPr>
          <p:nvPr>
            <p:ph type="sldNum" sz="quarter" idx="4"/>
          </p:nvPr>
        </p:nvSpPr>
        <p:spPr>
          <a:xfrm>
            <a:off x="8128000" y="6470704"/>
            <a:ext cx="730250"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C31399E4-B6FB-4519-9D2D-47BB738BBB7D}" type="slidenum">
              <a:rPr lang="nl-NL" smtClean="0"/>
              <a:pPr/>
              <a:t>‹#›</a:t>
            </a:fld>
            <a:endParaRPr lang="nl-NL"/>
          </a:p>
        </p:txBody>
      </p:sp>
      <p:cxnSp>
        <p:nvCxnSpPr>
          <p:cNvPr id="7" name="Straight Connector 6"/>
          <p:cNvCxnSpPr/>
          <p:nvPr/>
        </p:nvCxnSpPr>
        <p:spPr>
          <a:xfrm flipV="1">
            <a:off x="571500" y="826324"/>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60599318"/>
      </p:ext>
    </p:extLst>
  </p:cSld>
  <p:clrMap bg1="lt1" tx1="dk1" bg2="lt2" tx2="dk2" accent1="accent1" accent2="accent2" accent3="accent3" accent4="accent4" accent5="accent5" accent6="accent6" hlink="hlink" folHlink="folHlink"/>
  <p:sldLayoutIdLst>
    <p:sldLayoutId id="2147484017" r:id="rId1"/>
    <p:sldLayoutId id="2147484018" r:id="rId2"/>
    <p:sldLayoutId id="2147484019" r:id="rId3"/>
    <p:sldLayoutId id="2147484020" r:id="rId4"/>
    <p:sldLayoutId id="2147484021" r:id="rId5"/>
    <p:sldLayoutId id="2147484022" r:id="rId6"/>
    <p:sldLayoutId id="2147484023" r:id="rId7"/>
    <p:sldLayoutId id="2147484024" r:id="rId8"/>
    <p:sldLayoutId id="2147484025" r:id="rId9"/>
    <p:sldLayoutId id="2147484026" r:id="rId10"/>
    <p:sldLayoutId id="2147484027" r:id="rId11"/>
  </p:sldLayoutIdLst>
  <p:txStyles>
    <p:titleStyle>
      <a:lvl1pPr algn="l" defTabSz="914400" rtl="0" eaLnBrk="1" latinLnBrk="0" hangingPunct="1">
        <a:lnSpc>
          <a:spcPct val="80000"/>
        </a:lnSpc>
        <a:spcBef>
          <a:spcPct val="0"/>
        </a:spcBef>
        <a:buNone/>
        <a:defRPr sz="4400" kern="1200" cap="all" spc="100" baseline="0">
          <a:solidFill>
            <a:schemeClr val="tx1">
              <a:lumMod val="95000"/>
              <a:lumOff val="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0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6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2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2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2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2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2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2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2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static01.nyt.com/images/2011/03/23/dining/23veggieburger-span/VeggieBurger-jumbo.jpg" TargetMode="External"/><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hyperlink" Target="http://joelnanauka.com/wp-content/uploads/2016/01/how-to-talk-to-public-crowds.jpg" TargetMode="External"/><Relationship Id="rId3" Type="http://schemas.openxmlformats.org/officeDocument/2006/relationships/image" Target="../media/image4.jpeg"/><Relationship Id="rId7" Type="http://schemas.openxmlformats.org/officeDocument/2006/relationships/hyperlink" Target="http://cx.aos.ask.com/question/aq/1400px-788px/business-solution_f4b4a1bcf89fb9d9.jpg" TargetMode="External"/><Relationship Id="rId2" Type="http://schemas.openxmlformats.org/officeDocument/2006/relationships/hyperlink" Target="http://www.novinite.com/media/images/2012-11/photo_verybig_145483.jpg" TargetMode="External"/><Relationship Id="rId1" Type="http://schemas.openxmlformats.org/officeDocument/2006/relationships/slideLayout" Target="../slideLayouts/slideLayout7.xml"/><Relationship Id="rId6" Type="http://schemas.openxmlformats.org/officeDocument/2006/relationships/image" Target="../media/image6.jpeg"/><Relationship Id="rId5" Type="http://schemas.openxmlformats.org/officeDocument/2006/relationships/hyperlink" Target="http://designtoimprovelife.dk/wp-content/uploads/2013/06/library-1024x691.jpg" TargetMode="External"/><Relationship Id="rId4" Type="http://schemas.openxmlformats.org/officeDocument/2006/relationships/image" Target="../media/image5.jpeg"/><Relationship Id="rId9" Type="http://schemas.openxmlformats.org/officeDocument/2006/relationships/image" Target="../media/image7.jpeg"/></Relationships>
</file>

<file path=ppt/slides/_rels/slide4.xml.rels><?xml version="1.0" encoding="UTF-8" standalone="yes"?>
<Relationships xmlns="http://schemas.openxmlformats.org/package/2006/relationships"><Relationship Id="rId3" Type="http://schemas.openxmlformats.org/officeDocument/2006/relationships/hyperlink" Target="https://blo88er.files.wordpress.com/2014/12/information-overload.jpeg" TargetMode="External"/><Relationship Id="rId2" Type="http://schemas.openxmlformats.org/officeDocument/2006/relationships/image" Target="../media/image8.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hyperlink" Target="http://www.familytree.com/wp-content/uploads/2013/10/doing-research.jpg" TargetMode="External"/><Relationship Id="rId2" Type="http://schemas.openxmlformats.org/officeDocument/2006/relationships/image" Target="../media/image9.jpe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hyperlink" Target="http://cohoctonlibrary.org/wp-content/uploads/2014/06/Bookshelves-Background.jpg" TargetMode="External"/><Relationship Id="rId2" Type="http://schemas.openxmlformats.org/officeDocument/2006/relationships/image" Target="../media/image12.jpeg"/><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3" Type="http://schemas.openxmlformats.org/officeDocument/2006/relationships/hyperlink" Target="http://annawrites.com/blog/wp-content/uploads/2011/03/rewriting-mess.jpg" TargetMode="External"/><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hyperlink" Target="http://thenewagentblog.com/wp-content/uploads/2015/03/announcement-megaphone-1140x641.jpg" TargetMode="External"/><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hyperlink" Target="http://cohoctonlibrary.org/wp-content/uploads/2014/06/Bookshelves-Background.jpg" TargetMode="External"/><Relationship Id="rId2" Type="http://schemas.openxmlformats.org/officeDocument/2006/relationships/image" Target="../media/image12.jpeg"/><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3" Type="http://schemas.openxmlformats.org/officeDocument/2006/relationships/hyperlink" Target="https://al9.wikispaces.com/file/view/Making+paragraphs+meaty.pdf" TargetMode="External"/><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image" Target="../media/image16.png"/><Relationship Id="rId2" Type="http://schemas.microsoft.com/office/2011/relationships/webextension" Target="../webextensions/webextension1.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42900" y="4960137"/>
            <a:ext cx="5829300" cy="1736996"/>
          </a:xfrm>
        </p:spPr>
        <p:txBody>
          <a:bodyPr>
            <a:normAutofit/>
          </a:bodyPr>
          <a:lstStyle/>
          <a:p>
            <a:r>
              <a:rPr lang="nl-NL" sz="4000" dirty="0" err="1"/>
              <a:t>Academic</a:t>
            </a:r>
            <a:r>
              <a:rPr lang="nl-NL" sz="4000" dirty="0"/>
              <a:t> </a:t>
            </a:r>
            <a:r>
              <a:rPr lang="nl-NL" sz="4000" dirty="0" err="1"/>
              <a:t>Writing</a:t>
            </a:r>
            <a:r>
              <a:rPr lang="nl-NL" sz="4000" dirty="0"/>
              <a:t> (BETA) </a:t>
            </a:r>
            <a:br>
              <a:rPr lang="nl-NL" sz="4000" dirty="0"/>
            </a:br>
            <a:r>
              <a:rPr lang="nl-NL" sz="4000" dirty="0"/>
              <a:t>Week 4, </a:t>
            </a:r>
            <a:r>
              <a:rPr lang="nl-NL" sz="4000" dirty="0" err="1"/>
              <a:t>Lecture</a:t>
            </a:r>
            <a:endParaRPr lang="en-US" sz="4000" dirty="0"/>
          </a:p>
        </p:txBody>
      </p:sp>
      <p:sp>
        <p:nvSpPr>
          <p:cNvPr id="3" name="Subtitle 2"/>
          <p:cNvSpPr>
            <a:spLocks noGrp="1"/>
          </p:cNvSpPr>
          <p:nvPr>
            <p:ph type="subTitle" idx="1"/>
          </p:nvPr>
        </p:nvSpPr>
        <p:spPr>
          <a:xfrm>
            <a:off x="6457950" y="4605866"/>
            <a:ext cx="2400300" cy="2252133"/>
          </a:xfrm>
        </p:spPr>
        <p:txBody>
          <a:bodyPr>
            <a:noAutofit/>
          </a:bodyPr>
          <a:lstStyle/>
          <a:p>
            <a:r>
              <a:rPr lang="nl-NL" sz="2000" dirty="0"/>
              <a:t>Anna Martonfi</a:t>
            </a:r>
          </a:p>
          <a:p>
            <a:r>
              <a:rPr lang="nl-NL" sz="2000" dirty="0"/>
              <a:t>a.martonfi@vu.nl</a:t>
            </a:r>
          </a:p>
          <a:p>
            <a:endParaRPr lang="nl-NL" sz="2000" dirty="0"/>
          </a:p>
          <a:p>
            <a:r>
              <a:rPr lang="nl-NL" sz="2000" dirty="0"/>
              <a:t>Vrije Universiteit Amsterdam</a:t>
            </a:r>
            <a:endParaRPr lang="en-US" sz="2000" dirty="0"/>
          </a:p>
        </p:txBody>
      </p:sp>
      <p:pic>
        <p:nvPicPr>
          <p:cNvPr id="5" name="Afbeelding 4"/>
          <p:cNvPicPr>
            <a:picLocks noChangeAspect="1"/>
          </p:cNvPicPr>
          <p:nvPr/>
        </p:nvPicPr>
        <p:blipFill rotWithShape="1">
          <a:blip r:embed="rId2" cstate="print">
            <a:extLst>
              <a:ext uri="{28A0092B-C50C-407E-A947-70E740481C1C}">
                <a14:useLocalDpi xmlns:a14="http://schemas.microsoft.com/office/drawing/2010/main" val="0"/>
              </a:ext>
            </a:extLst>
          </a:blip>
          <a:srcRect t="3817" b="5791"/>
          <a:stretch/>
        </p:blipFill>
        <p:spPr>
          <a:xfrm>
            <a:off x="0" y="1"/>
            <a:ext cx="9144000" cy="4869712"/>
          </a:xfrm>
          <a:prstGeom prst="rect">
            <a:avLst/>
          </a:prstGeom>
        </p:spPr>
      </p:pic>
    </p:spTree>
    <p:extLst>
      <p:ext uri="{BB962C8B-B14F-4D97-AF65-F5344CB8AC3E}">
        <p14:creationId xmlns:p14="http://schemas.microsoft.com/office/powerpoint/2010/main" val="207783060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https://static01.nyt.com/images/2011/03/23/dining/23veggieburger-span/VeggieBurger-jumbo.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64" y="0"/>
            <a:ext cx="9139536" cy="6096000"/>
          </a:xfrm>
          <a:prstGeom prst="rect">
            <a:avLst/>
          </a:prstGeom>
          <a:noFill/>
          <a:extLst>
            <a:ext uri="{909E8E84-426E-40DD-AFC4-6F175D3DCCD1}">
              <a14:hiddenFill xmlns:a14="http://schemas.microsoft.com/office/drawing/2010/main">
                <a:solidFill>
                  <a:srgbClr val="FFFFFF"/>
                </a:solidFill>
              </a14:hiddenFill>
            </a:ext>
          </a:extLst>
        </p:spPr>
      </p:pic>
      <p:sp>
        <p:nvSpPr>
          <p:cNvPr id="4" name="Rechthoek 3"/>
          <p:cNvSpPr/>
          <p:nvPr/>
        </p:nvSpPr>
        <p:spPr>
          <a:xfrm>
            <a:off x="3698240" y="6611779"/>
            <a:ext cx="5445760" cy="246221"/>
          </a:xfrm>
          <a:prstGeom prst="rect">
            <a:avLst/>
          </a:prstGeom>
        </p:spPr>
        <p:txBody>
          <a:bodyPr wrap="square">
            <a:spAutoFit/>
          </a:bodyPr>
          <a:lstStyle/>
          <a:p>
            <a:r>
              <a:rPr lang="nl-NL" sz="1000" dirty="0">
                <a:hlinkClick r:id="rId3"/>
              </a:rPr>
              <a:t>https://static01.nyt.com/images/2011/03/23/dining/23veggieburger-span/VeggieBurger-jumbo.jpg</a:t>
            </a:r>
            <a:r>
              <a:rPr lang="nl-NL" sz="1000" dirty="0"/>
              <a:t> </a:t>
            </a:r>
          </a:p>
        </p:txBody>
      </p:sp>
    </p:spTree>
    <p:extLst>
      <p:ext uri="{BB962C8B-B14F-4D97-AF65-F5344CB8AC3E}">
        <p14:creationId xmlns:p14="http://schemas.microsoft.com/office/powerpoint/2010/main" val="189181993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hthoek 1"/>
          <p:cNvSpPr/>
          <p:nvPr/>
        </p:nvSpPr>
        <p:spPr>
          <a:xfrm>
            <a:off x="0" y="6611779"/>
            <a:ext cx="7305040" cy="246221"/>
          </a:xfrm>
          <a:prstGeom prst="rect">
            <a:avLst/>
          </a:prstGeom>
        </p:spPr>
        <p:txBody>
          <a:bodyPr wrap="square">
            <a:spAutoFit/>
          </a:bodyPr>
          <a:lstStyle/>
          <a:p>
            <a:r>
              <a:rPr lang="nl-NL" sz="1000" dirty="0">
                <a:hlinkClick r:id="rId2"/>
              </a:rPr>
              <a:t>http://</a:t>
            </a:r>
            <a:r>
              <a:rPr lang="nl-NL" sz="800" dirty="0">
                <a:hlinkClick r:id="rId2"/>
              </a:rPr>
              <a:t>www.novinite.com/media/images/2012-11/photo_verybig_145483.jpg</a:t>
            </a:r>
            <a:r>
              <a:rPr lang="nl-NL" sz="1000" dirty="0"/>
              <a:t> </a:t>
            </a:r>
          </a:p>
        </p:txBody>
      </p:sp>
      <p:pic>
        <p:nvPicPr>
          <p:cNvPr id="4" name="Picture 2" descr="http://cx.aos.ask.com/question/aq/1400px-788px/business-solution_f4b4a1bcf89fb9d9.jpg"/>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10294" t="-51" r="15995" b="1876"/>
          <a:stretch/>
        </p:blipFill>
        <p:spPr bwMode="auto">
          <a:xfrm>
            <a:off x="0" y="0"/>
            <a:ext cx="4091226" cy="3067048"/>
          </a:xfrm>
          <a:prstGeom prst="rect">
            <a:avLst/>
          </a:prstGeom>
          <a:noFill/>
          <a:extLst>
            <a:ext uri="{909E8E84-426E-40DD-AFC4-6F175D3DCCD1}">
              <a14:hiddenFill xmlns:a14="http://schemas.microsoft.com/office/drawing/2010/main">
                <a:solidFill>
                  <a:srgbClr val="FFFFFF"/>
                </a:solidFill>
              </a14:hiddenFill>
            </a:ext>
          </a:extLst>
        </p:spPr>
      </p:pic>
      <p:pic>
        <p:nvPicPr>
          <p:cNvPr id="2050" name="Picture 2" descr="Embezzlement Scandal Shakes Bulgaria's Scientific Research Fund: Misuse Scandal Shakes Bulgaria's Scientific Research Fund"/>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72002" y="0"/>
            <a:ext cx="4571998" cy="3067048"/>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1"/>
          <p:cNvSpPr/>
          <p:nvPr/>
        </p:nvSpPr>
        <p:spPr>
          <a:xfrm>
            <a:off x="4572002" y="6505341"/>
            <a:ext cx="4572000" cy="246221"/>
          </a:xfrm>
          <a:prstGeom prst="rect">
            <a:avLst/>
          </a:prstGeom>
        </p:spPr>
        <p:txBody>
          <a:bodyPr>
            <a:spAutoFit/>
          </a:bodyPr>
          <a:lstStyle/>
          <a:p>
            <a:pPr algn="r"/>
            <a:r>
              <a:rPr lang="en-US" sz="1000" dirty="0">
                <a:hlinkClick r:id="rId5"/>
              </a:rPr>
              <a:t>http://</a:t>
            </a:r>
            <a:r>
              <a:rPr lang="en-US" sz="800" dirty="0">
                <a:hlinkClick r:id="rId5"/>
              </a:rPr>
              <a:t>designtoimprovelife.dk/wp-content/uploads/2013/06/library-1024x691.jpg</a:t>
            </a:r>
            <a:r>
              <a:rPr lang="en-US" sz="1000" dirty="0"/>
              <a:t> </a:t>
            </a:r>
          </a:p>
        </p:txBody>
      </p:sp>
      <p:pic>
        <p:nvPicPr>
          <p:cNvPr id="5" name="Picture 2" descr="http://designtoimprovelife.dk/wp-content/uploads/2013/06/library-1024x691.jpg"/>
          <p:cNvPicPr>
            <a:picLocks noChangeAspect="1" noChangeArrowheads="1"/>
          </p:cNvPicPr>
          <p:nvPr/>
        </p:nvPicPr>
        <p:blipFill rotWithShape="1">
          <a:blip r:embed="rId6" cstate="print">
            <a:extLst>
              <a:ext uri="{28A0092B-C50C-407E-A947-70E740481C1C}">
                <a14:useLocalDpi xmlns:a14="http://schemas.microsoft.com/office/drawing/2010/main" val="0"/>
              </a:ext>
            </a:extLst>
          </a:blip>
          <a:srcRect l="2462" r="7387"/>
          <a:stretch/>
        </p:blipFill>
        <p:spPr bwMode="auto">
          <a:xfrm>
            <a:off x="-56717" y="3584117"/>
            <a:ext cx="4147943" cy="3104845"/>
          </a:xfrm>
          <a:prstGeom prst="rect">
            <a:avLst/>
          </a:prstGeom>
          <a:noFill/>
          <a:extLst>
            <a:ext uri="{909E8E84-426E-40DD-AFC4-6F175D3DCCD1}">
              <a14:hiddenFill xmlns:a14="http://schemas.microsoft.com/office/drawing/2010/main">
                <a:solidFill>
                  <a:srgbClr val="FFFFFF"/>
                </a:solidFill>
              </a14:hiddenFill>
            </a:ext>
          </a:extLst>
        </p:spPr>
      </p:pic>
      <p:sp>
        <p:nvSpPr>
          <p:cNvPr id="7" name="Rectangle 1"/>
          <p:cNvSpPr/>
          <p:nvPr/>
        </p:nvSpPr>
        <p:spPr>
          <a:xfrm>
            <a:off x="3042084" y="6628452"/>
            <a:ext cx="6084168" cy="246221"/>
          </a:xfrm>
          <a:prstGeom prst="rect">
            <a:avLst/>
          </a:prstGeom>
        </p:spPr>
        <p:txBody>
          <a:bodyPr wrap="square">
            <a:spAutoFit/>
          </a:bodyPr>
          <a:lstStyle/>
          <a:p>
            <a:pPr algn="r"/>
            <a:r>
              <a:rPr lang="en-US" sz="1000" dirty="0">
                <a:solidFill>
                  <a:schemeClr val="bg1">
                    <a:lumMod val="65000"/>
                  </a:schemeClr>
                </a:solidFill>
                <a:hlinkClick r:id="rId7"/>
              </a:rPr>
              <a:t>http://</a:t>
            </a:r>
            <a:r>
              <a:rPr lang="en-US" sz="800" dirty="0">
                <a:solidFill>
                  <a:schemeClr val="bg1">
                    <a:lumMod val="65000"/>
                  </a:schemeClr>
                </a:solidFill>
                <a:hlinkClick r:id="rId7"/>
              </a:rPr>
              <a:t>cx.aos.ask.com/question/aq/1400px-788px/business-solution_f4b4a1bcf89fb9d9.jpg</a:t>
            </a:r>
            <a:r>
              <a:rPr lang="en-US" sz="1000" dirty="0">
                <a:solidFill>
                  <a:schemeClr val="bg1">
                    <a:lumMod val="65000"/>
                  </a:schemeClr>
                </a:solidFill>
              </a:rPr>
              <a:t> </a:t>
            </a:r>
          </a:p>
        </p:txBody>
      </p:sp>
      <p:sp>
        <p:nvSpPr>
          <p:cNvPr id="3" name="Rechthoek 2"/>
          <p:cNvSpPr/>
          <p:nvPr/>
        </p:nvSpPr>
        <p:spPr>
          <a:xfrm>
            <a:off x="0" y="6505341"/>
            <a:ext cx="6332400" cy="215444"/>
          </a:xfrm>
          <a:prstGeom prst="rect">
            <a:avLst/>
          </a:prstGeom>
        </p:spPr>
        <p:txBody>
          <a:bodyPr wrap="square">
            <a:spAutoFit/>
          </a:bodyPr>
          <a:lstStyle/>
          <a:p>
            <a:r>
              <a:rPr lang="nl-NL" sz="800" dirty="0">
                <a:hlinkClick r:id="rId8"/>
              </a:rPr>
              <a:t>http://joelnanauka.com/wp-content/uploads/2016/01/how-to-talk-to-public-crowds.jpg</a:t>
            </a:r>
            <a:r>
              <a:rPr lang="nl-NL" sz="800" dirty="0"/>
              <a:t> </a:t>
            </a:r>
          </a:p>
        </p:txBody>
      </p:sp>
      <p:pic>
        <p:nvPicPr>
          <p:cNvPr id="2052" name="Picture 4" descr="http://joelnanauka.com/wp-content/uploads/2016/01/how-to-talk-to-public-crowds.jpg"/>
          <p:cNvPicPr>
            <a:picLocks noChangeAspect="1" noChangeArrowheads="1"/>
          </p:cNvPicPr>
          <p:nvPr/>
        </p:nvPicPr>
        <p:blipFill rotWithShape="1">
          <a:blip r:embed="rId9" cstate="print">
            <a:extLst>
              <a:ext uri="{28A0092B-C50C-407E-A947-70E740481C1C}">
                <a14:useLocalDpi xmlns:a14="http://schemas.microsoft.com/office/drawing/2010/main" val="0"/>
              </a:ext>
            </a:extLst>
          </a:blip>
          <a:srcRect l="11729" r="7804"/>
          <a:stretch/>
        </p:blipFill>
        <p:spPr bwMode="auto">
          <a:xfrm>
            <a:off x="4572002" y="3664404"/>
            <a:ext cx="4572000" cy="284093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994787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05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05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https://blo88er.files.wordpress.com/2014/12/information-overload.jpe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325120"/>
            <a:ext cx="9042771" cy="6126480"/>
          </a:xfrm>
          <a:prstGeom prst="rect">
            <a:avLst/>
          </a:prstGeom>
          <a:noFill/>
          <a:extLst>
            <a:ext uri="{909E8E84-426E-40DD-AFC4-6F175D3DCCD1}">
              <a14:hiddenFill xmlns:a14="http://schemas.microsoft.com/office/drawing/2010/main">
                <a:solidFill>
                  <a:srgbClr val="FFFFFF"/>
                </a:solidFill>
              </a14:hiddenFill>
            </a:ext>
          </a:extLst>
        </p:spPr>
      </p:pic>
      <p:sp>
        <p:nvSpPr>
          <p:cNvPr id="2" name="Rechthoek 1"/>
          <p:cNvSpPr/>
          <p:nvPr/>
        </p:nvSpPr>
        <p:spPr>
          <a:xfrm>
            <a:off x="4572000" y="6611779"/>
            <a:ext cx="4572000" cy="246221"/>
          </a:xfrm>
          <a:prstGeom prst="rect">
            <a:avLst/>
          </a:prstGeom>
        </p:spPr>
        <p:txBody>
          <a:bodyPr>
            <a:spAutoFit/>
          </a:bodyPr>
          <a:lstStyle/>
          <a:p>
            <a:pPr algn="r"/>
            <a:r>
              <a:rPr lang="nl-NL" sz="1000" dirty="0">
                <a:hlinkClick r:id="rId3"/>
              </a:rPr>
              <a:t>https://blo88er.files.wordpress.com/2014/12/information-overload.jpeg</a:t>
            </a:r>
            <a:r>
              <a:rPr lang="nl-NL" sz="1000" dirty="0"/>
              <a:t> </a:t>
            </a:r>
          </a:p>
        </p:txBody>
      </p:sp>
    </p:spTree>
    <p:extLst>
      <p:ext uri="{BB962C8B-B14F-4D97-AF65-F5344CB8AC3E}">
        <p14:creationId xmlns:p14="http://schemas.microsoft.com/office/powerpoint/2010/main" val="365218875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825739" y="1853083"/>
            <a:ext cx="5400600" cy="510778"/>
          </a:xfrm>
          <a:prstGeom prst="roundRect">
            <a:avLst/>
          </a:prstGeom>
          <a:solidFill>
            <a:srgbClr val="002060"/>
          </a:solidFill>
        </p:spPr>
        <p:style>
          <a:lnRef idx="0">
            <a:schemeClr val="accent4"/>
          </a:lnRef>
          <a:fillRef idx="3">
            <a:schemeClr val="accent4"/>
          </a:fillRef>
          <a:effectRef idx="3">
            <a:schemeClr val="accent4"/>
          </a:effectRef>
          <a:fontRef idx="minor">
            <a:schemeClr val="lt1"/>
          </a:fontRef>
        </p:style>
        <p:txBody>
          <a:bodyPr wrap="square" rtlCol="0">
            <a:spAutoFit/>
          </a:bodyPr>
          <a:lstStyle/>
          <a:p>
            <a:pPr algn="ctr"/>
            <a:r>
              <a:rPr lang="nl-NL" sz="2400" dirty="0" err="1"/>
              <a:t>Introduction</a:t>
            </a:r>
            <a:r>
              <a:rPr lang="nl-NL" sz="2400" dirty="0"/>
              <a:t> </a:t>
            </a:r>
            <a:r>
              <a:rPr lang="nl-NL" sz="2400" dirty="0" err="1"/>
              <a:t>paragraph</a:t>
            </a:r>
            <a:endParaRPr lang="en-US" sz="2400" dirty="0"/>
          </a:p>
        </p:txBody>
      </p:sp>
      <p:sp>
        <p:nvSpPr>
          <p:cNvPr id="3" name="TextBox 2"/>
          <p:cNvSpPr txBox="1"/>
          <p:nvPr/>
        </p:nvSpPr>
        <p:spPr>
          <a:xfrm>
            <a:off x="1825739" y="3088253"/>
            <a:ext cx="5400600" cy="510778"/>
          </a:xfrm>
          <a:prstGeom prst="roundRect">
            <a:avLst/>
          </a:prstGeom>
          <a:solidFill>
            <a:srgbClr val="002060"/>
          </a:solidFill>
        </p:spPr>
        <p:style>
          <a:lnRef idx="0">
            <a:schemeClr val="accent4"/>
          </a:lnRef>
          <a:fillRef idx="3">
            <a:schemeClr val="accent4"/>
          </a:fillRef>
          <a:effectRef idx="3">
            <a:schemeClr val="accent4"/>
          </a:effectRef>
          <a:fontRef idx="minor">
            <a:schemeClr val="lt1"/>
          </a:fontRef>
        </p:style>
        <p:txBody>
          <a:bodyPr wrap="square" rtlCol="0">
            <a:spAutoFit/>
          </a:bodyPr>
          <a:lstStyle/>
          <a:p>
            <a:pPr algn="ctr"/>
            <a:r>
              <a:rPr lang="nl-NL" sz="2400" dirty="0"/>
              <a:t>Body </a:t>
            </a:r>
            <a:r>
              <a:rPr lang="nl-NL" sz="2400" dirty="0" err="1"/>
              <a:t>paragraph</a:t>
            </a:r>
            <a:r>
              <a:rPr lang="nl-NL" sz="2400" dirty="0"/>
              <a:t> 2</a:t>
            </a:r>
            <a:endParaRPr lang="en-US" sz="2400" dirty="0"/>
          </a:p>
        </p:txBody>
      </p:sp>
      <p:sp>
        <p:nvSpPr>
          <p:cNvPr id="4" name="TextBox 3"/>
          <p:cNvSpPr txBox="1"/>
          <p:nvPr/>
        </p:nvSpPr>
        <p:spPr>
          <a:xfrm>
            <a:off x="1825739" y="4323423"/>
            <a:ext cx="5400600" cy="510778"/>
          </a:xfrm>
          <a:prstGeom prst="roundRect">
            <a:avLst/>
          </a:prstGeom>
          <a:solidFill>
            <a:srgbClr val="002060"/>
          </a:solidFill>
        </p:spPr>
        <p:style>
          <a:lnRef idx="0">
            <a:schemeClr val="accent4"/>
          </a:lnRef>
          <a:fillRef idx="3">
            <a:schemeClr val="accent4"/>
          </a:fillRef>
          <a:effectRef idx="3">
            <a:schemeClr val="accent4"/>
          </a:effectRef>
          <a:fontRef idx="minor">
            <a:schemeClr val="lt1"/>
          </a:fontRef>
        </p:style>
        <p:txBody>
          <a:bodyPr wrap="square" rtlCol="0">
            <a:spAutoFit/>
          </a:bodyPr>
          <a:lstStyle/>
          <a:p>
            <a:pPr algn="ctr"/>
            <a:r>
              <a:rPr lang="nl-NL" sz="2400" dirty="0" err="1"/>
              <a:t>Conclusion</a:t>
            </a:r>
            <a:endParaRPr lang="en-US" sz="2400" dirty="0"/>
          </a:p>
        </p:txBody>
      </p:sp>
      <p:sp>
        <p:nvSpPr>
          <p:cNvPr id="8" name="TextBox 7"/>
          <p:cNvSpPr txBox="1"/>
          <p:nvPr/>
        </p:nvSpPr>
        <p:spPr>
          <a:xfrm>
            <a:off x="1825739" y="890872"/>
            <a:ext cx="5400600" cy="510778"/>
          </a:xfrm>
          <a:prstGeom prst="roundRect">
            <a:avLst/>
          </a:prstGeom>
          <a:solidFill>
            <a:srgbClr val="002060"/>
          </a:solidFill>
        </p:spPr>
        <p:style>
          <a:lnRef idx="0">
            <a:schemeClr val="accent4"/>
          </a:lnRef>
          <a:fillRef idx="3">
            <a:schemeClr val="accent4"/>
          </a:fillRef>
          <a:effectRef idx="3">
            <a:schemeClr val="accent4"/>
          </a:effectRef>
          <a:fontRef idx="minor">
            <a:schemeClr val="lt1"/>
          </a:fontRef>
        </p:style>
        <p:txBody>
          <a:bodyPr wrap="square" rtlCol="0">
            <a:spAutoFit/>
          </a:bodyPr>
          <a:lstStyle/>
          <a:p>
            <a:pPr algn="ctr"/>
            <a:r>
              <a:rPr lang="nl-NL" sz="2400" dirty="0" err="1"/>
              <a:t>Title</a:t>
            </a:r>
            <a:endParaRPr lang="en-US" sz="2400" dirty="0"/>
          </a:p>
        </p:txBody>
      </p:sp>
      <p:sp>
        <p:nvSpPr>
          <p:cNvPr id="9" name="TextBox 2"/>
          <p:cNvSpPr txBox="1"/>
          <p:nvPr/>
        </p:nvSpPr>
        <p:spPr>
          <a:xfrm>
            <a:off x="1802481" y="2465920"/>
            <a:ext cx="5400600" cy="510778"/>
          </a:xfrm>
          <a:prstGeom prst="roundRect">
            <a:avLst/>
          </a:prstGeom>
          <a:solidFill>
            <a:srgbClr val="002060"/>
          </a:solidFill>
        </p:spPr>
        <p:style>
          <a:lnRef idx="0">
            <a:schemeClr val="accent4"/>
          </a:lnRef>
          <a:fillRef idx="3">
            <a:schemeClr val="accent4"/>
          </a:fillRef>
          <a:effectRef idx="3">
            <a:schemeClr val="accent4"/>
          </a:effectRef>
          <a:fontRef idx="minor">
            <a:schemeClr val="lt1"/>
          </a:fontRef>
        </p:style>
        <p:txBody>
          <a:bodyPr wrap="square" rtlCol="0">
            <a:spAutoFit/>
          </a:bodyPr>
          <a:lstStyle/>
          <a:p>
            <a:pPr algn="ctr"/>
            <a:r>
              <a:rPr lang="nl-NL" sz="2400" dirty="0"/>
              <a:t>Body </a:t>
            </a:r>
            <a:r>
              <a:rPr lang="nl-NL" sz="2400" dirty="0" err="1"/>
              <a:t>paragraph</a:t>
            </a:r>
            <a:r>
              <a:rPr lang="nl-NL" sz="2400" dirty="0"/>
              <a:t> 1</a:t>
            </a:r>
            <a:endParaRPr lang="en-US" sz="2400" dirty="0"/>
          </a:p>
        </p:txBody>
      </p:sp>
      <p:sp>
        <p:nvSpPr>
          <p:cNvPr id="10" name="TextBox 2"/>
          <p:cNvSpPr txBox="1"/>
          <p:nvPr/>
        </p:nvSpPr>
        <p:spPr>
          <a:xfrm>
            <a:off x="1802481" y="3701090"/>
            <a:ext cx="5400600" cy="510778"/>
          </a:xfrm>
          <a:prstGeom prst="roundRect">
            <a:avLst/>
          </a:prstGeom>
          <a:solidFill>
            <a:srgbClr val="002060"/>
          </a:solidFill>
        </p:spPr>
        <p:style>
          <a:lnRef idx="0">
            <a:schemeClr val="accent4"/>
          </a:lnRef>
          <a:fillRef idx="3">
            <a:schemeClr val="accent4"/>
          </a:fillRef>
          <a:effectRef idx="3">
            <a:schemeClr val="accent4"/>
          </a:effectRef>
          <a:fontRef idx="minor">
            <a:schemeClr val="lt1"/>
          </a:fontRef>
        </p:style>
        <p:txBody>
          <a:bodyPr wrap="square" rtlCol="0">
            <a:spAutoFit/>
          </a:bodyPr>
          <a:lstStyle/>
          <a:p>
            <a:pPr algn="ctr"/>
            <a:r>
              <a:rPr lang="nl-NL" sz="2400" dirty="0"/>
              <a:t>Body </a:t>
            </a:r>
            <a:r>
              <a:rPr lang="nl-NL" sz="2400" dirty="0" err="1"/>
              <a:t>paragraph</a:t>
            </a:r>
            <a:r>
              <a:rPr lang="nl-NL" sz="2400" dirty="0"/>
              <a:t> 3</a:t>
            </a:r>
            <a:endParaRPr lang="en-US" sz="2400" dirty="0"/>
          </a:p>
        </p:txBody>
      </p:sp>
      <p:sp>
        <p:nvSpPr>
          <p:cNvPr id="11" name="TextBox 7"/>
          <p:cNvSpPr txBox="1"/>
          <p:nvPr/>
        </p:nvSpPr>
        <p:spPr>
          <a:xfrm>
            <a:off x="1825739" y="5413566"/>
            <a:ext cx="5400600" cy="510778"/>
          </a:xfrm>
          <a:prstGeom prst="roundRect">
            <a:avLst/>
          </a:prstGeom>
          <a:solidFill>
            <a:srgbClr val="002060"/>
          </a:solidFill>
        </p:spPr>
        <p:style>
          <a:lnRef idx="0">
            <a:schemeClr val="accent4"/>
          </a:lnRef>
          <a:fillRef idx="3">
            <a:schemeClr val="accent4"/>
          </a:fillRef>
          <a:effectRef idx="3">
            <a:schemeClr val="accent4"/>
          </a:effectRef>
          <a:fontRef idx="minor">
            <a:schemeClr val="lt1"/>
          </a:fontRef>
        </p:style>
        <p:txBody>
          <a:bodyPr wrap="square" rtlCol="0">
            <a:spAutoFit/>
          </a:bodyPr>
          <a:lstStyle/>
          <a:p>
            <a:pPr algn="ctr"/>
            <a:r>
              <a:rPr lang="nl-NL" sz="2400" dirty="0"/>
              <a:t>List of </a:t>
            </a:r>
            <a:r>
              <a:rPr lang="nl-NL" sz="2400" dirty="0" err="1"/>
              <a:t>references</a:t>
            </a:r>
            <a:endParaRPr lang="en-US" sz="2400" dirty="0"/>
          </a:p>
        </p:txBody>
      </p:sp>
    </p:spTree>
    <p:extLst>
      <p:ext uri="{BB962C8B-B14F-4D97-AF65-F5344CB8AC3E}">
        <p14:creationId xmlns:p14="http://schemas.microsoft.com/office/powerpoint/2010/main" val="168134172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825739" y="1853083"/>
            <a:ext cx="5400600" cy="510778"/>
          </a:xfrm>
          <a:prstGeom prst="roundRect">
            <a:avLst/>
          </a:prstGeom>
          <a:solidFill>
            <a:srgbClr val="002060"/>
          </a:solidFill>
        </p:spPr>
        <p:style>
          <a:lnRef idx="0">
            <a:schemeClr val="accent4"/>
          </a:lnRef>
          <a:fillRef idx="3">
            <a:schemeClr val="accent4"/>
          </a:fillRef>
          <a:effectRef idx="3">
            <a:schemeClr val="accent4"/>
          </a:effectRef>
          <a:fontRef idx="minor">
            <a:schemeClr val="lt1"/>
          </a:fontRef>
        </p:style>
        <p:txBody>
          <a:bodyPr wrap="square" rtlCol="0">
            <a:spAutoFit/>
          </a:bodyPr>
          <a:lstStyle/>
          <a:p>
            <a:pPr algn="ctr"/>
            <a:r>
              <a:rPr lang="nl-NL" sz="2400" dirty="0" err="1"/>
              <a:t>Introduction</a:t>
            </a:r>
            <a:r>
              <a:rPr lang="nl-NL" sz="2400" dirty="0"/>
              <a:t> </a:t>
            </a:r>
            <a:r>
              <a:rPr lang="nl-NL" sz="2400" dirty="0" err="1"/>
              <a:t>paragraph</a:t>
            </a:r>
            <a:endParaRPr lang="en-US" sz="2400" dirty="0"/>
          </a:p>
        </p:txBody>
      </p:sp>
      <p:sp>
        <p:nvSpPr>
          <p:cNvPr id="3" name="TextBox 2"/>
          <p:cNvSpPr txBox="1"/>
          <p:nvPr/>
        </p:nvSpPr>
        <p:spPr>
          <a:xfrm>
            <a:off x="1825739" y="3088253"/>
            <a:ext cx="5400600" cy="510778"/>
          </a:xfrm>
          <a:prstGeom prst="roundRect">
            <a:avLst/>
          </a:prstGeom>
          <a:solidFill>
            <a:srgbClr val="7030A0"/>
          </a:solidFill>
        </p:spPr>
        <p:style>
          <a:lnRef idx="0">
            <a:schemeClr val="accent4"/>
          </a:lnRef>
          <a:fillRef idx="3">
            <a:schemeClr val="accent4"/>
          </a:fillRef>
          <a:effectRef idx="3">
            <a:schemeClr val="accent4"/>
          </a:effectRef>
          <a:fontRef idx="minor">
            <a:schemeClr val="lt1"/>
          </a:fontRef>
        </p:style>
        <p:txBody>
          <a:bodyPr wrap="square" rtlCol="0">
            <a:spAutoFit/>
          </a:bodyPr>
          <a:lstStyle/>
          <a:p>
            <a:pPr algn="ctr"/>
            <a:r>
              <a:rPr lang="nl-NL" sz="2400" dirty="0"/>
              <a:t>Body </a:t>
            </a:r>
            <a:r>
              <a:rPr lang="nl-NL" sz="2400" dirty="0" err="1"/>
              <a:t>paragraph</a:t>
            </a:r>
            <a:r>
              <a:rPr lang="nl-NL" sz="2400" dirty="0"/>
              <a:t> 2</a:t>
            </a:r>
            <a:endParaRPr lang="en-US" sz="2400" dirty="0"/>
          </a:p>
        </p:txBody>
      </p:sp>
      <p:sp>
        <p:nvSpPr>
          <p:cNvPr id="4" name="TextBox 3"/>
          <p:cNvSpPr txBox="1"/>
          <p:nvPr/>
        </p:nvSpPr>
        <p:spPr>
          <a:xfrm>
            <a:off x="1825739" y="4323423"/>
            <a:ext cx="5400600" cy="510778"/>
          </a:xfrm>
          <a:prstGeom prst="roundRect">
            <a:avLst/>
          </a:prstGeom>
          <a:solidFill>
            <a:srgbClr val="002060"/>
          </a:solidFill>
        </p:spPr>
        <p:style>
          <a:lnRef idx="0">
            <a:schemeClr val="accent4"/>
          </a:lnRef>
          <a:fillRef idx="3">
            <a:schemeClr val="accent4"/>
          </a:fillRef>
          <a:effectRef idx="3">
            <a:schemeClr val="accent4"/>
          </a:effectRef>
          <a:fontRef idx="minor">
            <a:schemeClr val="lt1"/>
          </a:fontRef>
        </p:style>
        <p:txBody>
          <a:bodyPr wrap="square" rtlCol="0">
            <a:spAutoFit/>
          </a:bodyPr>
          <a:lstStyle/>
          <a:p>
            <a:pPr algn="ctr"/>
            <a:r>
              <a:rPr lang="nl-NL" sz="2400" dirty="0" err="1"/>
              <a:t>Conclusion</a:t>
            </a:r>
            <a:endParaRPr lang="en-US" sz="2400" dirty="0"/>
          </a:p>
        </p:txBody>
      </p:sp>
      <p:sp>
        <p:nvSpPr>
          <p:cNvPr id="8" name="TextBox 7"/>
          <p:cNvSpPr txBox="1"/>
          <p:nvPr/>
        </p:nvSpPr>
        <p:spPr>
          <a:xfrm>
            <a:off x="1825739" y="890872"/>
            <a:ext cx="5400600" cy="510778"/>
          </a:xfrm>
          <a:prstGeom prst="roundRect">
            <a:avLst/>
          </a:prstGeom>
          <a:solidFill>
            <a:srgbClr val="002060"/>
          </a:solidFill>
        </p:spPr>
        <p:style>
          <a:lnRef idx="0">
            <a:schemeClr val="accent4"/>
          </a:lnRef>
          <a:fillRef idx="3">
            <a:schemeClr val="accent4"/>
          </a:fillRef>
          <a:effectRef idx="3">
            <a:schemeClr val="accent4"/>
          </a:effectRef>
          <a:fontRef idx="minor">
            <a:schemeClr val="lt1"/>
          </a:fontRef>
        </p:style>
        <p:txBody>
          <a:bodyPr wrap="square" rtlCol="0">
            <a:spAutoFit/>
          </a:bodyPr>
          <a:lstStyle/>
          <a:p>
            <a:pPr algn="ctr"/>
            <a:r>
              <a:rPr lang="nl-NL" sz="2400" dirty="0" err="1"/>
              <a:t>Title</a:t>
            </a:r>
            <a:endParaRPr lang="en-US" sz="2400" dirty="0"/>
          </a:p>
        </p:txBody>
      </p:sp>
      <p:sp>
        <p:nvSpPr>
          <p:cNvPr id="9" name="TextBox 2"/>
          <p:cNvSpPr txBox="1"/>
          <p:nvPr/>
        </p:nvSpPr>
        <p:spPr>
          <a:xfrm>
            <a:off x="1802481" y="2465920"/>
            <a:ext cx="5400600" cy="510778"/>
          </a:xfrm>
          <a:prstGeom prst="roundRect">
            <a:avLst/>
          </a:prstGeom>
          <a:solidFill>
            <a:srgbClr val="7030A0"/>
          </a:solidFill>
        </p:spPr>
        <p:style>
          <a:lnRef idx="0">
            <a:schemeClr val="accent4"/>
          </a:lnRef>
          <a:fillRef idx="3">
            <a:schemeClr val="accent4"/>
          </a:fillRef>
          <a:effectRef idx="3">
            <a:schemeClr val="accent4"/>
          </a:effectRef>
          <a:fontRef idx="minor">
            <a:schemeClr val="lt1"/>
          </a:fontRef>
        </p:style>
        <p:txBody>
          <a:bodyPr wrap="square" rtlCol="0">
            <a:spAutoFit/>
          </a:bodyPr>
          <a:lstStyle/>
          <a:p>
            <a:pPr algn="ctr"/>
            <a:r>
              <a:rPr lang="nl-NL" sz="2400" dirty="0"/>
              <a:t>Body </a:t>
            </a:r>
            <a:r>
              <a:rPr lang="nl-NL" sz="2400" dirty="0" err="1"/>
              <a:t>paragraph</a:t>
            </a:r>
            <a:r>
              <a:rPr lang="nl-NL" sz="2400" dirty="0"/>
              <a:t> 1</a:t>
            </a:r>
            <a:endParaRPr lang="en-US" sz="2400" dirty="0"/>
          </a:p>
        </p:txBody>
      </p:sp>
      <p:sp>
        <p:nvSpPr>
          <p:cNvPr id="10" name="TextBox 2"/>
          <p:cNvSpPr txBox="1"/>
          <p:nvPr/>
        </p:nvSpPr>
        <p:spPr>
          <a:xfrm>
            <a:off x="1802481" y="3701090"/>
            <a:ext cx="5400600" cy="510778"/>
          </a:xfrm>
          <a:prstGeom prst="roundRect">
            <a:avLst/>
          </a:prstGeom>
          <a:solidFill>
            <a:srgbClr val="7030A0"/>
          </a:solidFill>
        </p:spPr>
        <p:style>
          <a:lnRef idx="0">
            <a:schemeClr val="accent4"/>
          </a:lnRef>
          <a:fillRef idx="3">
            <a:schemeClr val="accent4"/>
          </a:fillRef>
          <a:effectRef idx="3">
            <a:schemeClr val="accent4"/>
          </a:effectRef>
          <a:fontRef idx="minor">
            <a:schemeClr val="lt1"/>
          </a:fontRef>
        </p:style>
        <p:txBody>
          <a:bodyPr wrap="square" rtlCol="0">
            <a:spAutoFit/>
          </a:bodyPr>
          <a:lstStyle/>
          <a:p>
            <a:pPr algn="ctr"/>
            <a:r>
              <a:rPr lang="nl-NL" sz="2400" dirty="0"/>
              <a:t>Body </a:t>
            </a:r>
            <a:r>
              <a:rPr lang="nl-NL" sz="2400" dirty="0" err="1"/>
              <a:t>paragraph</a:t>
            </a:r>
            <a:r>
              <a:rPr lang="nl-NL" sz="2400" dirty="0"/>
              <a:t> 3</a:t>
            </a:r>
            <a:endParaRPr lang="en-US" sz="2400" dirty="0"/>
          </a:p>
        </p:txBody>
      </p:sp>
      <p:sp>
        <p:nvSpPr>
          <p:cNvPr id="11" name="TextBox 7"/>
          <p:cNvSpPr txBox="1"/>
          <p:nvPr/>
        </p:nvSpPr>
        <p:spPr>
          <a:xfrm>
            <a:off x="1825739" y="5413566"/>
            <a:ext cx="5400600" cy="510778"/>
          </a:xfrm>
          <a:prstGeom prst="roundRect">
            <a:avLst/>
          </a:prstGeom>
          <a:solidFill>
            <a:srgbClr val="002060"/>
          </a:solidFill>
        </p:spPr>
        <p:style>
          <a:lnRef idx="0">
            <a:schemeClr val="accent4"/>
          </a:lnRef>
          <a:fillRef idx="3">
            <a:schemeClr val="accent4"/>
          </a:fillRef>
          <a:effectRef idx="3">
            <a:schemeClr val="accent4"/>
          </a:effectRef>
          <a:fontRef idx="minor">
            <a:schemeClr val="lt1"/>
          </a:fontRef>
        </p:style>
        <p:txBody>
          <a:bodyPr wrap="square" rtlCol="0">
            <a:spAutoFit/>
          </a:bodyPr>
          <a:lstStyle/>
          <a:p>
            <a:pPr algn="ctr"/>
            <a:r>
              <a:rPr lang="nl-NL" sz="2400" dirty="0"/>
              <a:t>List of </a:t>
            </a:r>
            <a:r>
              <a:rPr lang="nl-NL" sz="2400" dirty="0" err="1"/>
              <a:t>references</a:t>
            </a:r>
            <a:endParaRPr lang="en-US" sz="2400" dirty="0"/>
          </a:p>
        </p:txBody>
      </p:sp>
    </p:spTree>
    <p:extLst>
      <p:ext uri="{BB962C8B-B14F-4D97-AF65-F5344CB8AC3E}">
        <p14:creationId xmlns:p14="http://schemas.microsoft.com/office/powerpoint/2010/main" val="292228132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nl-NL" dirty="0" err="1"/>
              <a:t>Today</a:t>
            </a:r>
            <a:r>
              <a:rPr lang="nl-NL" dirty="0"/>
              <a:t>: </a:t>
            </a:r>
            <a:r>
              <a:rPr lang="nl-NL" dirty="0" err="1"/>
              <a:t>Paragraphs</a:t>
            </a:r>
            <a:endParaRPr lang="en-US" dirty="0"/>
          </a:p>
        </p:txBody>
      </p:sp>
      <p:sp>
        <p:nvSpPr>
          <p:cNvPr id="3" name="Content Placeholder 2"/>
          <p:cNvSpPr>
            <a:spLocks noGrp="1"/>
          </p:cNvSpPr>
          <p:nvPr>
            <p:ph idx="1"/>
          </p:nvPr>
        </p:nvSpPr>
        <p:spPr/>
        <p:txBody>
          <a:bodyPr>
            <a:normAutofit/>
          </a:bodyPr>
          <a:lstStyle/>
          <a:p>
            <a:pPr marL="457200" indent="-457200">
              <a:buFont typeface="+mj-lt"/>
              <a:buAutoNum type="arabicPeriod"/>
            </a:pPr>
            <a:r>
              <a:rPr lang="nl-NL" sz="2400" dirty="0" err="1"/>
              <a:t>What</a:t>
            </a:r>
            <a:r>
              <a:rPr lang="nl-NL" sz="2400" dirty="0"/>
              <a:t> is a </a:t>
            </a:r>
            <a:r>
              <a:rPr lang="nl-NL" sz="2400" dirty="0" err="1"/>
              <a:t>paragraph</a:t>
            </a:r>
            <a:r>
              <a:rPr lang="nl-NL" sz="2400" dirty="0"/>
              <a:t>?</a:t>
            </a:r>
          </a:p>
          <a:p>
            <a:pPr marL="457200" indent="-457200">
              <a:buFont typeface="+mj-lt"/>
              <a:buAutoNum type="arabicPeriod"/>
            </a:pPr>
            <a:endParaRPr lang="nl-NL" sz="2400" dirty="0"/>
          </a:p>
          <a:p>
            <a:pPr marL="457200" indent="-457200">
              <a:buFont typeface="+mj-lt"/>
              <a:buAutoNum type="arabicPeriod"/>
            </a:pPr>
            <a:r>
              <a:rPr lang="nl-NL" sz="2400" dirty="0" err="1"/>
              <a:t>Why</a:t>
            </a:r>
            <a:r>
              <a:rPr lang="nl-NL" sz="2400" dirty="0"/>
              <a:t> </a:t>
            </a:r>
            <a:r>
              <a:rPr lang="nl-NL" sz="2400" dirty="0" err="1"/>
              <a:t>would</a:t>
            </a:r>
            <a:r>
              <a:rPr lang="nl-NL" sz="2400" dirty="0"/>
              <a:t> </a:t>
            </a:r>
            <a:r>
              <a:rPr lang="nl-NL" sz="2400" dirty="0" err="1"/>
              <a:t>you</a:t>
            </a:r>
            <a:r>
              <a:rPr lang="nl-NL" sz="2400" dirty="0"/>
              <a:t> </a:t>
            </a:r>
            <a:r>
              <a:rPr lang="nl-NL" sz="2400" dirty="0" err="1"/>
              <a:t>use</a:t>
            </a:r>
            <a:r>
              <a:rPr lang="nl-NL" sz="2400" dirty="0"/>
              <a:t> </a:t>
            </a:r>
            <a:r>
              <a:rPr lang="nl-NL" sz="2400" dirty="0" err="1"/>
              <a:t>paragraphs</a:t>
            </a:r>
            <a:r>
              <a:rPr lang="nl-NL" sz="2400" dirty="0"/>
              <a:t>?</a:t>
            </a:r>
          </a:p>
          <a:p>
            <a:pPr marL="457200" indent="-457200">
              <a:buFont typeface="+mj-lt"/>
              <a:buAutoNum type="arabicPeriod"/>
            </a:pPr>
            <a:endParaRPr lang="nl-NL" sz="2400" dirty="0"/>
          </a:p>
          <a:p>
            <a:pPr marL="457200" indent="-457200">
              <a:buFont typeface="+mj-lt"/>
              <a:buAutoNum type="arabicPeriod"/>
            </a:pPr>
            <a:r>
              <a:rPr lang="nl-NL" sz="2400" dirty="0"/>
              <a:t>How do </a:t>
            </a:r>
            <a:r>
              <a:rPr lang="nl-NL" sz="2400" dirty="0" err="1"/>
              <a:t>you</a:t>
            </a:r>
            <a:r>
              <a:rPr lang="nl-NL" sz="2400" dirty="0"/>
              <a:t> </a:t>
            </a:r>
            <a:r>
              <a:rPr lang="nl-NL" sz="2400" dirty="0" err="1"/>
              <a:t>write</a:t>
            </a:r>
            <a:r>
              <a:rPr lang="nl-NL" sz="2400" dirty="0"/>
              <a:t> a </a:t>
            </a:r>
            <a:r>
              <a:rPr lang="nl-NL" sz="2400" dirty="0" err="1"/>
              <a:t>paragraph</a:t>
            </a:r>
            <a:r>
              <a:rPr lang="nl-NL" sz="2400" dirty="0"/>
              <a:t>?</a:t>
            </a:r>
            <a:endParaRPr lang="en-US" sz="2400" dirty="0"/>
          </a:p>
        </p:txBody>
      </p:sp>
    </p:spTree>
    <p:extLst>
      <p:ext uri="{BB962C8B-B14F-4D97-AF65-F5344CB8AC3E}">
        <p14:creationId xmlns:p14="http://schemas.microsoft.com/office/powerpoint/2010/main" val="97513364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nl-NL" dirty="0" err="1"/>
              <a:t>What</a:t>
            </a:r>
            <a:r>
              <a:rPr lang="nl-NL" dirty="0"/>
              <a:t> is a </a:t>
            </a:r>
            <a:r>
              <a:rPr lang="nl-NL" dirty="0" err="1"/>
              <a:t>paragraph</a:t>
            </a:r>
            <a:r>
              <a:rPr lang="nl-NL" dirty="0"/>
              <a:t> </a:t>
            </a:r>
            <a:r>
              <a:rPr lang="nl-NL" dirty="0" err="1"/>
              <a:t>and</a:t>
            </a:r>
            <a:r>
              <a:rPr lang="nl-NL" dirty="0"/>
              <a:t> </a:t>
            </a:r>
            <a:r>
              <a:rPr lang="nl-NL" dirty="0" err="1"/>
              <a:t>why</a:t>
            </a:r>
            <a:r>
              <a:rPr lang="nl-NL" dirty="0"/>
              <a:t> </a:t>
            </a:r>
            <a:r>
              <a:rPr lang="nl-NL" dirty="0" err="1"/>
              <a:t>would</a:t>
            </a:r>
            <a:r>
              <a:rPr lang="nl-NL" dirty="0"/>
              <a:t> </a:t>
            </a:r>
            <a:r>
              <a:rPr lang="nl-NL" dirty="0" err="1"/>
              <a:t>you</a:t>
            </a:r>
            <a:r>
              <a:rPr lang="nl-NL" dirty="0"/>
              <a:t> </a:t>
            </a:r>
            <a:r>
              <a:rPr lang="nl-NL" dirty="0" err="1"/>
              <a:t>use</a:t>
            </a:r>
            <a:r>
              <a:rPr lang="nl-NL" dirty="0"/>
              <a:t> </a:t>
            </a:r>
            <a:r>
              <a:rPr lang="nl-NL" dirty="0" err="1"/>
              <a:t>it</a:t>
            </a:r>
            <a:r>
              <a:rPr lang="nl-NL" dirty="0"/>
              <a:t>?</a:t>
            </a:r>
            <a:endParaRPr lang="en-US" dirty="0"/>
          </a:p>
        </p:txBody>
      </p:sp>
      <p:sp>
        <p:nvSpPr>
          <p:cNvPr id="3" name="Text Placeholder 2"/>
          <p:cNvSpPr>
            <a:spLocks noGrp="1"/>
          </p:cNvSpPr>
          <p:nvPr>
            <p:ph type="body" idx="1"/>
          </p:nvPr>
        </p:nvSpPr>
        <p:spPr/>
        <p:txBody>
          <a:bodyPr/>
          <a:lstStyle/>
          <a:p>
            <a:endParaRPr lang="en-US" dirty="0"/>
          </a:p>
        </p:txBody>
      </p:sp>
      <p:pic>
        <p:nvPicPr>
          <p:cNvPr id="1026" name="Picture 2" descr="http://www.familytree.com/wp-content/uploads/2013/10/doing-research.jpg"/>
          <p:cNvPicPr>
            <a:picLocks noChangeAspect="1" noChangeArrowheads="1"/>
          </p:cNvPicPr>
          <p:nvPr/>
        </p:nvPicPr>
        <p:blipFill rotWithShape="1">
          <a:blip r:embed="rId2">
            <a:extLst>
              <a:ext uri="{28A0092B-C50C-407E-A947-70E740481C1C}">
                <a14:useLocalDpi xmlns:a14="http://schemas.microsoft.com/office/drawing/2010/main" val="0"/>
              </a:ext>
            </a:extLst>
          </a:blip>
          <a:srcRect l="-1217" r="6874"/>
          <a:stretch/>
        </p:blipFill>
        <p:spPr bwMode="auto">
          <a:xfrm>
            <a:off x="-119742" y="0"/>
            <a:ext cx="9289304" cy="4587592"/>
          </a:xfrm>
          <a:prstGeom prst="rect">
            <a:avLst/>
          </a:prstGeom>
          <a:noFill/>
          <a:extLst>
            <a:ext uri="{909E8E84-426E-40DD-AFC4-6F175D3DCCD1}">
              <a14:hiddenFill xmlns:a14="http://schemas.microsoft.com/office/drawing/2010/main">
                <a:solidFill>
                  <a:srgbClr val="FFFFFF"/>
                </a:solidFill>
              </a14:hiddenFill>
            </a:ext>
          </a:extLst>
        </p:spPr>
      </p:pic>
      <p:sp>
        <p:nvSpPr>
          <p:cNvPr id="4" name="Rechthoek 3"/>
          <p:cNvSpPr/>
          <p:nvPr/>
        </p:nvSpPr>
        <p:spPr>
          <a:xfrm>
            <a:off x="-1" y="6618591"/>
            <a:ext cx="4572000" cy="246221"/>
          </a:xfrm>
          <a:prstGeom prst="rect">
            <a:avLst/>
          </a:prstGeom>
        </p:spPr>
        <p:txBody>
          <a:bodyPr>
            <a:spAutoFit/>
          </a:bodyPr>
          <a:lstStyle/>
          <a:p>
            <a:r>
              <a:rPr lang="nl-NL" sz="1000" dirty="0">
                <a:hlinkClick r:id="rId3"/>
              </a:rPr>
              <a:t>http://www.familytree.com/wp-content/uploads/2013/10/doing-research.jpg</a:t>
            </a:r>
            <a:r>
              <a:rPr lang="nl-NL" sz="1000" dirty="0"/>
              <a:t> </a:t>
            </a:r>
          </a:p>
        </p:txBody>
      </p:sp>
    </p:spTree>
    <p:extLst>
      <p:ext uri="{BB962C8B-B14F-4D97-AF65-F5344CB8AC3E}">
        <p14:creationId xmlns:p14="http://schemas.microsoft.com/office/powerpoint/2010/main" val="271427499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nl-NL" dirty="0" err="1"/>
              <a:t>What</a:t>
            </a:r>
            <a:r>
              <a:rPr lang="nl-NL" dirty="0"/>
              <a:t> is a </a:t>
            </a:r>
            <a:r>
              <a:rPr lang="nl-NL" dirty="0" err="1"/>
              <a:t>paragraph</a:t>
            </a:r>
            <a:r>
              <a:rPr lang="nl-NL" dirty="0"/>
              <a:t>?</a:t>
            </a:r>
          </a:p>
        </p:txBody>
      </p:sp>
      <p:sp>
        <p:nvSpPr>
          <p:cNvPr id="4" name="Content Placeholder 3"/>
          <p:cNvSpPr txBox="1">
            <a:spLocks/>
          </p:cNvSpPr>
          <p:nvPr/>
        </p:nvSpPr>
        <p:spPr>
          <a:xfrm>
            <a:off x="772160" y="2194560"/>
            <a:ext cx="7616191" cy="3790188"/>
          </a:xfrm>
          <a:prstGeom prst="rect">
            <a:avLst/>
          </a:prstGeom>
        </p:spPr>
        <p:txBody>
          <a:bodyPr vert="horz" lIns="45720" tIns="45720" rIns="4572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0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6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2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2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2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2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2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2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200" kern="1200">
                <a:solidFill>
                  <a:schemeClr val="tx1"/>
                </a:solidFill>
                <a:latin typeface="+mn-lt"/>
                <a:ea typeface="+mn-ea"/>
                <a:cs typeface="+mn-cs"/>
              </a:defRPr>
            </a:lvl9pPr>
          </a:lstStyle>
          <a:p>
            <a:r>
              <a:rPr lang="nl-NL" sz="2400" dirty="0"/>
              <a:t>A </a:t>
            </a:r>
            <a:r>
              <a:rPr lang="nl-NL" sz="2400" dirty="0" err="1"/>
              <a:t>recognizable</a:t>
            </a:r>
            <a:r>
              <a:rPr lang="nl-NL" sz="2400" dirty="0"/>
              <a:t> unit in </a:t>
            </a:r>
            <a:r>
              <a:rPr lang="nl-NL" sz="2400" dirty="0" err="1"/>
              <a:t>your</a:t>
            </a:r>
            <a:r>
              <a:rPr lang="nl-NL" sz="2400" dirty="0"/>
              <a:t> </a:t>
            </a:r>
            <a:r>
              <a:rPr lang="nl-NL" sz="2400" dirty="0" err="1"/>
              <a:t>text</a:t>
            </a:r>
            <a:endParaRPr lang="nl-NL" sz="2400" dirty="0"/>
          </a:p>
          <a:p>
            <a:endParaRPr lang="nl-NL" sz="2400" dirty="0"/>
          </a:p>
          <a:p>
            <a:r>
              <a:rPr lang="nl-NL" sz="2400" dirty="0" err="1"/>
              <a:t>One</a:t>
            </a:r>
            <a:r>
              <a:rPr lang="nl-NL" sz="2400" dirty="0"/>
              <a:t> </a:t>
            </a:r>
            <a:r>
              <a:rPr lang="nl-NL" sz="2400" dirty="0" err="1"/>
              <a:t>paragraph</a:t>
            </a:r>
            <a:r>
              <a:rPr lang="nl-NL" sz="2400" dirty="0"/>
              <a:t> = </a:t>
            </a:r>
            <a:r>
              <a:rPr lang="nl-NL" sz="2400" dirty="0" err="1"/>
              <a:t>one</a:t>
            </a:r>
            <a:r>
              <a:rPr lang="nl-NL" sz="2400" dirty="0"/>
              <a:t> step in </a:t>
            </a:r>
            <a:r>
              <a:rPr lang="nl-NL" sz="2400" dirty="0" err="1"/>
              <a:t>your</a:t>
            </a:r>
            <a:r>
              <a:rPr lang="nl-NL" sz="2400" dirty="0"/>
              <a:t> </a:t>
            </a:r>
            <a:r>
              <a:rPr lang="nl-NL" sz="2400" dirty="0" err="1"/>
              <a:t>argumentation</a:t>
            </a:r>
            <a:endParaRPr lang="en-US" dirty="0"/>
          </a:p>
        </p:txBody>
      </p:sp>
    </p:spTree>
    <p:extLst>
      <p:ext uri="{BB962C8B-B14F-4D97-AF65-F5344CB8AC3E}">
        <p14:creationId xmlns:p14="http://schemas.microsoft.com/office/powerpoint/2010/main" val="33822241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nl-NL" dirty="0" err="1"/>
              <a:t>paragraphS</a:t>
            </a:r>
            <a:r>
              <a:rPr lang="nl-NL" dirty="0"/>
              <a:t>: </a:t>
            </a:r>
            <a:r>
              <a:rPr lang="nl-NL" dirty="0" err="1"/>
              <a:t>Layout</a:t>
            </a:r>
            <a:endParaRPr lang="nl-NL" dirty="0"/>
          </a:p>
        </p:txBody>
      </p:sp>
      <p:sp>
        <p:nvSpPr>
          <p:cNvPr id="4" name="Content Placeholder 3"/>
          <p:cNvSpPr txBox="1">
            <a:spLocks/>
          </p:cNvSpPr>
          <p:nvPr/>
        </p:nvSpPr>
        <p:spPr>
          <a:xfrm>
            <a:off x="772160" y="2194560"/>
            <a:ext cx="7616191" cy="3790188"/>
          </a:xfrm>
          <a:prstGeom prst="rect">
            <a:avLst/>
          </a:prstGeom>
        </p:spPr>
        <p:txBody>
          <a:bodyPr vert="horz" lIns="45720" tIns="45720" rIns="4572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0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6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2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2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2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2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2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2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200" kern="1200">
                <a:solidFill>
                  <a:schemeClr val="tx1"/>
                </a:solidFill>
                <a:latin typeface="+mn-lt"/>
                <a:ea typeface="+mn-ea"/>
                <a:cs typeface="+mn-cs"/>
              </a:defRPr>
            </a:lvl9pPr>
          </a:lstStyle>
          <a:p>
            <a:r>
              <a:rPr lang="nl-NL" sz="2400" dirty="0"/>
              <a:t>Starts </a:t>
            </a:r>
            <a:r>
              <a:rPr lang="nl-NL" sz="2400" dirty="0" err="1"/>
              <a:t>with</a:t>
            </a:r>
            <a:r>
              <a:rPr lang="nl-NL" sz="2400" dirty="0"/>
              <a:t> </a:t>
            </a:r>
            <a:r>
              <a:rPr lang="nl-NL" sz="2400" dirty="0" err="1"/>
              <a:t>an</a:t>
            </a:r>
            <a:r>
              <a:rPr lang="nl-NL" sz="2400" dirty="0"/>
              <a:t> </a:t>
            </a:r>
            <a:r>
              <a:rPr lang="nl-NL" sz="2400" dirty="0" err="1"/>
              <a:t>indent</a:t>
            </a:r>
            <a:r>
              <a:rPr lang="nl-NL" sz="2400" dirty="0"/>
              <a:t> </a:t>
            </a:r>
            <a:r>
              <a:rPr lang="nl-NL" sz="2400" dirty="0" err="1"/>
              <a:t>and</a:t>
            </a:r>
            <a:r>
              <a:rPr lang="nl-NL" sz="2400" dirty="0"/>
              <a:t> </a:t>
            </a:r>
            <a:r>
              <a:rPr lang="nl-NL" sz="2400" dirty="0" err="1"/>
              <a:t>ends</a:t>
            </a:r>
            <a:r>
              <a:rPr lang="nl-NL" sz="2400" dirty="0"/>
              <a:t> </a:t>
            </a:r>
            <a:r>
              <a:rPr lang="nl-NL" sz="2400" dirty="0" err="1"/>
              <a:t>with</a:t>
            </a:r>
            <a:r>
              <a:rPr lang="nl-NL" sz="2400" dirty="0"/>
              <a:t> a hard return </a:t>
            </a:r>
          </a:p>
          <a:p>
            <a:endParaRPr lang="en-US" dirty="0"/>
          </a:p>
        </p:txBody>
      </p:sp>
      <p:pic>
        <p:nvPicPr>
          <p:cNvPr id="5" name="Picture 14" descr="http://everystockphoto.s3.amazonaws.com/board_keyboard_character_239335_l.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119391" y="2645023"/>
            <a:ext cx="1937469" cy="193747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8072849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cstate="print"/>
          <a:srcRect l="30318" t="18900" r="28732" b="14433"/>
          <a:stretch>
            <a:fillRect/>
          </a:stretch>
        </p:blipFill>
        <p:spPr bwMode="auto">
          <a:xfrm>
            <a:off x="971600" y="0"/>
            <a:ext cx="7488832" cy="6858000"/>
          </a:xfrm>
          <a:prstGeom prst="rect">
            <a:avLst/>
          </a:prstGeom>
          <a:noFill/>
          <a:ln w="9525">
            <a:noFill/>
            <a:miter lim="800000"/>
            <a:headEnd/>
            <a:tailEnd/>
          </a:ln>
        </p:spPr>
      </p:pic>
      <p:sp>
        <p:nvSpPr>
          <p:cNvPr id="8" name="TextBox 7"/>
          <p:cNvSpPr txBox="1"/>
          <p:nvPr/>
        </p:nvSpPr>
        <p:spPr>
          <a:xfrm>
            <a:off x="3851920" y="0"/>
            <a:ext cx="3711751" cy="510778"/>
          </a:xfrm>
          <a:prstGeom prst="wedgeRoundRectCallout">
            <a:avLst>
              <a:gd name="adj1" fmla="val -112489"/>
              <a:gd name="adj2" fmla="val 295200"/>
              <a:gd name="adj3" fmla="val 16667"/>
            </a:avLst>
          </a:prstGeom>
          <a:solidFill>
            <a:schemeClr val="tx2">
              <a:lumMod val="20000"/>
              <a:lumOff val="80000"/>
            </a:schemeClr>
          </a:solidFill>
        </p:spPr>
        <p:style>
          <a:lnRef idx="2">
            <a:schemeClr val="accent5"/>
          </a:lnRef>
          <a:fillRef idx="1">
            <a:schemeClr val="lt1"/>
          </a:fillRef>
          <a:effectRef idx="0">
            <a:schemeClr val="accent5"/>
          </a:effectRef>
          <a:fontRef idx="minor">
            <a:schemeClr val="dk1"/>
          </a:fontRef>
        </p:style>
        <p:txBody>
          <a:bodyPr wrap="square" rtlCol="0">
            <a:spAutoFit/>
          </a:bodyPr>
          <a:lstStyle/>
          <a:p>
            <a:endParaRPr lang="en-US" sz="2400" dirty="0"/>
          </a:p>
        </p:txBody>
      </p:sp>
      <p:sp>
        <p:nvSpPr>
          <p:cNvPr id="9" name="TextBox 8"/>
          <p:cNvSpPr txBox="1"/>
          <p:nvPr/>
        </p:nvSpPr>
        <p:spPr>
          <a:xfrm>
            <a:off x="3851920" y="0"/>
            <a:ext cx="3711751" cy="1328023"/>
          </a:xfrm>
          <a:prstGeom prst="wedgeRoundRectCallout">
            <a:avLst>
              <a:gd name="adj1" fmla="val -115055"/>
              <a:gd name="adj2" fmla="val 310118"/>
              <a:gd name="adj3" fmla="val 16667"/>
            </a:avLst>
          </a:prstGeom>
          <a:solidFill>
            <a:schemeClr val="tx2">
              <a:lumMod val="20000"/>
              <a:lumOff val="80000"/>
            </a:schemeClr>
          </a:solidFill>
        </p:spPr>
        <p:style>
          <a:lnRef idx="2">
            <a:schemeClr val="accent5"/>
          </a:lnRef>
          <a:fillRef idx="1">
            <a:schemeClr val="lt1"/>
          </a:fillRef>
          <a:effectRef idx="0">
            <a:schemeClr val="accent5"/>
          </a:effectRef>
          <a:fontRef idx="minor">
            <a:schemeClr val="dk1"/>
          </a:fontRef>
        </p:style>
        <p:txBody>
          <a:bodyPr wrap="square" rtlCol="0">
            <a:spAutoFit/>
          </a:bodyPr>
          <a:lstStyle/>
          <a:p>
            <a:r>
              <a:rPr lang="nl-NL" sz="2400" dirty="0" err="1"/>
              <a:t>Clear</a:t>
            </a:r>
            <a:r>
              <a:rPr lang="nl-NL" sz="2400" dirty="0"/>
              <a:t> </a:t>
            </a:r>
            <a:r>
              <a:rPr lang="nl-NL" sz="2400" dirty="0" err="1"/>
              <a:t>where</a:t>
            </a:r>
            <a:r>
              <a:rPr lang="nl-NL" sz="2400" dirty="0"/>
              <a:t> </a:t>
            </a:r>
            <a:r>
              <a:rPr lang="nl-NL" sz="2400" dirty="0" err="1"/>
              <a:t>paragraphs</a:t>
            </a:r>
            <a:r>
              <a:rPr lang="nl-NL" sz="2400" dirty="0"/>
              <a:t> start (</a:t>
            </a:r>
            <a:r>
              <a:rPr lang="nl-NL" sz="2400" dirty="0" err="1"/>
              <a:t>indentation</a:t>
            </a:r>
            <a:r>
              <a:rPr lang="nl-NL" sz="2400" dirty="0"/>
              <a:t>),</a:t>
            </a:r>
            <a:r>
              <a:rPr lang="en-US" sz="2400" dirty="0"/>
              <a:t> roughly the same length</a:t>
            </a:r>
            <a:endParaRPr lang="nl-NL" sz="2400" dirty="0"/>
          </a:p>
        </p:txBody>
      </p:sp>
    </p:spTree>
    <p:extLst>
      <p:ext uri="{BB962C8B-B14F-4D97-AF65-F5344CB8AC3E}">
        <p14:creationId xmlns:p14="http://schemas.microsoft.com/office/powerpoint/2010/main" val="829271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anim calcmode="lin" valueType="num">
                                      <p:cBhvr additive="base">
                                        <p:cTn id="11" dur="500" fill="hold"/>
                                        <p:tgtEl>
                                          <p:spTgt spid="9"/>
                                        </p:tgtEl>
                                        <p:attrNameLst>
                                          <p:attrName>ppt_x</p:attrName>
                                        </p:attrNameLst>
                                      </p:cBhvr>
                                      <p:tavLst>
                                        <p:tav tm="0">
                                          <p:val>
                                            <p:strVal val="#ppt_x"/>
                                          </p:val>
                                        </p:tav>
                                        <p:tav tm="100000">
                                          <p:val>
                                            <p:strVal val="#ppt_x"/>
                                          </p:val>
                                        </p:tav>
                                      </p:tavLst>
                                    </p:anim>
                                    <p:anim calcmode="lin" valueType="num">
                                      <p:cBhvr additive="base">
                                        <p:cTn id="12"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nl-NL" dirty="0" err="1"/>
              <a:t>Example</a:t>
            </a:r>
            <a:r>
              <a:rPr lang="nl-NL" dirty="0"/>
              <a:t> </a:t>
            </a:r>
            <a:r>
              <a:rPr lang="nl-NL" dirty="0" err="1"/>
              <a:t>paragraph</a:t>
            </a:r>
            <a:endParaRPr lang="nl-NL" dirty="0"/>
          </a:p>
        </p:txBody>
      </p:sp>
      <p:sp>
        <p:nvSpPr>
          <p:cNvPr id="3" name="Tijdelijke aanduiding voor inhoud 2"/>
          <p:cNvSpPr>
            <a:spLocks noGrp="1"/>
          </p:cNvSpPr>
          <p:nvPr>
            <p:ph idx="1"/>
          </p:nvPr>
        </p:nvSpPr>
        <p:spPr/>
        <p:txBody>
          <a:bodyPr/>
          <a:lstStyle/>
          <a:p>
            <a:endParaRPr lang="nl-NL"/>
          </a:p>
        </p:txBody>
      </p:sp>
    </p:spTree>
    <p:extLst>
      <p:ext uri="{BB962C8B-B14F-4D97-AF65-F5344CB8AC3E}">
        <p14:creationId xmlns:p14="http://schemas.microsoft.com/office/powerpoint/2010/main" val="387297602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jdelijke aanduiding voor inhoud 2"/>
          <p:cNvSpPr>
            <a:spLocks noGrp="1"/>
          </p:cNvSpPr>
          <p:nvPr>
            <p:ph idx="4294967295"/>
          </p:nvPr>
        </p:nvSpPr>
        <p:spPr>
          <a:xfrm>
            <a:off x="0" y="0"/>
            <a:ext cx="9144000" cy="5862637"/>
          </a:xfrm>
        </p:spPr>
        <p:txBody>
          <a:bodyPr>
            <a:noAutofit/>
          </a:bodyPr>
          <a:lstStyle/>
          <a:p>
            <a:pPr>
              <a:lnSpc>
                <a:spcPct val="150000"/>
              </a:lnSpc>
              <a:spcBef>
                <a:spcPts val="0"/>
              </a:spcBef>
              <a:spcAft>
                <a:spcPts val="0"/>
              </a:spcAft>
            </a:pPr>
            <a:r>
              <a:rPr lang="en-GB" sz="2300" dirty="0"/>
              <a:t>In the area of user-focused security, there is limited data and analysis of user motivation regarding their security posture and </a:t>
            </a:r>
            <a:r>
              <a:rPr lang="en-GB" sz="2300" dirty="0" err="1"/>
              <a:t>behavior</a:t>
            </a:r>
            <a:r>
              <a:rPr lang="en-GB" sz="2300" dirty="0"/>
              <a:t>. </a:t>
            </a:r>
            <a:r>
              <a:rPr lang="en-GB" sz="2300" dirty="0" err="1"/>
              <a:t>Weirich</a:t>
            </a:r>
            <a:r>
              <a:rPr lang="en-GB" sz="2300" dirty="0"/>
              <a:t> and </a:t>
            </a:r>
            <a:r>
              <a:rPr lang="en-GB" sz="2300" dirty="0" err="1"/>
              <a:t>Sasse</a:t>
            </a:r>
            <a:r>
              <a:rPr lang="en-GB" sz="2300" dirty="0"/>
              <a:t> [17] report the results of a series of user interviews about password </a:t>
            </a:r>
            <a:r>
              <a:rPr lang="en-GB" sz="2300" dirty="0" err="1"/>
              <a:t>behavior</a:t>
            </a:r>
            <a:r>
              <a:rPr lang="en-GB" sz="2300" dirty="0"/>
              <a:t> and develop suggestions of how to phrase arguments to persuade users to adopt better security </a:t>
            </a:r>
            <a:r>
              <a:rPr lang="en-GB" sz="2300" dirty="0" err="1"/>
              <a:t>behavior</a:t>
            </a:r>
            <a:r>
              <a:rPr lang="en-GB" sz="2300" dirty="0"/>
              <a:t>. Stanton et al. [18] likewise interviewed users for the purpose of discovering the range of user security </a:t>
            </a:r>
            <a:r>
              <a:rPr lang="en-GB" sz="2300" dirty="0" err="1"/>
              <a:t>behavior</a:t>
            </a:r>
            <a:r>
              <a:rPr lang="en-GB" sz="2300" dirty="0"/>
              <a:t> in a wide variety of contexts—not just in password choice and use. The laboratory-based user studies that the authors are familiar with mostly attempt to test new security systems, such as the evaluation of Deja Vu by </a:t>
            </a:r>
            <a:r>
              <a:rPr lang="en-GB" sz="2300" dirty="0" err="1"/>
              <a:t>Dhamija</a:t>
            </a:r>
            <a:r>
              <a:rPr lang="en-GB" sz="2300" dirty="0"/>
              <a:t> and </a:t>
            </a:r>
            <a:r>
              <a:rPr lang="en-GB" sz="2300" dirty="0" err="1"/>
              <a:t>Perrig</a:t>
            </a:r>
            <a:r>
              <a:rPr lang="en-GB" sz="2300" dirty="0"/>
              <a:t> [19] and one of the evaluations of the </a:t>
            </a:r>
            <a:r>
              <a:rPr lang="en-GB" sz="2300" dirty="0" err="1"/>
              <a:t>PassPoints</a:t>
            </a:r>
            <a:r>
              <a:rPr lang="en-GB" sz="2300" dirty="0"/>
              <a:t> system such as done by </a:t>
            </a:r>
            <a:r>
              <a:rPr lang="en-GB" sz="2300" dirty="0" err="1"/>
              <a:t>Wiedenbeck</a:t>
            </a:r>
            <a:r>
              <a:rPr lang="en-GB" sz="2300" dirty="0"/>
              <a:t> et al. [20].</a:t>
            </a:r>
            <a:endParaRPr lang="nl-NL" sz="2300" dirty="0"/>
          </a:p>
        </p:txBody>
      </p:sp>
      <p:sp>
        <p:nvSpPr>
          <p:cNvPr id="4" name="Rectangle 4"/>
          <p:cNvSpPr/>
          <p:nvPr/>
        </p:nvSpPr>
        <p:spPr>
          <a:xfrm>
            <a:off x="0" y="6195482"/>
            <a:ext cx="9144000" cy="646331"/>
          </a:xfrm>
          <a:prstGeom prst="rect">
            <a:avLst/>
          </a:prstGeom>
        </p:spPr>
        <p:txBody>
          <a:bodyPr wrap="square">
            <a:spAutoFit/>
          </a:bodyPr>
          <a:lstStyle/>
          <a:p>
            <a:r>
              <a:rPr lang="en-US" dirty="0">
                <a:solidFill>
                  <a:schemeClr val="bg1">
                    <a:lumMod val="50000"/>
                  </a:schemeClr>
                </a:solidFill>
              </a:rPr>
              <a:t>From: Hugh </a:t>
            </a:r>
            <a:r>
              <a:rPr lang="en-US" dirty="0" err="1">
                <a:solidFill>
                  <a:schemeClr val="bg1">
                    <a:lumMod val="50000"/>
                  </a:schemeClr>
                </a:solidFill>
              </a:rPr>
              <a:t>Wimberly</a:t>
            </a:r>
            <a:r>
              <a:rPr lang="en-US" dirty="0">
                <a:solidFill>
                  <a:schemeClr val="bg1">
                    <a:lumMod val="50000"/>
                  </a:schemeClr>
                </a:solidFill>
              </a:rPr>
              <a:t> &amp; Lorie M. </a:t>
            </a:r>
            <a:r>
              <a:rPr lang="en-US" dirty="0" err="1">
                <a:solidFill>
                  <a:schemeClr val="bg1">
                    <a:lumMod val="50000"/>
                  </a:schemeClr>
                </a:solidFill>
              </a:rPr>
              <a:t>Liebrock</a:t>
            </a:r>
            <a:r>
              <a:rPr lang="en-US" dirty="0">
                <a:solidFill>
                  <a:schemeClr val="bg1">
                    <a:lumMod val="50000"/>
                  </a:schemeClr>
                </a:solidFill>
              </a:rPr>
              <a:t> (2011). Using Fingerprint Authentication to Reduce System Security: An Empirical Study. </a:t>
            </a:r>
          </a:p>
        </p:txBody>
      </p:sp>
    </p:spTree>
    <p:extLst>
      <p:ext uri="{BB962C8B-B14F-4D97-AF65-F5344CB8AC3E}">
        <p14:creationId xmlns:p14="http://schemas.microsoft.com/office/powerpoint/2010/main" val="131153210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jdelijke aanduiding voor inhoud 2"/>
          <p:cNvSpPr>
            <a:spLocks noGrp="1"/>
          </p:cNvSpPr>
          <p:nvPr>
            <p:ph idx="4294967295"/>
          </p:nvPr>
        </p:nvSpPr>
        <p:spPr>
          <a:xfrm>
            <a:off x="0" y="0"/>
            <a:ext cx="9144000" cy="5862637"/>
          </a:xfrm>
        </p:spPr>
        <p:txBody>
          <a:bodyPr>
            <a:noAutofit/>
          </a:bodyPr>
          <a:lstStyle/>
          <a:p>
            <a:pPr>
              <a:lnSpc>
                <a:spcPct val="150000"/>
              </a:lnSpc>
              <a:spcBef>
                <a:spcPts val="0"/>
              </a:spcBef>
              <a:spcAft>
                <a:spcPts val="0"/>
              </a:spcAft>
            </a:pPr>
            <a:r>
              <a:rPr lang="en-GB" sz="2300" b="1" dirty="0"/>
              <a:t>In the area of user-focused security, there is limited data and analysis of user motivation regarding their security posture and </a:t>
            </a:r>
            <a:r>
              <a:rPr lang="en-GB" sz="2300" b="1" dirty="0" err="1"/>
              <a:t>behavior</a:t>
            </a:r>
            <a:r>
              <a:rPr lang="en-GB" sz="2300" b="1" dirty="0"/>
              <a:t>. </a:t>
            </a:r>
            <a:r>
              <a:rPr lang="en-GB" sz="2300" dirty="0" err="1"/>
              <a:t>Weirich</a:t>
            </a:r>
            <a:r>
              <a:rPr lang="en-GB" sz="2300" dirty="0"/>
              <a:t> and </a:t>
            </a:r>
            <a:r>
              <a:rPr lang="en-GB" sz="2300" dirty="0" err="1"/>
              <a:t>Sasse</a:t>
            </a:r>
            <a:r>
              <a:rPr lang="en-GB" sz="2300" dirty="0"/>
              <a:t> [17] report the results of a series of user interviews about password </a:t>
            </a:r>
            <a:r>
              <a:rPr lang="en-GB" sz="2300" dirty="0" err="1"/>
              <a:t>behavior</a:t>
            </a:r>
            <a:r>
              <a:rPr lang="en-GB" sz="2300" dirty="0"/>
              <a:t> and develop suggestions of how to phrase arguments to persuade users to adopt better security </a:t>
            </a:r>
            <a:r>
              <a:rPr lang="en-GB" sz="2300" dirty="0" err="1"/>
              <a:t>behavior</a:t>
            </a:r>
            <a:r>
              <a:rPr lang="en-GB" sz="2300" dirty="0"/>
              <a:t>. Stanton et al. [18] likewise interviewed users for the purpose of discovering the range of user security </a:t>
            </a:r>
            <a:r>
              <a:rPr lang="en-GB" sz="2300" dirty="0" err="1"/>
              <a:t>behavior</a:t>
            </a:r>
            <a:r>
              <a:rPr lang="en-GB" sz="2300" dirty="0"/>
              <a:t> in a wide variety of contexts—not just in password choice and use. The laboratory-based user studies that the authors are familiar with mostly attempt to test new security systems, such as the evaluation of Deja Vu by </a:t>
            </a:r>
            <a:r>
              <a:rPr lang="en-GB" sz="2300" dirty="0" err="1"/>
              <a:t>Dhamija</a:t>
            </a:r>
            <a:r>
              <a:rPr lang="en-GB" sz="2300" dirty="0"/>
              <a:t> and </a:t>
            </a:r>
            <a:r>
              <a:rPr lang="en-GB" sz="2300" dirty="0" err="1"/>
              <a:t>Perrig</a:t>
            </a:r>
            <a:r>
              <a:rPr lang="en-GB" sz="2300" dirty="0"/>
              <a:t> [19] and one of the evaluations of the </a:t>
            </a:r>
            <a:r>
              <a:rPr lang="en-GB" sz="2300" dirty="0" err="1"/>
              <a:t>PassPoints</a:t>
            </a:r>
            <a:r>
              <a:rPr lang="en-GB" sz="2300" dirty="0"/>
              <a:t> system such as done by </a:t>
            </a:r>
            <a:r>
              <a:rPr lang="en-GB" sz="2300" dirty="0" err="1"/>
              <a:t>Wiedenbeck</a:t>
            </a:r>
            <a:r>
              <a:rPr lang="en-GB" sz="2300" dirty="0"/>
              <a:t> et al. [20].</a:t>
            </a:r>
            <a:endParaRPr lang="nl-NL" sz="2300" dirty="0"/>
          </a:p>
        </p:txBody>
      </p:sp>
      <p:sp>
        <p:nvSpPr>
          <p:cNvPr id="4" name="Rectangle 4"/>
          <p:cNvSpPr/>
          <p:nvPr/>
        </p:nvSpPr>
        <p:spPr>
          <a:xfrm>
            <a:off x="0" y="6195482"/>
            <a:ext cx="9144000" cy="646331"/>
          </a:xfrm>
          <a:prstGeom prst="rect">
            <a:avLst/>
          </a:prstGeom>
        </p:spPr>
        <p:txBody>
          <a:bodyPr wrap="square">
            <a:spAutoFit/>
          </a:bodyPr>
          <a:lstStyle/>
          <a:p>
            <a:r>
              <a:rPr lang="en-US" dirty="0">
                <a:solidFill>
                  <a:schemeClr val="bg1">
                    <a:lumMod val="50000"/>
                  </a:schemeClr>
                </a:solidFill>
              </a:rPr>
              <a:t>From: Hugh </a:t>
            </a:r>
            <a:r>
              <a:rPr lang="en-US" dirty="0" err="1">
                <a:solidFill>
                  <a:schemeClr val="bg1">
                    <a:lumMod val="50000"/>
                  </a:schemeClr>
                </a:solidFill>
              </a:rPr>
              <a:t>Wimberly</a:t>
            </a:r>
            <a:r>
              <a:rPr lang="en-US" dirty="0">
                <a:solidFill>
                  <a:schemeClr val="bg1">
                    <a:lumMod val="50000"/>
                  </a:schemeClr>
                </a:solidFill>
              </a:rPr>
              <a:t> &amp; Lorie M. </a:t>
            </a:r>
            <a:r>
              <a:rPr lang="en-US" dirty="0" err="1">
                <a:solidFill>
                  <a:schemeClr val="bg1">
                    <a:lumMod val="50000"/>
                  </a:schemeClr>
                </a:solidFill>
              </a:rPr>
              <a:t>Liebrock</a:t>
            </a:r>
            <a:r>
              <a:rPr lang="en-US" dirty="0">
                <a:solidFill>
                  <a:schemeClr val="bg1">
                    <a:lumMod val="50000"/>
                  </a:schemeClr>
                </a:solidFill>
              </a:rPr>
              <a:t> (2011). Using Fingerprint Authentication to Reduce System Security: An Empirical Study. </a:t>
            </a:r>
          </a:p>
        </p:txBody>
      </p:sp>
    </p:spTree>
    <p:extLst>
      <p:ext uri="{BB962C8B-B14F-4D97-AF65-F5344CB8AC3E}">
        <p14:creationId xmlns:p14="http://schemas.microsoft.com/office/powerpoint/2010/main" val="376057551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jdelijke aanduiding voor inhoud 2"/>
          <p:cNvSpPr>
            <a:spLocks noGrp="1"/>
          </p:cNvSpPr>
          <p:nvPr>
            <p:ph idx="4294967295"/>
          </p:nvPr>
        </p:nvSpPr>
        <p:spPr>
          <a:xfrm>
            <a:off x="0" y="0"/>
            <a:ext cx="9144000" cy="5862637"/>
          </a:xfrm>
        </p:spPr>
        <p:txBody>
          <a:bodyPr>
            <a:noAutofit/>
          </a:bodyPr>
          <a:lstStyle/>
          <a:p>
            <a:pPr>
              <a:lnSpc>
                <a:spcPct val="150000"/>
              </a:lnSpc>
              <a:spcBef>
                <a:spcPts val="0"/>
              </a:spcBef>
              <a:spcAft>
                <a:spcPts val="0"/>
              </a:spcAft>
            </a:pPr>
            <a:r>
              <a:rPr lang="en-GB" sz="2300" b="1" dirty="0"/>
              <a:t>In the area of user-focused security, there is limited data and analysis of user motivation regarding their security posture and </a:t>
            </a:r>
            <a:r>
              <a:rPr lang="en-GB" sz="2300" b="1" dirty="0" err="1"/>
              <a:t>behavior</a:t>
            </a:r>
            <a:r>
              <a:rPr lang="en-GB" sz="2300" b="1" dirty="0"/>
              <a:t>. </a:t>
            </a:r>
            <a:r>
              <a:rPr lang="en-GB" sz="2300" dirty="0" err="1">
                <a:solidFill>
                  <a:srgbClr val="00B0F0"/>
                </a:solidFill>
              </a:rPr>
              <a:t>Weirich</a:t>
            </a:r>
            <a:r>
              <a:rPr lang="en-GB" sz="2300" dirty="0">
                <a:solidFill>
                  <a:srgbClr val="00B0F0"/>
                </a:solidFill>
              </a:rPr>
              <a:t> and </a:t>
            </a:r>
            <a:r>
              <a:rPr lang="en-GB" sz="2300" dirty="0" err="1">
                <a:solidFill>
                  <a:srgbClr val="00B0F0"/>
                </a:solidFill>
              </a:rPr>
              <a:t>Sasse</a:t>
            </a:r>
            <a:r>
              <a:rPr lang="en-GB" sz="2300" dirty="0">
                <a:solidFill>
                  <a:srgbClr val="00B0F0"/>
                </a:solidFill>
              </a:rPr>
              <a:t> [17] </a:t>
            </a:r>
            <a:r>
              <a:rPr lang="en-GB" sz="2300" dirty="0"/>
              <a:t>report the results of a series of user interviews about password </a:t>
            </a:r>
            <a:r>
              <a:rPr lang="en-GB" sz="2300" dirty="0" err="1"/>
              <a:t>behavior</a:t>
            </a:r>
            <a:r>
              <a:rPr lang="en-GB" sz="2300" dirty="0"/>
              <a:t> and develops suggestions of how to phrase arguments to persuade users to adopt better security </a:t>
            </a:r>
            <a:r>
              <a:rPr lang="en-GB" sz="2300" dirty="0" err="1"/>
              <a:t>behavior</a:t>
            </a:r>
            <a:r>
              <a:rPr lang="en-GB" sz="2300" dirty="0"/>
              <a:t>. </a:t>
            </a:r>
            <a:r>
              <a:rPr lang="en-GB" sz="2300" dirty="0">
                <a:solidFill>
                  <a:srgbClr val="00B0F0"/>
                </a:solidFill>
              </a:rPr>
              <a:t>Stanton et al. [18] </a:t>
            </a:r>
            <a:r>
              <a:rPr lang="en-GB" sz="2300" dirty="0"/>
              <a:t>likewise interviewed users for the purpose of discovering the range of user security </a:t>
            </a:r>
            <a:r>
              <a:rPr lang="en-GB" sz="2300" dirty="0" err="1"/>
              <a:t>behavior</a:t>
            </a:r>
            <a:r>
              <a:rPr lang="en-GB" sz="2300" dirty="0"/>
              <a:t> in a wide variety of contexts—not just in password choice and use. The laboratory-based users studies that the authors are familiar with mostly attempt to test new security systems, such as the evaluation of Deja Vu by </a:t>
            </a:r>
            <a:r>
              <a:rPr lang="en-GB" sz="2300" dirty="0" err="1">
                <a:solidFill>
                  <a:srgbClr val="00B0F0"/>
                </a:solidFill>
              </a:rPr>
              <a:t>Dhamija</a:t>
            </a:r>
            <a:r>
              <a:rPr lang="en-GB" sz="2300" dirty="0">
                <a:solidFill>
                  <a:srgbClr val="00B0F0"/>
                </a:solidFill>
              </a:rPr>
              <a:t> and </a:t>
            </a:r>
            <a:r>
              <a:rPr lang="en-GB" sz="2300" dirty="0" err="1">
                <a:solidFill>
                  <a:srgbClr val="00B0F0"/>
                </a:solidFill>
              </a:rPr>
              <a:t>Perrig</a:t>
            </a:r>
            <a:r>
              <a:rPr lang="en-GB" sz="2300" dirty="0">
                <a:solidFill>
                  <a:srgbClr val="00B0F0"/>
                </a:solidFill>
              </a:rPr>
              <a:t> [19]</a:t>
            </a:r>
            <a:r>
              <a:rPr lang="en-GB" sz="2300" dirty="0"/>
              <a:t> and one of the evaluations of the </a:t>
            </a:r>
            <a:r>
              <a:rPr lang="en-GB" sz="2300" dirty="0" err="1"/>
              <a:t>PassPoints</a:t>
            </a:r>
            <a:r>
              <a:rPr lang="en-GB" sz="2300" dirty="0"/>
              <a:t> system such as done by </a:t>
            </a:r>
            <a:r>
              <a:rPr lang="en-GB" sz="2300" dirty="0" err="1">
                <a:solidFill>
                  <a:srgbClr val="00B0F0"/>
                </a:solidFill>
              </a:rPr>
              <a:t>Wiedenbeck</a:t>
            </a:r>
            <a:r>
              <a:rPr lang="en-GB" sz="2300" dirty="0">
                <a:solidFill>
                  <a:srgbClr val="00B0F0"/>
                </a:solidFill>
              </a:rPr>
              <a:t> et al. [20].</a:t>
            </a:r>
            <a:endParaRPr lang="nl-NL" sz="2300" dirty="0">
              <a:solidFill>
                <a:srgbClr val="00B0F0"/>
              </a:solidFill>
            </a:endParaRPr>
          </a:p>
        </p:txBody>
      </p:sp>
      <p:sp>
        <p:nvSpPr>
          <p:cNvPr id="4" name="Rectangle 4"/>
          <p:cNvSpPr/>
          <p:nvPr/>
        </p:nvSpPr>
        <p:spPr>
          <a:xfrm>
            <a:off x="0" y="6195482"/>
            <a:ext cx="9144000" cy="646331"/>
          </a:xfrm>
          <a:prstGeom prst="rect">
            <a:avLst/>
          </a:prstGeom>
        </p:spPr>
        <p:txBody>
          <a:bodyPr wrap="square">
            <a:spAutoFit/>
          </a:bodyPr>
          <a:lstStyle/>
          <a:p>
            <a:r>
              <a:rPr lang="en-US" dirty="0">
                <a:solidFill>
                  <a:schemeClr val="bg1">
                    <a:lumMod val="50000"/>
                  </a:schemeClr>
                </a:solidFill>
              </a:rPr>
              <a:t>From: Hugh </a:t>
            </a:r>
            <a:r>
              <a:rPr lang="en-US" dirty="0" err="1">
                <a:solidFill>
                  <a:schemeClr val="bg1">
                    <a:lumMod val="50000"/>
                  </a:schemeClr>
                </a:solidFill>
              </a:rPr>
              <a:t>Wimberly</a:t>
            </a:r>
            <a:r>
              <a:rPr lang="en-US" dirty="0">
                <a:solidFill>
                  <a:schemeClr val="bg1">
                    <a:lumMod val="50000"/>
                  </a:schemeClr>
                </a:solidFill>
              </a:rPr>
              <a:t> &amp; Lorie M. </a:t>
            </a:r>
            <a:r>
              <a:rPr lang="en-US" dirty="0" err="1">
                <a:solidFill>
                  <a:schemeClr val="bg1">
                    <a:lumMod val="50000"/>
                  </a:schemeClr>
                </a:solidFill>
              </a:rPr>
              <a:t>Liebrock</a:t>
            </a:r>
            <a:r>
              <a:rPr lang="en-US" dirty="0">
                <a:solidFill>
                  <a:schemeClr val="bg1">
                    <a:lumMod val="50000"/>
                  </a:schemeClr>
                </a:solidFill>
              </a:rPr>
              <a:t> (2011). Using Fingerprint Authentication to Reduce System Security: An Empirical Study. </a:t>
            </a:r>
          </a:p>
        </p:txBody>
      </p:sp>
    </p:spTree>
    <p:extLst>
      <p:ext uri="{BB962C8B-B14F-4D97-AF65-F5344CB8AC3E}">
        <p14:creationId xmlns:p14="http://schemas.microsoft.com/office/powerpoint/2010/main" val="120650657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jdelijke aanduiding voor inhoud 2"/>
          <p:cNvSpPr>
            <a:spLocks noGrp="1"/>
          </p:cNvSpPr>
          <p:nvPr>
            <p:ph idx="4294967295"/>
          </p:nvPr>
        </p:nvSpPr>
        <p:spPr>
          <a:xfrm>
            <a:off x="0" y="0"/>
            <a:ext cx="9144000" cy="5862637"/>
          </a:xfrm>
        </p:spPr>
        <p:txBody>
          <a:bodyPr>
            <a:noAutofit/>
          </a:bodyPr>
          <a:lstStyle/>
          <a:p>
            <a:pPr>
              <a:lnSpc>
                <a:spcPct val="150000"/>
              </a:lnSpc>
              <a:spcBef>
                <a:spcPts val="0"/>
              </a:spcBef>
              <a:spcAft>
                <a:spcPts val="0"/>
              </a:spcAft>
            </a:pPr>
            <a:r>
              <a:rPr lang="en-GB" sz="2300" b="1" dirty="0"/>
              <a:t>In the area of user-focused security, there is limited data and analysis of user motivation regarding their security posture and </a:t>
            </a:r>
            <a:r>
              <a:rPr lang="en-GB" sz="2300" b="1" dirty="0" err="1"/>
              <a:t>behavior</a:t>
            </a:r>
            <a:r>
              <a:rPr lang="en-GB" sz="2300" b="1" dirty="0"/>
              <a:t>. </a:t>
            </a:r>
            <a:r>
              <a:rPr lang="en-GB" sz="2300" dirty="0" err="1">
                <a:solidFill>
                  <a:srgbClr val="00B0F0"/>
                </a:solidFill>
              </a:rPr>
              <a:t>Weirich</a:t>
            </a:r>
            <a:r>
              <a:rPr lang="en-GB" sz="2300" dirty="0">
                <a:solidFill>
                  <a:srgbClr val="00B0F0"/>
                </a:solidFill>
              </a:rPr>
              <a:t> and </a:t>
            </a:r>
            <a:r>
              <a:rPr lang="en-GB" sz="2300" dirty="0" err="1">
                <a:solidFill>
                  <a:srgbClr val="00B0F0"/>
                </a:solidFill>
              </a:rPr>
              <a:t>Sasse</a:t>
            </a:r>
            <a:r>
              <a:rPr lang="en-GB" sz="2300" dirty="0">
                <a:solidFill>
                  <a:srgbClr val="00B0F0"/>
                </a:solidFill>
              </a:rPr>
              <a:t> [17] </a:t>
            </a:r>
            <a:r>
              <a:rPr lang="en-GB" sz="2300" dirty="0">
                <a:solidFill>
                  <a:srgbClr val="00B050"/>
                </a:solidFill>
              </a:rPr>
              <a:t>report </a:t>
            </a:r>
            <a:r>
              <a:rPr lang="en-GB" sz="2300" dirty="0"/>
              <a:t>the results of </a:t>
            </a:r>
            <a:r>
              <a:rPr lang="en-GB" sz="2300" dirty="0">
                <a:solidFill>
                  <a:srgbClr val="00B050"/>
                </a:solidFill>
              </a:rPr>
              <a:t>a series of user interviews </a:t>
            </a:r>
            <a:r>
              <a:rPr lang="en-GB" sz="2300" dirty="0"/>
              <a:t>about password </a:t>
            </a:r>
            <a:r>
              <a:rPr lang="en-GB" sz="2300" dirty="0" err="1"/>
              <a:t>behavior</a:t>
            </a:r>
            <a:r>
              <a:rPr lang="en-GB" sz="2300" dirty="0"/>
              <a:t> and develops suggestions of how to phrase arguments to persuade users to adopt better security </a:t>
            </a:r>
            <a:r>
              <a:rPr lang="en-GB" sz="2300" dirty="0" err="1"/>
              <a:t>behavior</a:t>
            </a:r>
            <a:r>
              <a:rPr lang="en-GB" sz="2300" dirty="0"/>
              <a:t>. </a:t>
            </a:r>
            <a:r>
              <a:rPr lang="en-GB" sz="2300" dirty="0">
                <a:solidFill>
                  <a:srgbClr val="00B0F0"/>
                </a:solidFill>
              </a:rPr>
              <a:t>Stanton et al. [18] </a:t>
            </a:r>
            <a:r>
              <a:rPr lang="en-GB" sz="2300" dirty="0"/>
              <a:t>likewise </a:t>
            </a:r>
            <a:r>
              <a:rPr lang="en-GB" sz="2300" dirty="0">
                <a:solidFill>
                  <a:srgbClr val="00B050"/>
                </a:solidFill>
              </a:rPr>
              <a:t>interviewed </a:t>
            </a:r>
            <a:r>
              <a:rPr lang="en-GB" sz="2300" dirty="0"/>
              <a:t>users for the purpose of discovering the range of user security </a:t>
            </a:r>
            <a:r>
              <a:rPr lang="en-GB" sz="2300" dirty="0" err="1"/>
              <a:t>behavior</a:t>
            </a:r>
            <a:r>
              <a:rPr lang="en-GB" sz="2300" dirty="0"/>
              <a:t> in a wide variety of contexts—not just in password choice and use. The </a:t>
            </a:r>
            <a:r>
              <a:rPr lang="en-GB" sz="2300" dirty="0">
                <a:solidFill>
                  <a:srgbClr val="00B050"/>
                </a:solidFill>
              </a:rPr>
              <a:t>laboratory-based users studies </a:t>
            </a:r>
            <a:r>
              <a:rPr lang="en-GB" sz="2300" dirty="0"/>
              <a:t>that the authors are familiar with mostly </a:t>
            </a:r>
            <a:r>
              <a:rPr lang="en-GB" sz="2300" dirty="0">
                <a:solidFill>
                  <a:srgbClr val="00B050"/>
                </a:solidFill>
              </a:rPr>
              <a:t>attempt</a:t>
            </a:r>
            <a:r>
              <a:rPr lang="en-GB" sz="2300" dirty="0"/>
              <a:t> to test new security systems, such as the </a:t>
            </a:r>
            <a:r>
              <a:rPr lang="en-GB" sz="2300" dirty="0">
                <a:solidFill>
                  <a:srgbClr val="00B050"/>
                </a:solidFill>
              </a:rPr>
              <a:t>evaluation</a:t>
            </a:r>
            <a:r>
              <a:rPr lang="en-GB" sz="2300" dirty="0"/>
              <a:t> of Deja Vu by </a:t>
            </a:r>
            <a:r>
              <a:rPr lang="en-GB" sz="2300" dirty="0" err="1">
                <a:solidFill>
                  <a:srgbClr val="00B0F0"/>
                </a:solidFill>
              </a:rPr>
              <a:t>Dhamija</a:t>
            </a:r>
            <a:r>
              <a:rPr lang="en-GB" sz="2300" dirty="0">
                <a:solidFill>
                  <a:srgbClr val="00B0F0"/>
                </a:solidFill>
              </a:rPr>
              <a:t> and </a:t>
            </a:r>
            <a:r>
              <a:rPr lang="en-GB" sz="2300" dirty="0" err="1">
                <a:solidFill>
                  <a:srgbClr val="00B0F0"/>
                </a:solidFill>
              </a:rPr>
              <a:t>Perrig</a:t>
            </a:r>
            <a:r>
              <a:rPr lang="en-GB" sz="2300" dirty="0">
                <a:solidFill>
                  <a:srgbClr val="00B0F0"/>
                </a:solidFill>
              </a:rPr>
              <a:t> [19]</a:t>
            </a:r>
            <a:r>
              <a:rPr lang="en-GB" sz="2300" dirty="0"/>
              <a:t> and </a:t>
            </a:r>
            <a:r>
              <a:rPr lang="en-GB" sz="2300" dirty="0">
                <a:solidFill>
                  <a:srgbClr val="00B050"/>
                </a:solidFill>
              </a:rPr>
              <a:t>one of the evaluations </a:t>
            </a:r>
            <a:r>
              <a:rPr lang="en-GB" sz="2300" dirty="0"/>
              <a:t>of the </a:t>
            </a:r>
            <a:r>
              <a:rPr lang="en-GB" sz="2300" dirty="0" err="1"/>
              <a:t>PassPoints</a:t>
            </a:r>
            <a:r>
              <a:rPr lang="en-GB" sz="2300" dirty="0"/>
              <a:t> system such as done by </a:t>
            </a:r>
            <a:r>
              <a:rPr lang="en-GB" sz="2300" dirty="0" err="1">
                <a:solidFill>
                  <a:srgbClr val="00B0F0"/>
                </a:solidFill>
              </a:rPr>
              <a:t>Wiedenbeck</a:t>
            </a:r>
            <a:r>
              <a:rPr lang="en-GB" sz="2300" dirty="0">
                <a:solidFill>
                  <a:srgbClr val="00B0F0"/>
                </a:solidFill>
              </a:rPr>
              <a:t> et al. [20].</a:t>
            </a:r>
            <a:endParaRPr lang="nl-NL" sz="2300" dirty="0">
              <a:solidFill>
                <a:srgbClr val="00B0F0"/>
              </a:solidFill>
            </a:endParaRPr>
          </a:p>
        </p:txBody>
      </p:sp>
      <p:sp>
        <p:nvSpPr>
          <p:cNvPr id="4" name="Rectangle 4"/>
          <p:cNvSpPr/>
          <p:nvPr/>
        </p:nvSpPr>
        <p:spPr>
          <a:xfrm>
            <a:off x="0" y="6195482"/>
            <a:ext cx="9144000" cy="646331"/>
          </a:xfrm>
          <a:prstGeom prst="rect">
            <a:avLst/>
          </a:prstGeom>
        </p:spPr>
        <p:txBody>
          <a:bodyPr wrap="square">
            <a:spAutoFit/>
          </a:bodyPr>
          <a:lstStyle/>
          <a:p>
            <a:r>
              <a:rPr lang="en-US" dirty="0">
                <a:solidFill>
                  <a:schemeClr val="bg1">
                    <a:lumMod val="50000"/>
                  </a:schemeClr>
                </a:solidFill>
              </a:rPr>
              <a:t>From: Hugh </a:t>
            </a:r>
            <a:r>
              <a:rPr lang="en-US" dirty="0" err="1">
                <a:solidFill>
                  <a:schemeClr val="bg1">
                    <a:lumMod val="50000"/>
                  </a:schemeClr>
                </a:solidFill>
              </a:rPr>
              <a:t>Wimberly</a:t>
            </a:r>
            <a:r>
              <a:rPr lang="en-US" dirty="0">
                <a:solidFill>
                  <a:schemeClr val="bg1">
                    <a:lumMod val="50000"/>
                  </a:schemeClr>
                </a:solidFill>
              </a:rPr>
              <a:t> &amp; Lorie M. </a:t>
            </a:r>
            <a:r>
              <a:rPr lang="en-US" dirty="0" err="1">
                <a:solidFill>
                  <a:schemeClr val="bg1">
                    <a:lumMod val="50000"/>
                  </a:schemeClr>
                </a:solidFill>
              </a:rPr>
              <a:t>Liebrock</a:t>
            </a:r>
            <a:r>
              <a:rPr lang="en-US" dirty="0">
                <a:solidFill>
                  <a:schemeClr val="bg1">
                    <a:lumMod val="50000"/>
                  </a:schemeClr>
                </a:solidFill>
              </a:rPr>
              <a:t> (2011). Using Fingerprint Authentication to Reduce System Security: An Empirical Study. </a:t>
            </a:r>
          </a:p>
        </p:txBody>
      </p:sp>
    </p:spTree>
    <p:extLst>
      <p:ext uri="{BB962C8B-B14F-4D97-AF65-F5344CB8AC3E}">
        <p14:creationId xmlns:p14="http://schemas.microsoft.com/office/powerpoint/2010/main" val="225197237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nl-NL" dirty="0"/>
              <a:t>Putting </a:t>
            </a:r>
            <a:r>
              <a:rPr lang="nl-NL" dirty="0" err="1"/>
              <a:t>paragraphs</a:t>
            </a:r>
            <a:r>
              <a:rPr lang="nl-NL" dirty="0"/>
              <a:t> </a:t>
            </a:r>
            <a:r>
              <a:rPr lang="nl-NL" dirty="0" err="1"/>
              <a:t>to</a:t>
            </a:r>
            <a:r>
              <a:rPr lang="nl-NL" dirty="0"/>
              <a:t> </a:t>
            </a:r>
            <a:r>
              <a:rPr lang="nl-NL" dirty="0" err="1"/>
              <a:t>the</a:t>
            </a:r>
            <a:r>
              <a:rPr lang="nl-NL" dirty="0"/>
              <a:t> test</a:t>
            </a:r>
          </a:p>
        </p:txBody>
      </p:sp>
      <p:sp>
        <p:nvSpPr>
          <p:cNvPr id="3" name="Tijdelijke aanduiding voor inhoud 2"/>
          <p:cNvSpPr>
            <a:spLocks noGrp="1"/>
          </p:cNvSpPr>
          <p:nvPr>
            <p:ph idx="1"/>
          </p:nvPr>
        </p:nvSpPr>
        <p:spPr/>
        <p:txBody>
          <a:bodyPr/>
          <a:lstStyle/>
          <a:p>
            <a:endParaRPr lang="nl-NL"/>
          </a:p>
        </p:txBody>
      </p:sp>
    </p:spTree>
    <p:extLst>
      <p:ext uri="{BB962C8B-B14F-4D97-AF65-F5344CB8AC3E}">
        <p14:creationId xmlns:p14="http://schemas.microsoft.com/office/powerpoint/2010/main" val="292918579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nl-NL" dirty="0" err="1"/>
              <a:t>Example</a:t>
            </a:r>
            <a:r>
              <a:rPr lang="nl-NL" dirty="0"/>
              <a:t>: </a:t>
            </a:r>
            <a:r>
              <a:rPr lang="nl-NL" dirty="0" err="1"/>
              <a:t>Related</a:t>
            </a:r>
            <a:r>
              <a:rPr lang="nl-NL" dirty="0"/>
              <a:t> </a:t>
            </a:r>
            <a:r>
              <a:rPr lang="nl-NL" dirty="0" err="1"/>
              <a:t>Work</a:t>
            </a:r>
            <a:r>
              <a:rPr lang="nl-NL" dirty="0"/>
              <a:t>, </a:t>
            </a:r>
            <a:r>
              <a:rPr lang="nl-NL" dirty="0" err="1"/>
              <a:t>paragraph</a:t>
            </a:r>
            <a:r>
              <a:rPr lang="nl-NL" dirty="0"/>
              <a:t> 1</a:t>
            </a:r>
          </a:p>
        </p:txBody>
      </p:sp>
      <p:sp>
        <p:nvSpPr>
          <p:cNvPr id="3" name="Tijdelijke aanduiding voor inhoud 2"/>
          <p:cNvSpPr>
            <a:spLocks noGrp="1"/>
          </p:cNvSpPr>
          <p:nvPr>
            <p:ph idx="1"/>
          </p:nvPr>
        </p:nvSpPr>
        <p:spPr/>
        <p:txBody>
          <a:bodyPr/>
          <a:lstStyle/>
          <a:p>
            <a:pPr>
              <a:lnSpc>
                <a:spcPct val="150000"/>
              </a:lnSpc>
            </a:pPr>
            <a:r>
              <a:rPr lang="en-GB" sz="2400" dirty="0"/>
              <a:t>At the University of Maryland, the International Communication and Negotiation Simulations (ICONS) project has been running for over twenty years now as a tool for teaching students on international relations and conflict resolutions, mainly based on bilateral negotiation simulations and role-playing [12].</a:t>
            </a:r>
            <a:endParaRPr lang="nl-NL" sz="2400" dirty="0"/>
          </a:p>
          <a:p>
            <a:endParaRPr lang="nl-NL" dirty="0"/>
          </a:p>
        </p:txBody>
      </p:sp>
      <p:sp>
        <p:nvSpPr>
          <p:cNvPr id="4" name="Rechthoek 3"/>
          <p:cNvSpPr/>
          <p:nvPr/>
        </p:nvSpPr>
        <p:spPr>
          <a:xfrm>
            <a:off x="0" y="6211669"/>
            <a:ext cx="9144000" cy="646331"/>
          </a:xfrm>
          <a:prstGeom prst="rect">
            <a:avLst/>
          </a:prstGeom>
        </p:spPr>
        <p:txBody>
          <a:bodyPr wrap="square">
            <a:spAutoFit/>
          </a:bodyPr>
          <a:lstStyle/>
          <a:p>
            <a:r>
              <a:rPr lang="en-GB" dirty="0">
                <a:solidFill>
                  <a:schemeClr val="bg1">
                    <a:lumMod val="50000"/>
                  </a:schemeClr>
                </a:solidFill>
              </a:rPr>
              <a:t>From: </a:t>
            </a:r>
            <a:r>
              <a:rPr lang="en-GB" dirty="0" err="1">
                <a:solidFill>
                  <a:schemeClr val="bg1">
                    <a:lumMod val="50000"/>
                  </a:schemeClr>
                </a:solidFill>
              </a:rPr>
              <a:t>Raz</a:t>
            </a:r>
            <a:r>
              <a:rPr lang="en-GB" dirty="0">
                <a:solidFill>
                  <a:schemeClr val="bg1">
                    <a:lumMod val="50000"/>
                  </a:schemeClr>
                </a:solidFill>
              </a:rPr>
              <a:t> Lin, </a:t>
            </a:r>
            <a:r>
              <a:rPr lang="en-GB" dirty="0" err="1">
                <a:solidFill>
                  <a:schemeClr val="bg1">
                    <a:lumMod val="50000"/>
                  </a:schemeClr>
                </a:solidFill>
              </a:rPr>
              <a:t>Yinon</a:t>
            </a:r>
            <a:r>
              <a:rPr lang="en-GB" dirty="0">
                <a:solidFill>
                  <a:schemeClr val="bg1">
                    <a:lumMod val="50000"/>
                  </a:schemeClr>
                </a:solidFill>
              </a:rPr>
              <a:t> </a:t>
            </a:r>
            <a:r>
              <a:rPr lang="en-GB" dirty="0" err="1">
                <a:solidFill>
                  <a:schemeClr val="bg1">
                    <a:lumMod val="50000"/>
                  </a:schemeClr>
                </a:solidFill>
              </a:rPr>
              <a:t>Oshrat</a:t>
            </a:r>
            <a:r>
              <a:rPr lang="en-GB" dirty="0">
                <a:solidFill>
                  <a:schemeClr val="bg1">
                    <a:lumMod val="50000"/>
                  </a:schemeClr>
                </a:solidFill>
              </a:rPr>
              <a:t> and </a:t>
            </a:r>
            <a:r>
              <a:rPr lang="en-GB" dirty="0" err="1">
                <a:solidFill>
                  <a:schemeClr val="bg1">
                    <a:lumMod val="50000"/>
                  </a:schemeClr>
                </a:solidFill>
              </a:rPr>
              <a:t>Sarit</a:t>
            </a:r>
            <a:r>
              <a:rPr lang="en-GB" dirty="0">
                <a:solidFill>
                  <a:schemeClr val="bg1">
                    <a:lumMod val="50000"/>
                  </a:schemeClr>
                </a:solidFill>
              </a:rPr>
              <a:t> Kraus. Investigating the Benefits of Automated Negotiations in Enhancing People’s Negotiation Skills. 2009</a:t>
            </a:r>
            <a:endParaRPr lang="nl-NL" dirty="0">
              <a:solidFill>
                <a:schemeClr val="bg1">
                  <a:lumMod val="50000"/>
                </a:schemeClr>
              </a:solidFill>
            </a:endParaRPr>
          </a:p>
        </p:txBody>
      </p:sp>
    </p:spTree>
    <p:extLst>
      <p:ext uri="{BB962C8B-B14F-4D97-AF65-F5344CB8AC3E}">
        <p14:creationId xmlns:p14="http://schemas.microsoft.com/office/powerpoint/2010/main" val="283455355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nl-NL" dirty="0" err="1"/>
              <a:t>Example</a:t>
            </a:r>
            <a:r>
              <a:rPr lang="nl-NL" dirty="0"/>
              <a:t>: </a:t>
            </a:r>
            <a:r>
              <a:rPr lang="nl-NL" dirty="0" err="1"/>
              <a:t>Related</a:t>
            </a:r>
            <a:r>
              <a:rPr lang="nl-NL" dirty="0"/>
              <a:t> </a:t>
            </a:r>
            <a:r>
              <a:rPr lang="nl-NL" dirty="0" err="1"/>
              <a:t>Work</a:t>
            </a:r>
            <a:r>
              <a:rPr lang="nl-NL" dirty="0"/>
              <a:t>, </a:t>
            </a:r>
            <a:r>
              <a:rPr lang="nl-NL" dirty="0" err="1"/>
              <a:t>paragraph</a:t>
            </a:r>
            <a:r>
              <a:rPr lang="nl-NL" dirty="0"/>
              <a:t> 2</a:t>
            </a:r>
          </a:p>
        </p:txBody>
      </p:sp>
      <p:sp>
        <p:nvSpPr>
          <p:cNvPr id="3" name="Tijdelijke aanduiding voor inhoud 2"/>
          <p:cNvSpPr>
            <a:spLocks noGrp="1"/>
          </p:cNvSpPr>
          <p:nvPr>
            <p:ph idx="1"/>
          </p:nvPr>
        </p:nvSpPr>
        <p:spPr/>
        <p:txBody>
          <a:bodyPr/>
          <a:lstStyle/>
          <a:p>
            <a:pPr>
              <a:lnSpc>
                <a:spcPct val="150000"/>
              </a:lnSpc>
            </a:pPr>
            <a:r>
              <a:rPr lang="en-GB" sz="2400" dirty="0"/>
              <a:t>Ross </a:t>
            </a:r>
            <a:r>
              <a:rPr lang="en-GB" sz="2400" i="1" dirty="0"/>
              <a:t>et al. </a:t>
            </a:r>
            <a:r>
              <a:rPr lang="en-GB" sz="2400" dirty="0"/>
              <a:t>[17], on the other hand, investigate how the negotiation skills of students in relevant courses can be improved.</a:t>
            </a:r>
            <a:endParaRPr lang="nl-NL" sz="2400" dirty="0"/>
          </a:p>
          <a:p>
            <a:endParaRPr lang="nl-NL" dirty="0"/>
          </a:p>
        </p:txBody>
      </p:sp>
      <p:sp>
        <p:nvSpPr>
          <p:cNvPr id="4" name="Rechthoek 3"/>
          <p:cNvSpPr/>
          <p:nvPr/>
        </p:nvSpPr>
        <p:spPr>
          <a:xfrm>
            <a:off x="0" y="6211669"/>
            <a:ext cx="9144000" cy="646331"/>
          </a:xfrm>
          <a:prstGeom prst="rect">
            <a:avLst/>
          </a:prstGeom>
        </p:spPr>
        <p:txBody>
          <a:bodyPr wrap="square">
            <a:spAutoFit/>
          </a:bodyPr>
          <a:lstStyle/>
          <a:p>
            <a:r>
              <a:rPr lang="en-GB" dirty="0">
                <a:solidFill>
                  <a:schemeClr val="bg1">
                    <a:lumMod val="50000"/>
                  </a:schemeClr>
                </a:solidFill>
              </a:rPr>
              <a:t>From: </a:t>
            </a:r>
            <a:r>
              <a:rPr lang="en-GB" dirty="0" err="1">
                <a:solidFill>
                  <a:schemeClr val="bg1">
                    <a:lumMod val="50000"/>
                  </a:schemeClr>
                </a:solidFill>
              </a:rPr>
              <a:t>Raz</a:t>
            </a:r>
            <a:r>
              <a:rPr lang="en-GB" dirty="0">
                <a:solidFill>
                  <a:schemeClr val="bg1">
                    <a:lumMod val="50000"/>
                  </a:schemeClr>
                </a:solidFill>
              </a:rPr>
              <a:t> Lin, </a:t>
            </a:r>
            <a:r>
              <a:rPr lang="en-GB" dirty="0" err="1">
                <a:solidFill>
                  <a:schemeClr val="bg1">
                    <a:lumMod val="50000"/>
                  </a:schemeClr>
                </a:solidFill>
              </a:rPr>
              <a:t>Yinon</a:t>
            </a:r>
            <a:r>
              <a:rPr lang="en-GB" dirty="0">
                <a:solidFill>
                  <a:schemeClr val="bg1">
                    <a:lumMod val="50000"/>
                  </a:schemeClr>
                </a:solidFill>
              </a:rPr>
              <a:t> </a:t>
            </a:r>
            <a:r>
              <a:rPr lang="en-GB" dirty="0" err="1">
                <a:solidFill>
                  <a:schemeClr val="bg1">
                    <a:lumMod val="50000"/>
                  </a:schemeClr>
                </a:solidFill>
              </a:rPr>
              <a:t>Oshrat</a:t>
            </a:r>
            <a:r>
              <a:rPr lang="en-GB" dirty="0">
                <a:solidFill>
                  <a:schemeClr val="bg1">
                    <a:lumMod val="50000"/>
                  </a:schemeClr>
                </a:solidFill>
              </a:rPr>
              <a:t> and </a:t>
            </a:r>
            <a:r>
              <a:rPr lang="en-GB" dirty="0" err="1">
                <a:solidFill>
                  <a:schemeClr val="bg1">
                    <a:lumMod val="50000"/>
                  </a:schemeClr>
                </a:solidFill>
              </a:rPr>
              <a:t>Sarit</a:t>
            </a:r>
            <a:r>
              <a:rPr lang="en-GB" dirty="0">
                <a:solidFill>
                  <a:schemeClr val="bg1">
                    <a:lumMod val="50000"/>
                  </a:schemeClr>
                </a:solidFill>
              </a:rPr>
              <a:t> Kraus. Investigating the Benefits of Automated Negotiations in Enhancing People’s Negotiation Skills. 2009</a:t>
            </a:r>
            <a:endParaRPr lang="nl-NL" dirty="0">
              <a:solidFill>
                <a:schemeClr val="bg1">
                  <a:lumMod val="50000"/>
                </a:schemeClr>
              </a:solidFill>
            </a:endParaRPr>
          </a:p>
        </p:txBody>
      </p:sp>
    </p:spTree>
    <p:extLst>
      <p:ext uri="{BB962C8B-B14F-4D97-AF65-F5344CB8AC3E}">
        <p14:creationId xmlns:p14="http://schemas.microsoft.com/office/powerpoint/2010/main" val="82866768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nl-NL" dirty="0" err="1"/>
              <a:t>Example</a:t>
            </a:r>
            <a:r>
              <a:rPr lang="nl-NL" dirty="0"/>
              <a:t>: </a:t>
            </a:r>
            <a:r>
              <a:rPr lang="nl-NL" dirty="0" err="1"/>
              <a:t>Related</a:t>
            </a:r>
            <a:r>
              <a:rPr lang="nl-NL" dirty="0"/>
              <a:t> </a:t>
            </a:r>
            <a:r>
              <a:rPr lang="nl-NL" dirty="0" err="1"/>
              <a:t>Work</a:t>
            </a:r>
            <a:r>
              <a:rPr lang="nl-NL" dirty="0"/>
              <a:t>, </a:t>
            </a:r>
            <a:r>
              <a:rPr lang="nl-NL" dirty="0" err="1"/>
              <a:t>paragraph</a:t>
            </a:r>
            <a:r>
              <a:rPr lang="nl-NL" dirty="0"/>
              <a:t> 3</a:t>
            </a:r>
          </a:p>
        </p:txBody>
      </p:sp>
      <p:sp>
        <p:nvSpPr>
          <p:cNvPr id="3" name="Tijdelijke aanduiding voor inhoud 2"/>
          <p:cNvSpPr>
            <a:spLocks noGrp="1"/>
          </p:cNvSpPr>
          <p:nvPr>
            <p:ph idx="1"/>
          </p:nvPr>
        </p:nvSpPr>
        <p:spPr/>
        <p:txBody>
          <a:bodyPr/>
          <a:lstStyle/>
          <a:p>
            <a:pPr>
              <a:lnSpc>
                <a:spcPct val="150000"/>
              </a:lnSpc>
            </a:pPr>
            <a:r>
              <a:rPr lang="en-GB" sz="2400" dirty="0"/>
              <a:t>Similar to Ross </a:t>
            </a:r>
            <a:r>
              <a:rPr lang="en-GB" sz="2400" i="1" dirty="0"/>
              <a:t>et al. </a:t>
            </a:r>
            <a:r>
              <a:rPr lang="en-GB" sz="2400" dirty="0" err="1"/>
              <a:t>Druckman</a:t>
            </a:r>
            <a:r>
              <a:rPr lang="en-GB" sz="2400" dirty="0"/>
              <a:t> and </a:t>
            </a:r>
            <a:r>
              <a:rPr lang="en-GB" sz="2400" dirty="0" err="1"/>
              <a:t>Ebner</a:t>
            </a:r>
            <a:r>
              <a:rPr lang="en-GB" sz="2400" dirty="0"/>
              <a:t> [3] conducted</a:t>
            </a:r>
            <a:r>
              <a:rPr lang="nl-NL" sz="2400" dirty="0"/>
              <a:t> </a:t>
            </a:r>
            <a:r>
              <a:rPr lang="en-GB" sz="2400" dirty="0"/>
              <a:t>an experiment in which they demonstrated that students</a:t>
            </a:r>
            <a:r>
              <a:rPr lang="nl-NL" sz="2400" dirty="0"/>
              <a:t> </a:t>
            </a:r>
            <a:r>
              <a:rPr lang="en-GB" sz="2400" dirty="0"/>
              <a:t>practicing in simulations demonstrate a better understanding of negotiation concepts.</a:t>
            </a:r>
            <a:endParaRPr lang="nl-NL" sz="2400" dirty="0"/>
          </a:p>
          <a:p>
            <a:endParaRPr lang="nl-NL" dirty="0"/>
          </a:p>
        </p:txBody>
      </p:sp>
      <p:sp>
        <p:nvSpPr>
          <p:cNvPr id="4" name="Rechthoek 3"/>
          <p:cNvSpPr/>
          <p:nvPr/>
        </p:nvSpPr>
        <p:spPr>
          <a:xfrm>
            <a:off x="0" y="6211669"/>
            <a:ext cx="9144000" cy="646331"/>
          </a:xfrm>
          <a:prstGeom prst="rect">
            <a:avLst/>
          </a:prstGeom>
        </p:spPr>
        <p:txBody>
          <a:bodyPr wrap="square">
            <a:spAutoFit/>
          </a:bodyPr>
          <a:lstStyle/>
          <a:p>
            <a:r>
              <a:rPr lang="en-GB" dirty="0">
                <a:solidFill>
                  <a:schemeClr val="bg1">
                    <a:lumMod val="50000"/>
                  </a:schemeClr>
                </a:solidFill>
              </a:rPr>
              <a:t>From: </a:t>
            </a:r>
            <a:r>
              <a:rPr lang="en-GB" dirty="0" err="1">
                <a:solidFill>
                  <a:schemeClr val="bg1">
                    <a:lumMod val="50000"/>
                  </a:schemeClr>
                </a:solidFill>
              </a:rPr>
              <a:t>Raz</a:t>
            </a:r>
            <a:r>
              <a:rPr lang="en-GB" dirty="0">
                <a:solidFill>
                  <a:schemeClr val="bg1">
                    <a:lumMod val="50000"/>
                  </a:schemeClr>
                </a:solidFill>
              </a:rPr>
              <a:t> Lin, </a:t>
            </a:r>
            <a:r>
              <a:rPr lang="en-GB" dirty="0" err="1">
                <a:solidFill>
                  <a:schemeClr val="bg1">
                    <a:lumMod val="50000"/>
                  </a:schemeClr>
                </a:solidFill>
              </a:rPr>
              <a:t>Yinon</a:t>
            </a:r>
            <a:r>
              <a:rPr lang="en-GB" dirty="0">
                <a:solidFill>
                  <a:schemeClr val="bg1">
                    <a:lumMod val="50000"/>
                  </a:schemeClr>
                </a:solidFill>
              </a:rPr>
              <a:t> </a:t>
            </a:r>
            <a:r>
              <a:rPr lang="en-GB" dirty="0" err="1">
                <a:solidFill>
                  <a:schemeClr val="bg1">
                    <a:lumMod val="50000"/>
                  </a:schemeClr>
                </a:solidFill>
              </a:rPr>
              <a:t>Oshrat</a:t>
            </a:r>
            <a:r>
              <a:rPr lang="en-GB" dirty="0">
                <a:solidFill>
                  <a:schemeClr val="bg1">
                    <a:lumMod val="50000"/>
                  </a:schemeClr>
                </a:solidFill>
              </a:rPr>
              <a:t> and </a:t>
            </a:r>
            <a:r>
              <a:rPr lang="en-GB" dirty="0" err="1">
                <a:solidFill>
                  <a:schemeClr val="bg1">
                    <a:lumMod val="50000"/>
                  </a:schemeClr>
                </a:solidFill>
              </a:rPr>
              <a:t>Sarit</a:t>
            </a:r>
            <a:r>
              <a:rPr lang="en-GB" dirty="0">
                <a:solidFill>
                  <a:schemeClr val="bg1">
                    <a:lumMod val="50000"/>
                  </a:schemeClr>
                </a:solidFill>
              </a:rPr>
              <a:t> Kraus. Investigating the Benefits of Automated Negotiations in Enhancing People’s Negotiation Skills. 2009</a:t>
            </a:r>
            <a:endParaRPr lang="nl-NL" dirty="0">
              <a:solidFill>
                <a:schemeClr val="bg1">
                  <a:lumMod val="50000"/>
                </a:schemeClr>
              </a:solidFill>
            </a:endParaRPr>
          </a:p>
        </p:txBody>
      </p:sp>
    </p:spTree>
    <p:extLst>
      <p:ext uri="{BB962C8B-B14F-4D97-AF65-F5344CB8AC3E}">
        <p14:creationId xmlns:p14="http://schemas.microsoft.com/office/powerpoint/2010/main" val="300336798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nl-NL" dirty="0" err="1"/>
              <a:t>Example</a:t>
            </a:r>
            <a:r>
              <a:rPr lang="nl-NL" dirty="0"/>
              <a:t>: </a:t>
            </a:r>
            <a:r>
              <a:rPr lang="nl-NL" dirty="0" err="1"/>
              <a:t>Related</a:t>
            </a:r>
            <a:r>
              <a:rPr lang="nl-NL" dirty="0"/>
              <a:t> </a:t>
            </a:r>
            <a:r>
              <a:rPr lang="nl-NL" dirty="0" err="1"/>
              <a:t>Work</a:t>
            </a:r>
            <a:r>
              <a:rPr lang="nl-NL" dirty="0"/>
              <a:t>, </a:t>
            </a:r>
            <a:r>
              <a:rPr lang="nl-NL" dirty="0" err="1"/>
              <a:t>paragraph</a:t>
            </a:r>
            <a:r>
              <a:rPr lang="nl-NL" dirty="0"/>
              <a:t> 4</a:t>
            </a:r>
          </a:p>
        </p:txBody>
      </p:sp>
      <p:sp>
        <p:nvSpPr>
          <p:cNvPr id="3" name="Tijdelijke aanduiding voor inhoud 2"/>
          <p:cNvSpPr>
            <a:spLocks noGrp="1"/>
          </p:cNvSpPr>
          <p:nvPr>
            <p:ph idx="1"/>
          </p:nvPr>
        </p:nvSpPr>
        <p:spPr/>
        <p:txBody>
          <a:bodyPr/>
          <a:lstStyle/>
          <a:p>
            <a:pPr>
              <a:lnSpc>
                <a:spcPct val="150000"/>
              </a:lnSpc>
            </a:pPr>
            <a:r>
              <a:rPr lang="en-GB" sz="2400" dirty="0"/>
              <a:t>Lastly, Kenny </a:t>
            </a:r>
            <a:r>
              <a:rPr lang="en-GB" sz="2400" i="1" dirty="0"/>
              <a:t>et al. </a:t>
            </a:r>
            <a:r>
              <a:rPr lang="en-GB" sz="2400" dirty="0"/>
              <a:t>[6] and </a:t>
            </a:r>
            <a:r>
              <a:rPr lang="en-GB" sz="2400" dirty="0" err="1"/>
              <a:t>Traum</a:t>
            </a:r>
            <a:r>
              <a:rPr lang="en-GB" sz="2400" dirty="0"/>
              <a:t> </a:t>
            </a:r>
            <a:r>
              <a:rPr lang="en-GB" sz="2400" i="1" dirty="0"/>
              <a:t>et al. </a:t>
            </a:r>
            <a:r>
              <a:rPr lang="en-GB" sz="2400" dirty="0"/>
              <a:t>[15] describe work on virtual humans that are used for interpersonal training for skills, such as: negotiation, leadership, interviewing and cultural training.</a:t>
            </a:r>
            <a:endParaRPr lang="nl-NL" sz="2400" dirty="0"/>
          </a:p>
          <a:p>
            <a:endParaRPr lang="nl-NL" dirty="0"/>
          </a:p>
        </p:txBody>
      </p:sp>
      <p:sp>
        <p:nvSpPr>
          <p:cNvPr id="4" name="Rechthoek 3"/>
          <p:cNvSpPr/>
          <p:nvPr/>
        </p:nvSpPr>
        <p:spPr>
          <a:xfrm>
            <a:off x="0" y="6211669"/>
            <a:ext cx="9144000" cy="646331"/>
          </a:xfrm>
          <a:prstGeom prst="rect">
            <a:avLst/>
          </a:prstGeom>
        </p:spPr>
        <p:txBody>
          <a:bodyPr wrap="square">
            <a:spAutoFit/>
          </a:bodyPr>
          <a:lstStyle/>
          <a:p>
            <a:r>
              <a:rPr lang="en-GB" dirty="0">
                <a:solidFill>
                  <a:schemeClr val="bg1">
                    <a:lumMod val="50000"/>
                  </a:schemeClr>
                </a:solidFill>
              </a:rPr>
              <a:t>From: </a:t>
            </a:r>
            <a:r>
              <a:rPr lang="en-GB" dirty="0" err="1">
                <a:solidFill>
                  <a:schemeClr val="bg1">
                    <a:lumMod val="50000"/>
                  </a:schemeClr>
                </a:solidFill>
              </a:rPr>
              <a:t>Raz</a:t>
            </a:r>
            <a:r>
              <a:rPr lang="en-GB" dirty="0">
                <a:solidFill>
                  <a:schemeClr val="bg1">
                    <a:lumMod val="50000"/>
                  </a:schemeClr>
                </a:solidFill>
              </a:rPr>
              <a:t> Lin, </a:t>
            </a:r>
            <a:r>
              <a:rPr lang="en-GB" dirty="0" err="1">
                <a:solidFill>
                  <a:schemeClr val="bg1">
                    <a:lumMod val="50000"/>
                  </a:schemeClr>
                </a:solidFill>
              </a:rPr>
              <a:t>Yinon</a:t>
            </a:r>
            <a:r>
              <a:rPr lang="en-GB" dirty="0">
                <a:solidFill>
                  <a:schemeClr val="bg1">
                    <a:lumMod val="50000"/>
                  </a:schemeClr>
                </a:solidFill>
              </a:rPr>
              <a:t> </a:t>
            </a:r>
            <a:r>
              <a:rPr lang="en-GB" dirty="0" err="1">
                <a:solidFill>
                  <a:schemeClr val="bg1">
                    <a:lumMod val="50000"/>
                  </a:schemeClr>
                </a:solidFill>
              </a:rPr>
              <a:t>Oshrat</a:t>
            </a:r>
            <a:r>
              <a:rPr lang="en-GB" dirty="0">
                <a:solidFill>
                  <a:schemeClr val="bg1">
                    <a:lumMod val="50000"/>
                  </a:schemeClr>
                </a:solidFill>
              </a:rPr>
              <a:t> and </a:t>
            </a:r>
            <a:r>
              <a:rPr lang="en-GB" dirty="0" err="1">
                <a:solidFill>
                  <a:schemeClr val="bg1">
                    <a:lumMod val="50000"/>
                  </a:schemeClr>
                </a:solidFill>
              </a:rPr>
              <a:t>Sarit</a:t>
            </a:r>
            <a:r>
              <a:rPr lang="en-GB" dirty="0">
                <a:solidFill>
                  <a:schemeClr val="bg1">
                    <a:lumMod val="50000"/>
                  </a:schemeClr>
                </a:solidFill>
              </a:rPr>
              <a:t> Kraus. Investigating the Benefits of Automated Negotiations in Enhancing People’s Negotiation Skills. 2009</a:t>
            </a:r>
            <a:endParaRPr lang="nl-NL" dirty="0">
              <a:solidFill>
                <a:schemeClr val="bg1">
                  <a:lumMod val="50000"/>
                </a:schemeClr>
              </a:solidFill>
            </a:endParaRPr>
          </a:p>
        </p:txBody>
      </p:sp>
      <p:sp>
        <p:nvSpPr>
          <p:cNvPr id="5" name="TextBox 4"/>
          <p:cNvSpPr txBox="1"/>
          <p:nvPr/>
        </p:nvSpPr>
        <p:spPr>
          <a:xfrm>
            <a:off x="4127500" y="4394199"/>
            <a:ext cx="4838700" cy="1634490"/>
          </a:xfrm>
          <a:prstGeom prst="roundRect">
            <a:avLst/>
          </a:prstGeom>
          <a:solidFill>
            <a:schemeClr val="accent3">
              <a:lumMod val="40000"/>
              <a:lumOff val="60000"/>
            </a:schemeClr>
          </a:solidFill>
        </p:spPr>
        <p:style>
          <a:lnRef idx="1">
            <a:schemeClr val="accent4"/>
          </a:lnRef>
          <a:fillRef idx="2">
            <a:schemeClr val="accent4"/>
          </a:fillRef>
          <a:effectRef idx="1">
            <a:schemeClr val="accent4"/>
          </a:effectRef>
          <a:fontRef idx="minor">
            <a:schemeClr val="dk1"/>
          </a:fontRef>
        </p:style>
        <p:txBody>
          <a:bodyPr wrap="square" rtlCol="0">
            <a:spAutoFit/>
          </a:bodyPr>
          <a:lstStyle/>
          <a:p>
            <a:r>
              <a:rPr lang="nl-NL" dirty="0"/>
              <a:t>These </a:t>
            </a:r>
            <a:r>
              <a:rPr lang="nl-NL" dirty="0" err="1"/>
              <a:t>four</a:t>
            </a:r>
            <a:r>
              <a:rPr lang="nl-NL" dirty="0"/>
              <a:t> topic </a:t>
            </a:r>
            <a:r>
              <a:rPr lang="nl-NL" dirty="0" err="1"/>
              <a:t>sentences</a:t>
            </a:r>
            <a:r>
              <a:rPr lang="nl-NL" dirty="0"/>
              <a:t> </a:t>
            </a:r>
            <a:r>
              <a:rPr lang="nl-NL" dirty="0" err="1"/>
              <a:t>should</a:t>
            </a:r>
            <a:r>
              <a:rPr lang="nl-NL" dirty="0"/>
              <a:t> </a:t>
            </a:r>
            <a:r>
              <a:rPr lang="nl-NL" dirty="0" err="1"/>
              <a:t>give</a:t>
            </a:r>
            <a:r>
              <a:rPr lang="nl-NL" dirty="0"/>
              <a:t> a </a:t>
            </a:r>
            <a:r>
              <a:rPr lang="nl-NL" dirty="0" err="1"/>
              <a:t>general</a:t>
            </a:r>
            <a:r>
              <a:rPr lang="nl-NL" dirty="0"/>
              <a:t> </a:t>
            </a:r>
            <a:r>
              <a:rPr lang="nl-NL" dirty="0" err="1"/>
              <a:t>idea</a:t>
            </a:r>
            <a:r>
              <a:rPr lang="nl-NL" dirty="0"/>
              <a:t> of </a:t>
            </a:r>
            <a:r>
              <a:rPr lang="nl-NL" dirty="0" err="1"/>
              <a:t>what</a:t>
            </a:r>
            <a:r>
              <a:rPr lang="nl-NL" dirty="0"/>
              <a:t> is </a:t>
            </a:r>
            <a:r>
              <a:rPr lang="nl-NL" dirty="0" err="1"/>
              <a:t>discussed</a:t>
            </a:r>
            <a:r>
              <a:rPr lang="nl-NL" dirty="0"/>
              <a:t> in the </a:t>
            </a:r>
            <a:r>
              <a:rPr lang="nl-NL" dirty="0" err="1"/>
              <a:t>whole</a:t>
            </a:r>
            <a:r>
              <a:rPr lang="nl-NL" dirty="0"/>
              <a:t> </a:t>
            </a:r>
            <a:r>
              <a:rPr lang="nl-NL" dirty="0" err="1"/>
              <a:t>section</a:t>
            </a:r>
            <a:r>
              <a:rPr lang="nl-NL" dirty="0"/>
              <a:t>. It </a:t>
            </a:r>
            <a:r>
              <a:rPr lang="nl-NL" dirty="0" err="1"/>
              <a:t>only</a:t>
            </a:r>
            <a:r>
              <a:rPr lang="nl-NL" dirty="0"/>
              <a:t> </a:t>
            </a:r>
            <a:r>
              <a:rPr lang="nl-NL" dirty="0" err="1"/>
              <a:t>works</a:t>
            </a:r>
            <a:r>
              <a:rPr lang="nl-NL" dirty="0"/>
              <a:t>, of course, </a:t>
            </a:r>
            <a:r>
              <a:rPr lang="nl-NL" dirty="0" err="1"/>
              <a:t>if</a:t>
            </a:r>
            <a:r>
              <a:rPr lang="nl-NL" dirty="0"/>
              <a:t> the topic </a:t>
            </a:r>
            <a:r>
              <a:rPr lang="nl-NL" dirty="0" err="1"/>
              <a:t>sentences</a:t>
            </a:r>
            <a:r>
              <a:rPr lang="nl-NL" dirty="0"/>
              <a:t> </a:t>
            </a:r>
            <a:r>
              <a:rPr lang="nl-NL" dirty="0" err="1"/>
              <a:t>really</a:t>
            </a:r>
            <a:r>
              <a:rPr lang="nl-NL" dirty="0"/>
              <a:t> cover the content of the </a:t>
            </a:r>
            <a:r>
              <a:rPr lang="nl-NL" dirty="0" err="1"/>
              <a:t>paragraphs</a:t>
            </a:r>
            <a:r>
              <a:rPr lang="nl-NL" dirty="0"/>
              <a:t>, </a:t>
            </a:r>
            <a:r>
              <a:rPr lang="nl-NL" dirty="0" err="1"/>
              <a:t>so</a:t>
            </a:r>
            <a:r>
              <a:rPr lang="nl-NL" dirty="0"/>
              <a:t> no </a:t>
            </a:r>
            <a:r>
              <a:rPr lang="nl-NL" dirty="0" err="1"/>
              <a:t>additional</a:t>
            </a:r>
            <a:r>
              <a:rPr lang="nl-NL" dirty="0"/>
              <a:t> studies are </a:t>
            </a:r>
            <a:r>
              <a:rPr lang="nl-NL" dirty="0" err="1"/>
              <a:t>discussed</a:t>
            </a:r>
            <a:r>
              <a:rPr lang="nl-NL" dirty="0"/>
              <a:t> (in </a:t>
            </a:r>
            <a:r>
              <a:rPr lang="nl-NL" dirty="0" err="1"/>
              <a:t>this</a:t>
            </a:r>
            <a:r>
              <a:rPr lang="nl-NL" dirty="0"/>
              <a:t> case). </a:t>
            </a:r>
            <a:endParaRPr lang="en-US" dirty="0"/>
          </a:p>
        </p:txBody>
      </p:sp>
    </p:spTree>
    <p:extLst>
      <p:ext uri="{BB962C8B-B14F-4D97-AF65-F5344CB8AC3E}">
        <p14:creationId xmlns:p14="http://schemas.microsoft.com/office/powerpoint/2010/main" val="16039147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How do you write a paragraph?</a:t>
            </a:r>
          </a:p>
        </p:txBody>
      </p:sp>
      <p:pic>
        <p:nvPicPr>
          <p:cNvPr id="2050" name="Picture 2" descr="http://cohoctonlibrary.org/wp-content/uploads/2014/06/Bookshelves-Background.jpg"/>
          <p:cNvPicPr>
            <a:picLocks noChangeAspect="1" noChangeArrowheads="1"/>
          </p:cNvPicPr>
          <p:nvPr/>
        </p:nvPicPr>
        <p:blipFill rotWithShape="1">
          <a:blip r:embed="rId2">
            <a:extLst>
              <a:ext uri="{28A0092B-C50C-407E-A947-70E740481C1C}">
                <a14:useLocalDpi xmlns:a14="http://schemas.microsoft.com/office/drawing/2010/main" val="0"/>
              </a:ext>
            </a:extLst>
          </a:blip>
          <a:srcRect t="5143" b="10095"/>
          <a:stretch/>
        </p:blipFill>
        <p:spPr bwMode="auto">
          <a:xfrm>
            <a:off x="0" y="0"/>
            <a:ext cx="9144000" cy="4844143"/>
          </a:xfrm>
          <a:prstGeom prst="rect">
            <a:avLst/>
          </a:prstGeom>
          <a:noFill/>
          <a:extLst>
            <a:ext uri="{909E8E84-426E-40DD-AFC4-6F175D3DCCD1}">
              <a14:hiddenFill xmlns:a14="http://schemas.microsoft.com/office/drawing/2010/main">
                <a:solidFill>
                  <a:srgbClr val="FFFFFF"/>
                </a:solidFill>
              </a14:hiddenFill>
            </a:ext>
          </a:extLst>
        </p:spPr>
      </p:pic>
      <p:sp>
        <p:nvSpPr>
          <p:cNvPr id="4" name="Rechthoek 3"/>
          <p:cNvSpPr/>
          <p:nvPr/>
        </p:nvSpPr>
        <p:spPr>
          <a:xfrm>
            <a:off x="0" y="6611779"/>
            <a:ext cx="6019800" cy="246221"/>
          </a:xfrm>
          <a:prstGeom prst="rect">
            <a:avLst/>
          </a:prstGeom>
        </p:spPr>
        <p:txBody>
          <a:bodyPr wrap="square">
            <a:spAutoFit/>
          </a:bodyPr>
          <a:lstStyle/>
          <a:p>
            <a:r>
              <a:rPr lang="nl-NL" sz="1000" dirty="0">
                <a:hlinkClick r:id="rId3"/>
              </a:rPr>
              <a:t>http://cohoctonlibrary.org/wp-content/uploads/2014/06/Bookshelves-Background.jpg</a:t>
            </a:r>
            <a:r>
              <a:rPr lang="nl-NL" sz="1000" dirty="0"/>
              <a:t> </a:t>
            </a:r>
          </a:p>
        </p:txBody>
      </p:sp>
    </p:spTree>
    <p:extLst>
      <p:ext uri="{BB962C8B-B14F-4D97-AF65-F5344CB8AC3E}">
        <p14:creationId xmlns:p14="http://schemas.microsoft.com/office/powerpoint/2010/main" val="366918352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nl-NL" dirty="0"/>
              <a:t>1. </a:t>
            </a:r>
            <a:r>
              <a:rPr lang="nl-NL" dirty="0" err="1"/>
              <a:t>Decide</a:t>
            </a:r>
            <a:r>
              <a:rPr lang="nl-NL" dirty="0"/>
              <a:t> on </a:t>
            </a:r>
            <a:r>
              <a:rPr lang="nl-NL" dirty="0" err="1"/>
              <a:t>one</a:t>
            </a:r>
            <a:r>
              <a:rPr lang="nl-NL" dirty="0"/>
              <a:t> </a:t>
            </a:r>
            <a:r>
              <a:rPr lang="nl-NL" dirty="0" err="1"/>
              <a:t>theme</a:t>
            </a:r>
            <a:r>
              <a:rPr lang="nl-NL" dirty="0"/>
              <a:t> or topic </a:t>
            </a:r>
            <a:r>
              <a:rPr lang="nl-NL" dirty="0" err="1"/>
              <a:t>and</a:t>
            </a:r>
            <a:r>
              <a:rPr lang="nl-NL" dirty="0"/>
              <a:t> stick </a:t>
            </a:r>
            <a:r>
              <a:rPr lang="nl-NL" dirty="0" err="1"/>
              <a:t>to</a:t>
            </a:r>
            <a:r>
              <a:rPr lang="nl-NL" dirty="0"/>
              <a:t> </a:t>
            </a:r>
            <a:r>
              <a:rPr lang="nl-NL" dirty="0" err="1"/>
              <a:t>it</a:t>
            </a:r>
            <a:endParaRPr lang="nl-NL" dirty="0"/>
          </a:p>
        </p:txBody>
      </p:sp>
      <p:sp>
        <p:nvSpPr>
          <p:cNvPr id="3" name="Tijdelijke aanduiding voor inhoud 2"/>
          <p:cNvSpPr>
            <a:spLocks noGrp="1"/>
          </p:cNvSpPr>
          <p:nvPr>
            <p:ph idx="1"/>
          </p:nvPr>
        </p:nvSpPr>
        <p:spPr/>
        <p:txBody>
          <a:bodyPr/>
          <a:lstStyle/>
          <a:p>
            <a:pPr marL="0" indent="0">
              <a:buNone/>
            </a:pPr>
            <a:r>
              <a:rPr lang="nl-NL" sz="2400" dirty="0" err="1"/>
              <a:t>Writing</a:t>
            </a:r>
            <a:r>
              <a:rPr lang="nl-NL" sz="2400" dirty="0"/>
              <a:t> is a </a:t>
            </a:r>
            <a:r>
              <a:rPr lang="nl-NL" sz="2400" dirty="0" err="1"/>
              <a:t>messy</a:t>
            </a:r>
            <a:r>
              <a:rPr lang="nl-NL" sz="2400" dirty="0"/>
              <a:t> </a:t>
            </a:r>
            <a:r>
              <a:rPr lang="nl-NL" sz="2400" dirty="0" err="1"/>
              <a:t>process</a:t>
            </a:r>
            <a:r>
              <a:rPr lang="nl-NL" sz="2400" dirty="0"/>
              <a:t>…</a:t>
            </a:r>
          </a:p>
          <a:p>
            <a:pPr marL="0" indent="0">
              <a:buNone/>
            </a:pPr>
            <a:r>
              <a:rPr lang="nl-NL" sz="2400" dirty="0" err="1"/>
              <a:t>Everyone</a:t>
            </a:r>
            <a:r>
              <a:rPr lang="nl-NL" sz="2400" dirty="0"/>
              <a:t> </a:t>
            </a:r>
            <a:r>
              <a:rPr lang="nl-NL" sz="2400" dirty="0" err="1"/>
              <a:t>writes</a:t>
            </a:r>
            <a:r>
              <a:rPr lang="nl-NL" sz="2400" dirty="0"/>
              <a:t> </a:t>
            </a:r>
            <a:r>
              <a:rPr lang="nl-NL" sz="2400" dirty="0" err="1"/>
              <a:t>differently</a:t>
            </a:r>
            <a:r>
              <a:rPr lang="nl-NL" sz="2400" dirty="0"/>
              <a:t>:</a:t>
            </a:r>
          </a:p>
          <a:p>
            <a:pPr marL="0" indent="0">
              <a:buNone/>
            </a:pPr>
            <a:r>
              <a:rPr lang="nl-NL" sz="2400" dirty="0"/>
              <a:t>	plan &gt; </a:t>
            </a:r>
            <a:r>
              <a:rPr lang="nl-NL" sz="2400" dirty="0" err="1"/>
              <a:t>execution</a:t>
            </a:r>
            <a:endParaRPr lang="nl-NL" sz="2400" dirty="0"/>
          </a:p>
          <a:p>
            <a:pPr marL="0" indent="0">
              <a:buNone/>
            </a:pPr>
            <a:r>
              <a:rPr lang="nl-NL" sz="2400" dirty="0"/>
              <a:t>	</a:t>
            </a:r>
            <a:r>
              <a:rPr lang="nl-NL" sz="2400" dirty="0" err="1"/>
              <a:t>writing</a:t>
            </a:r>
            <a:r>
              <a:rPr lang="nl-NL" sz="2400" dirty="0"/>
              <a:t> &gt; </a:t>
            </a:r>
            <a:r>
              <a:rPr lang="nl-NL" sz="2400" dirty="0" err="1"/>
              <a:t>idea</a:t>
            </a:r>
            <a:r>
              <a:rPr lang="nl-NL" sz="2400" dirty="0"/>
              <a:t> &gt; plan</a:t>
            </a:r>
          </a:p>
          <a:p>
            <a:pPr marL="0" indent="0">
              <a:buNone/>
            </a:pPr>
            <a:r>
              <a:rPr lang="nl-NL" sz="2400" dirty="0"/>
              <a:t>	</a:t>
            </a:r>
            <a:r>
              <a:rPr lang="nl-NL" sz="2400" dirty="0" err="1"/>
              <a:t>write</a:t>
            </a:r>
            <a:r>
              <a:rPr lang="nl-NL" sz="2400" dirty="0"/>
              <a:t>, </a:t>
            </a:r>
            <a:r>
              <a:rPr lang="nl-NL" sz="2400" dirty="0" err="1"/>
              <a:t>rewrite</a:t>
            </a:r>
            <a:r>
              <a:rPr lang="nl-NL" sz="2400" dirty="0"/>
              <a:t>, </a:t>
            </a:r>
            <a:r>
              <a:rPr lang="nl-NL" sz="2400" dirty="0" err="1"/>
              <a:t>rewrite</a:t>
            </a:r>
            <a:endParaRPr lang="nl-NL" sz="2400" dirty="0"/>
          </a:p>
          <a:p>
            <a:pPr marL="0" indent="0">
              <a:buNone/>
            </a:pPr>
            <a:endParaRPr lang="nl-NL" sz="2400" dirty="0"/>
          </a:p>
          <a:p>
            <a:pPr marL="0" indent="0">
              <a:buNone/>
            </a:pPr>
            <a:r>
              <a:rPr lang="nl-NL" sz="2400" dirty="0" err="1"/>
              <a:t>So</a:t>
            </a:r>
            <a:r>
              <a:rPr lang="nl-NL" sz="2400" dirty="0"/>
              <a:t>, check </a:t>
            </a:r>
            <a:r>
              <a:rPr lang="nl-NL" sz="2400" dirty="0" err="1"/>
              <a:t>and</a:t>
            </a:r>
            <a:r>
              <a:rPr lang="nl-NL" sz="2400" dirty="0"/>
              <a:t> re-check.</a:t>
            </a:r>
          </a:p>
          <a:p>
            <a:pPr marL="0" indent="0">
              <a:buNone/>
            </a:pPr>
            <a:endParaRPr lang="nl-NL" dirty="0"/>
          </a:p>
        </p:txBody>
      </p:sp>
      <p:pic>
        <p:nvPicPr>
          <p:cNvPr id="2050" name="Picture 2" descr="http://annawrites.com/blog/wp-content/uploads/2011/03/rewriting-mess.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17185" y="2349500"/>
            <a:ext cx="3726815" cy="4508500"/>
          </a:xfrm>
          <a:prstGeom prst="rect">
            <a:avLst/>
          </a:prstGeom>
          <a:noFill/>
          <a:extLst>
            <a:ext uri="{909E8E84-426E-40DD-AFC4-6F175D3DCCD1}">
              <a14:hiddenFill xmlns:a14="http://schemas.microsoft.com/office/drawing/2010/main">
                <a:solidFill>
                  <a:srgbClr val="FFFFFF"/>
                </a:solidFill>
              </a14:hiddenFill>
            </a:ext>
          </a:extLst>
        </p:spPr>
      </p:pic>
      <p:sp>
        <p:nvSpPr>
          <p:cNvPr id="4" name="Rechthoek 3"/>
          <p:cNvSpPr/>
          <p:nvPr/>
        </p:nvSpPr>
        <p:spPr>
          <a:xfrm>
            <a:off x="4572000" y="6604084"/>
            <a:ext cx="4572000" cy="253916"/>
          </a:xfrm>
          <a:prstGeom prst="rect">
            <a:avLst/>
          </a:prstGeom>
        </p:spPr>
        <p:txBody>
          <a:bodyPr>
            <a:spAutoFit/>
          </a:bodyPr>
          <a:lstStyle/>
          <a:p>
            <a:pPr algn="r"/>
            <a:r>
              <a:rPr lang="nl-NL" sz="1000" dirty="0">
                <a:hlinkClick r:id="rId3"/>
              </a:rPr>
              <a:t>http://annawrites.com/blog/wp-content/uploads/2011/03/rewriting-mess.jpg</a:t>
            </a:r>
            <a:r>
              <a:rPr lang="nl-NL" sz="1000" dirty="0"/>
              <a:t> </a:t>
            </a:r>
          </a:p>
        </p:txBody>
      </p:sp>
    </p:spTree>
    <p:extLst>
      <p:ext uri="{BB962C8B-B14F-4D97-AF65-F5344CB8AC3E}">
        <p14:creationId xmlns:p14="http://schemas.microsoft.com/office/powerpoint/2010/main" val="13542166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050"/>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nl-NL" dirty="0"/>
              <a:t>2. Announce </a:t>
            </a:r>
            <a:r>
              <a:rPr lang="nl-NL" dirty="0" err="1"/>
              <a:t>what</a:t>
            </a:r>
            <a:r>
              <a:rPr lang="nl-NL" dirty="0"/>
              <a:t> </a:t>
            </a:r>
            <a:r>
              <a:rPr lang="nl-NL" dirty="0" err="1"/>
              <a:t>you’re</a:t>
            </a:r>
            <a:r>
              <a:rPr lang="nl-NL" dirty="0"/>
              <a:t> </a:t>
            </a:r>
            <a:r>
              <a:rPr lang="nl-NL" dirty="0" err="1"/>
              <a:t>going</a:t>
            </a:r>
            <a:r>
              <a:rPr lang="nl-NL" dirty="0"/>
              <a:t> </a:t>
            </a:r>
            <a:r>
              <a:rPr lang="nl-NL" dirty="0" err="1"/>
              <a:t>to</a:t>
            </a:r>
            <a:r>
              <a:rPr lang="nl-NL" dirty="0"/>
              <a:t> talk </a:t>
            </a:r>
            <a:r>
              <a:rPr lang="nl-NL" dirty="0" err="1"/>
              <a:t>about</a:t>
            </a:r>
            <a:r>
              <a:rPr lang="nl-NL" dirty="0"/>
              <a:t> (</a:t>
            </a:r>
            <a:r>
              <a:rPr lang="nl-NL" dirty="0" err="1"/>
              <a:t>the</a:t>
            </a:r>
            <a:r>
              <a:rPr lang="nl-NL" dirty="0"/>
              <a:t> topic </a:t>
            </a:r>
            <a:r>
              <a:rPr lang="nl-NL" dirty="0" err="1"/>
              <a:t>sentence</a:t>
            </a:r>
            <a:r>
              <a:rPr lang="nl-NL" dirty="0"/>
              <a:t>)</a:t>
            </a:r>
          </a:p>
        </p:txBody>
      </p:sp>
      <p:sp>
        <p:nvSpPr>
          <p:cNvPr id="3" name="Tijdelijke aanduiding voor inhoud 2"/>
          <p:cNvSpPr>
            <a:spLocks noGrp="1"/>
          </p:cNvSpPr>
          <p:nvPr>
            <p:ph idx="1"/>
          </p:nvPr>
        </p:nvSpPr>
        <p:spPr/>
        <p:txBody>
          <a:bodyPr>
            <a:normAutofit/>
          </a:bodyPr>
          <a:lstStyle/>
          <a:p>
            <a:r>
              <a:rPr lang="en-GB" sz="2400" dirty="0"/>
              <a:t>Ross </a:t>
            </a:r>
            <a:r>
              <a:rPr lang="en-GB" sz="2400" i="1" dirty="0"/>
              <a:t>et al. </a:t>
            </a:r>
            <a:r>
              <a:rPr lang="en-GB" sz="2400" dirty="0"/>
              <a:t>[17], on the other hand, investigate how the negotiation skills of students in relevant courses can be improved.</a:t>
            </a:r>
            <a:endParaRPr lang="nl-NL" sz="2400" dirty="0"/>
          </a:p>
          <a:p>
            <a:r>
              <a:rPr lang="nl-NL" sz="2400" dirty="0" err="1"/>
              <a:t>There</a:t>
            </a:r>
            <a:r>
              <a:rPr lang="nl-NL" sz="2400" dirty="0"/>
              <a:t> are </a:t>
            </a:r>
            <a:r>
              <a:rPr lang="nl-NL" sz="2400" dirty="0" err="1"/>
              <a:t>three</a:t>
            </a:r>
            <a:r>
              <a:rPr lang="nl-NL" sz="2400" dirty="0"/>
              <a:t> </a:t>
            </a:r>
            <a:r>
              <a:rPr lang="nl-NL" sz="2400" dirty="0" err="1"/>
              <a:t>advantages</a:t>
            </a:r>
            <a:r>
              <a:rPr lang="nl-NL" sz="2400" dirty="0"/>
              <a:t> </a:t>
            </a:r>
            <a:r>
              <a:rPr lang="nl-NL" sz="2400" dirty="0" err="1"/>
              <a:t>to</a:t>
            </a:r>
            <a:r>
              <a:rPr lang="nl-NL" sz="2400" dirty="0"/>
              <a:t> the model </a:t>
            </a:r>
            <a:r>
              <a:rPr lang="nl-NL" sz="2400" dirty="0" err="1"/>
              <a:t>by</a:t>
            </a:r>
            <a:r>
              <a:rPr lang="nl-NL" sz="2400" dirty="0"/>
              <a:t> Jones. </a:t>
            </a:r>
          </a:p>
        </p:txBody>
      </p:sp>
      <p:pic>
        <p:nvPicPr>
          <p:cNvPr id="1026" name="Picture 2" descr="http://thenewagentblog.com/wp-content/uploads/2015/03/announcement-megaphone-1140x641.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75760" y="4064454"/>
            <a:ext cx="4968240" cy="2793546"/>
          </a:xfrm>
          <a:prstGeom prst="rect">
            <a:avLst/>
          </a:prstGeom>
          <a:noFill/>
          <a:extLst>
            <a:ext uri="{909E8E84-426E-40DD-AFC4-6F175D3DCCD1}">
              <a14:hiddenFill xmlns:a14="http://schemas.microsoft.com/office/drawing/2010/main">
                <a:solidFill>
                  <a:srgbClr val="FFFFFF"/>
                </a:solidFill>
              </a14:hiddenFill>
            </a:ext>
          </a:extLst>
        </p:spPr>
      </p:pic>
      <p:sp>
        <p:nvSpPr>
          <p:cNvPr id="4" name="Rechthoek 3"/>
          <p:cNvSpPr/>
          <p:nvPr/>
        </p:nvSpPr>
        <p:spPr>
          <a:xfrm>
            <a:off x="2905760" y="6604084"/>
            <a:ext cx="6238240" cy="253916"/>
          </a:xfrm>
          <a:prstGeom prst="rect">
            <a:avLst/>
          </a:prstGeom>
        </p:spPr>
        <p:txBody>
          <a:bodyPr wrap="square">
            <a:spAutoFit/>
          </a:bodyPr>
          <a:lstStyle/>
          <a:p>
            <a:pPr algn="r"/>
            <a:r>
              <a:rPr lang="nl-NL" sz="1050" dirty="0">
                <a:hlinkClick r:id="rId3"/>
              </a:rPr>
              <a:t>http://thenewagentblog.com/wp-content/uploads/2015/03/announcement-megaphone-1140x641.jpg</a:t>
            </a:r>
            <a:r>
              <a:rPr lang="nl-NL" sz="1050" dirty="0"/>
              <a:t> </a:t>
            </a:r>
          </a:p>
        </p:txBody>
      </p:sp>
    </p:spTree>
    <p:extLst>
      <p:ext uri="{BB962C8B-B14F-4D97-AF65-F5344CB8AC3E}">
        <p14:creationId xmlns:p14="http://schemas.microsoft.com/office/powerpoint/2010/main" val="4933365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nl-NL" dirty="0"/>
              <a:t>3. Present </a:t>
            </a:r>
            <a:r>
              <a:rPr lang="nl-NL" dirty="0" err="1"/>
              <a:t>the</a:t>
            </a:r>
            <a:r>
              <a:rPr lang="nl-NL" dirty="0"/>
              <a:t> information in a </a:t>
            </a:r>
            <a:r>
              <a:rPr lang="nl-NL" dirty="0" err="1"/>
              <a:t>logical</a:t>
            </a:r>
            <a:r>
              <a:rPr lang="nl-NL" dirty="0"/>
              <a:t> order, </a:t>
            </a:r>
            <a:r>
              <a:rPr lang="nl-NL" dirty="0" err="1"/>
              <a:t>example</a:t>
            </a:r>
            <a:r>
              <a:rPr lang="nl-NL" dirty="0"/>
              <a:t> 1</a:t>
            </a:r>
          </a:p>
        </p:txBody>
      </p:sp>
      <p:sp>
        <p:nvSpPr>
          <p:cNvPr id="3" name="Tijdelijke aanduiding voor inhoud 2"/>
          <p:cNvSpPr>
            <a:spLocks noGrp="1"/>
          </p:cNvSpPr>
          <p:nvPr>
            <p:ph idx="1"/>
          </p:nvPr>
        </p:nvSpPr>
        <p:spPr/>
        <p:txBody>
          <a:bodyPr>
            <a:normAutofit/>
          </a:bodyPr>
          <a:lstStyle/>
          <a:p>
            <a:r>
              <a:rPr lang="en-US" sz="2400" dirty="0"/>
              <a:t>Meditation is a good way to relax. It is an activity that one can do without any outside interference. Moreover, it can help people forget about their everyday stresses, by focusing on their internal energies. While meditation does soothe the mind, it also helps to loosen a person's physical body. Through silence and concentration, meditation can help a person lead a more relaxing lifestyle. </a:t>
            </a:r>
            <a:endParaRPr lang="nl-NL" sz="2400" dirty="0"/>
          </a:p>
        </p:txBody>
      </p:sp>
    </p:spTree>
    <p:extLst>
      <p:ext uri="{BB962C8B-B14F-4D97-AF65-F5344CB8AC3E}">
        <p14:creationId xmlns:p14="http://schemas.microsoft.com/office/powerpoint/2010/main" val="110112058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nl-NL" dirty="0"/>
              <a:t>3. Present </a:t>
            </a:r>
            <a:r>
              <a:rPr lang="nl-NL" dirty="0" err="1"/>
              <a:t>the</a:t>
            </a:r>
            <a:r>
              <a:rPr lang="nl-NL" dirty="0"/>
              <a:t> information in a </a:t>
            </a:r>
            <a:r>
              <a:rPr lang="nl-NL" dirty="0" err="1"/>
              <a:t>logical</a:t>
            </a:r>
            <a:r>
              <a:rPr lang="nl-NL" dirty="0"/>
              <a:t> order, </a:t>
            </a:r>
            <a:r>
              <a:rPr lang="nl-NL" dirty="0" err="1"/>
              <a:t>example</a:t>
            </a:r>
            <a:r>
              <a:rPr lang="nl-NL" dirty="0"/>
              <a:t> 1</a:t>
            </a:r>
          </a:p>
        </p:txBody>
      </p:sp>
      <p:sp>
        <p:nvSpPr>
          <p:cNvPr id="3" name="Tijdelijke aanduiding voor inhoud 2"/>
          <p:cNvSpPr>
            <a:spLocks noGrp="1"/>
          </p:cNvSpPr>
          <p:nvPr>
            <p:ph idx="1"/>
          </p:nvPr>
        </p:nvSpPr>
        <p:spPr/>
        <p:txBody>
          <a:bodyPr>
            <a:normAutofit/>
          </a:bodyPr>
          <a:lstStyle/>
          <a:p>
            <a:r>
              <a:rPr lang="en-US" sz="2400" dirty="0"/>
              <a:t>Meditation is a good way to relax. It is an activity that one can do without any outside interference. </a:t>
            </a:r>
            <a:r>
              <a:rPr lang="en-US" sz="2400" dirty="0">
                <a:solidFill>
                  <a:srgbClr val="00B050"/>
                </a:solidFill>
              </a:rPr>
              <a:t>Moreover,</a:t>
            </a:r>
            <a:r>
              <a:rPr lang="en-US" sz="2400" dirty="0"/>
              <a:t> it can help people forget about their everyday stresses, by focusing on their internal energies. While meditation does soothe the mind, it </a:t>
            </a:r>
            <a:r>
              <a:rPr lang="en-US" sz="2400" dirty="0">
                <a:solidFill>
                  <a:srgbClr val="00B050"/>
                </a:solidFill>
              </a:rPr>
              <a:t>also</a:t>
            </a:r>
            <a:r>
              <a:rPr lang="en-US" sz="2400" dirty="0"/>
              <a:t> helps to loosen a person's physical body. Through silence and concentration, meditation can help a person lead a more relaxing lifestyle. </a:t>
            </a:r>
            <a:endParaRPr lang="nl-NL" sz="2400" dirty="0"/>
          </a:p>
        </p:txBody>
      </p:sp>
    </p:spTree>
    <p:extLst>
      <p:ext uri="{BB962C8B-B14F-4D97-AF65-F5344CB8AC3E}">
        <p14:creationId xmlns:p14="http://schemas.microsoft.com/office/powerpoint/2010/main" val="168271846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nl-NL" dirty="0"/>
              <a:t>3. Present </a:t>
            </a:r>
            <a:r>
              <a:rPr lang="nl-NL" dirty="0" err="1"/>
              <a:t>the</a:t>
            </a:r>
            <a:r>
              <a:rPr lang="nl-NL" dirty="0"/>
              <a:t> information in a </a:t>
            </a:r>
            <a:r>
              <a:rPr lang="nl-NL" dirty="0" err="1"/>
              <a:t>logical</a:t>
            </a:r>
            <a:r>
              <a:rPr lang="nl-NL" dirty="0"/>
              <a:t> order, </a:t>
            </a:r>
            <a:r>
              <a:rPr lang="nl-NL" dirty="0" err="1"/>
              <a:t>example</a:t>
            </a:r>
            <a:r>
              <a:rPr lang="nl-NL" dirty="0"/>
              <a:t> 2</a:t>
            </a:r>
          </a:p>
        </p:txBody>
      </p:sp>
      <p:sp>
        <p:nvSpPr>
          <p:cNvPr id="3" name="Tijdelijke aanduiding voor inhoud 2"/>
          <p:cNvSpPr>
            <a:spLocks noGrp="1"/>
          </p:cNvSpPr>
          <p:nvPr>
            <p:ph idx="1"/>
          </p:nvPr>
        </p:nvSpPr>
        <p:spPr>
          <a:xfrm>
            <a:off x="190500" y="2286000"/>
            <a:ext cx="8559800" cy="4023360"/>
          </a:xfrm>
        </p:spPr>
        <p:txBody>
          <a:bodyPr>
            <a:noAutofit/>
          </a:bodyPr>
          <a:lstStyle/>
          <a:p>
            <a:r>
              <a:rPr lang="en-US" sz="2400" dirty="0"/>
              <a:t>The nuclear attacks on Hiroshima and Nagasaki were the culmination of a six-month firebombing campaign begun in March 1945. By the time work on a nuclear weapon was near completion at the Los Alamos National Laboratory, a number of Japanese cities were selected as possible targets for a nuclear attack. The first atomic bomb test took place on July 16 near Alamogordo, New Mexico. When President Truman and other Allied leaders issued the Potsdam Declaration on July 26, Japan rejected the proposed terms of surrender. Truman then issued orders authorizing nuclear attacks. The first atomic bomb was dropped on Hiroshima on August 6, followed by a second atomic bomb over Nagasaki on August 9. Japan surrendered to the Allies on August 15 and signed the Instrument of Surrender on September 2, marking the end of World War II. </a:t>
            </a:r>
            <a:endParaRPr lang="nl-NL" sz="2400" dirty="0"/>
          </a:p>
        </p:txBody>
      </p:sp>
    </p:spTree>
    <p:extLst>
      <p:ext uri="{BB962C8B-B14F-4D97-AF65-F5344CB8AC3E}">
        <p14:creationId xmlns:p14="http://schemas.microsoft.com/office/powerpoint/2010/main" val="245547448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nl-NL" dirty="0"/>
              <a:t>3. Present </a:t>
            </a:r>
            <a:r>
              <a:rPr lang="nl-NL" dirty="0" err="1"/>
              <a:t>the</a:t>
            </a:r>
            <a:r>
              <a:rPr lang="nl-NL" dirty="0"/>
              <a:t> information in a </a:t>
            </a:r>
            <a:r>
              <a:rPr lang="nl-NL" dirty="0" err="1"/>
              <a:t>logical</a:t>
            </a:r>
            <a:r>
              <a:rPr lang="nl-NL" dirty="0"/>
              <a:t> order, </a:t>
            </a:r>
            <a:r>
              <a:rPr lang="nl-NL" dirty="0" err="1"/>
              <a:t>example</a:t>
            </a:r>
            <a:r>
              <a:rPr lang="nl-NL" dirty="0"/>
              <a:t> 2</a:t>
            </a:r>
          </a:p>
        </p:txBody>
      </p:sp>
      <p:sp>
        <p:nvSpPr>
          <p:cNvPr id="3" name="Tijdelijke aanduiding voor inhoud 2"/>
          <p:cNvSpPr>
            <a:spLocks noGrp="1"/>
          </p:cNvSpPr>
          <p:nvPr>
            <p:ph idx="1"/>
          </p:nvPr>
        </p:nvSpPr>
        <p:spPr>
          <a:xfrm>
            <a:off x="127000" y="2286000"/>
            <a:ext cx="8877300" cy="4023360"/>
          </a:xfrm>
        </p:spPr>
        <p:txBody>
          <a:bodyPr>
            <a:noAutofit/>
          </a:bodyPr>
          <a:lstStyle/>
          <a:p>
            <a:r>
              <a:rPr lang="en-US" sz="2400" dirty="0"/>
              <a:t>The nuclear attacks on Hiroshima and Nagasaki were the culmination of a six-month firebombing campaign begun </a:t>
            </a:r>
            <a:r>
              <a:rPr lang="en-US" sz="2400" dirty="0">
                <a:solidFill>
                  <a:srgbClr val="00B0F0"/>
                </a:solidFill>
              </a:rPr>
              <a:t>in March 1945</a:t>
            </a:r>
            <a:r>
              <a:rPr lang="en-US" sz="2400" dirty="0"/>
              <a:t>. </a:t>
            </a:r>
            <a:r>
              <a:rPr lang="en-US" sz="2400" dirty="0">
                <a:solidFill>
                  <a:srgbClr val="00B0F0"/>
                </a:solidFill>
              </a:rPr>
              <a:t>By the time </a:t>
            </a:r>
            <a:r>
              <a:rPr lang="en-US" sz="2400" dirty="0"/>
              <a:t>work on a nuclear weapon was near completion at the Los Alamos National Laboratory, a number of Japanese cities were selected as possible targets for a nuclear attack. The first atomic bomb test took place </a:t>
            </a:r>
            <a:r>
              <a:rPr lang="en-US" sz="2400" dirty="0">
                <a:solidFill>
                  <a:srgbClr val="00B0F0"/>
                </a:solidFill>
              </a:rPr>
              <a:t>on July 16 </a:t>
            </a:r>
            <a:r>
              <a:rPr lang="en-US" sz="2400" dirty="0"/>
              <a:t>near Alamogordo, New Mexico. When President Truman and other Allied leaders issued the Potsdam Declaration </a:t>
            </a:r>
            <a:r>
              <a:rPr lang="en-US" sz="2400" dirty="0">
                <a:solidFill>
                  <a:srgbClr val="00B0F0"/>
                </a:solidFill>
              </a:rPr>
              <a:t>on July 26</a:t>
            </a:r>
            <a:r>
              <a:rPr lang="en-US" sz="2400" dirty="0"/>
              <a:t>, Japan rejected the proposed terms of surrender. Truman </a:t>
            </a:r>
            <a:r>
              <a:rPr lang="en-US" sz="2400" dirty="0">
                <a:solidFill>
                  <a:srgbClr val="00B0F0"/>
                </a:solidFill>
              </a:rPr>
              <a:t>then</a:t>
            </a:r>
            <a:r>
              <a:rPr lang="en-US" sz="2400" dirty="0"/>
              <a:t> issued orders authorizing nuclear attacks. The first atomic bomb was dropped on Hiroshima </a:t>
            </a:r>
            <a:r>
              <a:rPr lang="en-US" sz="2400" dirty="0">
                <a:solidFill>
                  <a:srgbClr val="00B0F0"/>
                </a:solidFill>
              </a:rPr>
              <a:t>on August 6</a:t>
            </a:r>
            <a:r>
              <a:rPr lang="en-US" sz="2400" dirty="0"/>
              <a:t>, followed by a second atomic bomb over Nagasaki </a:t>
            </a:r>
            <a:r>
              <a:rPr lang="en-US" sz="2400" dirty="0">
                <a:solidFill>
                  <a:srgbClr val="00B0F0"/>
                </a:solidFill>
              </a:rPr>
              <a:t>on August 9</a:t>
            </a:r>
            <a:r>
              <a:rPr lang="en-US" sz="2400" dirty="0"/>
              <a:t>. Japan surrendered to the Allies </a:t>
            </a:r>
            <a:r>
              <a:rPr lang="en-US" sz="2400" dirty="0">
                <a:solidFill>
                  <a:srgbClr val="00B0F0"/>
                </a:solidFill>
              </a:rPr>
              <a:t>on August 15 </a:t>
            </a:r>
            <a:r>
              <a:rPr lang="en-US" sz="2400" dirty="0"/>
              <a:t>and signed the Instrument of Surrender </a:t>
            </a:r>
            <a:r>
              <a:rPr lang="en-US" sz="2400" dirty="0">
                <a:solidFill>
                  <a:srgbClr val="00B0F0"/>
                </a:solidFill>
              </a:rPr>
              <a:t>on September 2</a:t>
            </a:r>
            <a:r>
              <a:rPr lang="en-US" sz="2400" dirty="0"/>
              <a:t>, marking the end of World War II. </a:t>
            </a:r>
            <a:endParaRPr lang="nl-NL" sz="2400" dirty="0"/>
          </a:p>
        </p:txBody>
      </p:sp>
    </p:spTree>
    <p:extLst>
      <p:ext uri="{BB962C8B-B14F-4D97-AF65-F5344CB8AC3E}">
        <p14:creationId xmlns:p14="http://schemas.microsoft.com/office/powerpoint/2010/main" val="240454841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nl-NL" dirty="0"/>
              <a:t>3. Present </a:t>
            </a:r>
            <a:r>
              <a:rPr lang="nl-NL" dirty="0" err="1"/>
              <a:t>the</a:t>
            </a:r>
            <a:r>
              <a:rPr lang="nl-NL" dirty="0"/>
              <a:t> information in a </a:t>
            </a:r>
            <a:r>
              <a:rPr lang="nl-NL" dirty="0" err="1"/>
              <a:t>logical</a:t>
            </a:r>
            <a:r>
              <a:rPr lang="nl-NL" dirty="0"/>
              <a:t> order, </a:t>
            </a:r>
            <a:r>
              <a:rPr lang="nl-NL" dirty="0" err="1"/>
              <a:t>example</a:t>
            </a:r>
            <a:r>
              <a:rPr lang="nl-NL" dirty="0"/>
              <a:t> 3</a:t>
            </a:r>
          </a:p>
        </p:txBody>
      </p:sp>
      <p:sp>
        <p:nvSpPr>
          <p:cNvPr id="3" name="Tijdelijke aanduiding voor inhoud 2"/>
          <p:cNvSpPr>
            <a:spLocks noGrp="1"/>
          </p:cNvSpPr>
          <p:nvPr>
            <p:ph idx="1"/>
          </p:nvPr>
        </p:nvSpPr>
        <p:spPr>
          <a:xfrm>
            <a:off x="711200" y="2286000"/>
            <a:ext cx="7810500" cy="4023360"/>
          </a:xfrm>
        </p:spPr>
        <p:txBody>
          <a:bodyPr>
            <a:normAutofit/>
          </a:bodyPr>
          <a:lstStyle/>
          <a:p>
            <a:r>
              <a:rPr lang="en-US" sz="2400" dirty="0"/>
              <a:t>David Letterman and Jay Leno, while both are late night talk-show hosts, have very different personalities. Letterman often makes jokes at his own expense; however, Leno tends to laugh at others. Also, Letterman exhibits a closer relationship with his fans than Leno does. Furthermore, Letterman has a more natural, sincere interviewing technique than that of Leno. </a:t>
            </a:r>
            <a:endParaRPr lang="nl-NL" sz="2400" dirty="0"/>
          </a:p>
        </p:txBody>
      </p:sp>
    </p:spTree>
    <p:extLst>
      <p:ext uri="{BB962C8B-B14F-4D97-AF65-F5344CB8AC3E}">
        <p14:creationId xmlns:p14="http://schemas.microsoft.com/office/powerpoint/2010/main" val="408300786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nl-NL" dirty="0"/>
              <a:t>3. Present </a:t>
            </a:r>
            <a:r>
              <a:rPr lang="nl-NL" dirty="0" err="1"/>
              <a:t>the</a:t>
            </a:r>
            <a:r>
              <a:rPr lang="nl-NL" dirty="0"/>
              <a:t> information in a </a:t>
            </a:r>
            <a:r>
              <a:rPr lang="nl-NL" dirty="0" err="1"/>
              <a:t>logical</a:t>
            </a:r>
            <a:r>
              <a:rPr lang="nl-NL" dirty="0"/>
              <a:t> order, </a:t>
            </a:r>
            <a:r>
              <a:rPr lang="nl-NL" dirty="0" err="1"/>
              <a:t>example</a:t>
            </a:r>
            <a:r>
              <a:rPr lang="nl-NL" dirty="0"/>
              <a:t> 3</a:t>
            </a:r>
          </a:p>
        </p:txBody>
      </p:sp>
      <p:sp>
        <p:nvSpPr>
          <p:cNvPr id="3" name="Tijdelijke aanduiding voor inhoud 2"/>
          <p:cNvSpPr>
            <a:spLocks noGrp="1"/>
          </p:cNvSpPr>
          <p:nvPr>
            <p:ph idx="1"/>
          </p:nvPr>
        </p:nvSpPr>
        <p:spPr>
          <a:xfrm>
            <a:off x="711200" y="2286000"/>
            <a:ext cx="7810500" cy="4023360"/>
          </a:xfrm>
        </p:spPr>
        <p:txBody>
          <a:bodyPr>
            <a:normAutofit/>
          </a:bodyPr>
          <a:lstStyle/>
          <a:p>
            <a:r>
              <a:rPr lang="en-US" sz="2400" dirty="0">
                <a:solidFill>
                  <a:srgbClr val="00B0F0"/>
                </a:solidFill>
              </a:rPr>
              <a:t>David Letterman </a:t>
            </a:r>
            <a:r>
              <a:rPr lang="en-US" sz="2400" dirty="0"/>
              <a:t>and </a:t>
            </a:r>
            <a:r>
              <a:rPr lang="en-US" sz="2400" dirty="0">
                <a:solidFill>
                  <a:srgbClr val="00B050"/>
                </a:solidFill>
              </a:rPr>
              <a:t>Jay Leno</a:t>
            </a:r>
            <a:r>
              <a:rPr lang="en-US" sz="2400" dirty="0"/>
              <a:t>, while both are late night talk-show hosts, have very different personalities. </a:t>
            </a:r>
            <a:r>
              <a:rPr lang="en-US" sz="2400" dirty="0">
                <a:solidFill>
                  <a:srgbClr val="00B0F0"/>
                </a:solidFill>
              </a:rPr>
              <a:t>Letterman </a:t>
            </a:r>
            <a:r>
              <a:rPr lang="en-US" sz="2400" dirty="0"/>
              <a:t>often makes jokes at his own expense; however, </a:t>
            </a:r>
            <a:r>
              <a:rPr lang="en-US" sz="2400" dirty="0">
                <a:solidFill>
                  <a:srgbClr val="00B050"/>
                </a:solidFill>
              </a:rPr>
              <a:t>Leno</a:t>
            </a:r>
            <a:r>
              <a:rPr lang="en-US" sz="2400" dirty="0"/>
              <a:t> tends to laugh at others. Also, </a:t>
            </a:r>
            <a:r>
              <a:rPr lang="en-US" sz="2400" dirty="0">
                <a:solidFill>
                  <a:srgbClr val="00B0F0"/>
                </a:solidFill>
              </a:rPr>
              <a:t>Letterman </a:t>
            </a:r>
            <a:r>
              <a:rPr lang="en-US" sz="2400" dirty="0"/>
              <a:t>exhibits a closer relationship with his fans than </a:t>
            </a:r>
            <a:r>
              <a:rPr lang="en-US" sz="2400" dirty="0">
                <a:solidFill>
                  <a:srgbClr val="00B050"/>
                </a:solidFill>
              </a:rPr>
              <a:t>Leno</a:t>
            </a:r>
            <a:r>
              <a:rPr lang="en-US" sz="2400" dirty="0"/>
              <a:t> does. Furthermore, </a:t>
            </a:r>
            <a:r>
              <a:rPr lang="en-US" sz="2400" dirty="0">
                <a:solidFill>
                  <a:srgbClr val="00B0F0"/>
                </a:solidFill>
              </a:rPr>
              <a:t>Letterman </a:t>
            </a:r>
            <a:r>
              <a:rPr lang="en-US" sz="2400" dirty="0"/>
              <a:t>has a more natural, sincere interviewing technique than </a:t>
            </a:r>
            <a:r>
              <a:rPr lang="en-US" sz="2400" dirty="0">
                <a:solidFill>
                  <a:srgbClr val="00B050"/>
                </a:solidFill>
              </a:rPr>
              <a:t>Leno</a:t>
            </a:r>
            <a:r>
              <a:rPr lang="en-US" sz="2400" dirty="0"/>
              <a:t>. </a:t>
            </a:r>
            <a:endParaRPr lang="nl-NL" sz="2400" dirty="0"/>
          </a:p>
        </p:txBody>
      </p:sp>
    </p:spTree>
    <p:extLst>
      <p:ext uri="{BB962C8B-B14F-4D97-AF65-F5344CB8AC3E}">
        <p14:creationId xmlns:p14="http://schemas.microsoft.com/office/powerpoint/2010/main" val="268990184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nl-NL" dirty="0"/>
              <a:t>TO </a:t>
            </a:r>
            <a:r>
              <a:rPr lang="nl-NL" dirty="0" err="1"/>
              <a:t>sum</a:t>
            </a:r>
            <a:r>
              <a:rPr lang="nl-NL" dirty="0"/>
              <a:t> up: Three important </a:t>
            </a:r>
            <a:r>
              <a:rPr lang="nl-NL" dirty="0" err="1"/>
              <a:t>aspects</a:t>
            </a:r>
            <a:r>
              <a:rPr lang="nl-NL" dirty="0"/>
              <a:t> of </a:t>
            </a:r>
            <a:r>
              <a:rPr lang="nl-NL" dirty="0" err="1"/>
              <a:t>writing</a:t>
            </a:r>
            <a:r>
              <a:rPr lang="nl-NL" dirty="0"/>
              <a:t> </a:t>
            </a:r>
            <a:r>
              <a:rPr lang="nl-NL" dirty="0" err="1"/>
              <a:t>good</a:t>
            </a:r>
            <a:r>
              <a:rPr lang="nl-NL" dirty="0"/>
              <a:t> </a:t>
            </a:r>
            <a:r>
              <a:rPr lang="nl-NL" dirty="0" err="1"/>
              <a:t>paragraphs</a:t>
            </a:r>
            <a:endParaRPr lang="nl-NL" dirty="0"/>
          </a:p>
        </p:txBody>
      </p:sp>
      <p:sp>
        <p:nvSpPr>
          <p:cNvPr id="3" name="Tijdelijke aanduiding voor inhoud 2"/>
          <p:cNvSpPr>
            <a:spLocks noGrp="1"/>
          </p:cNvSpPr>
          <p:nvPr>
            <p:ph idx="1"/>
          </p:nvPr>
        </p:nvSpPr>
        <p:spPr/>
        <p:txBody>
          <a:bodyPr>
            <a:normAutofit/>
          </a:bodyPr>
          <a:lstStyle/>
          <a:p>
            <a:pPr>
              <a:buFont typeface="Arial" panose="020B0604020202020204" pitchFamily="34" charset="0"/>
              <a:buChar char="•"/>
            </a:pPr>
            <a:r>
              <a:rPr lang="nl-NL" sz="2400" dirty="0"/>
              <a:t> </a:t>
            </a:r>
            <a:r>
              <a:rPr lang="nl-NL" sz="2400" dirty="0" err="1"/>
              <a:t>thematic</a:t>
            </a:r>
            <a:r>
              <a:rPr lang="nl-NL" sz="2400" dirty="0"/>
              <a:t> </a:t>
            </a:r>
            <a:r>
              <a:rPr lang="nl-NL" sz="2400" dirty="0" err="1"/>
              <a:t>unity</a:t>
            </a:r>
            <a:endParaRPr lang="nl-NL" sz="2400" dirty="0"/>
          </a:p>
          <a:p>
            <a:pPr>
              <a:buFont typeface="Arial" panose="020B0604020202020204" pitchFamily="34" charset="0"/>
              <a:buChar char="•"/>
            </a:pPr>
            <a:endParaRPr lang="nl-NL" sz="2400" dirty="0"/>
          </a:p>
          <a:p>
            <a:pPr>
              <a:buFont typeface="Arial" panose="020B0604020202020204" pitchFamily="34" charset="0"/>
              <a:buChar char="•"/>
            </a:pPr>
            <a:r>
              <a:rPr lang="nl-NL" sz="2400" dirty="0"/>
              <a:t> a </a:t>
            </a:r>
            <a:r>
              <a:rPr lang="nl-NL" sz="2400" dirty="0" err="1"/>
              <a:t>clear</a:t>
            </a:r>
            <a:r>
              <a:rPr lang="nl-NL" sz="2400" dirty="0"/>
              <a:t> topic </a:t>
            </a:r>
            <a:r>
              <a:rPr lang="nl-NL" sz="2400" dirty="0" err="1"/>
              <a:t>sentence</a:t>
            </a:r>
            <a:r>
              <a:rPr lang="nl-NL" sz="2400" dirty="0"/>
              <a:t>, </a:t>
            </a:r>
            <a:r>
              <a:rPr lang="nl-NL" sz="2400" dirty="0" err="1"/>
              <a:t>which</a:t>
            </a:r>
            <a:r>
              <a:rPr lang="nl-NL" sz="2400" dirty="0"/>
              <a:t> </a:t>
            </a:r>
            <a:r>
              <a:rPr lang="nl-NL" sz="2400" dirty="0" err="1"/>
              <a:t>announces</a:t>
            </a:r>
            <a:r>
              <a:rPr lang="nl-NL" sz="2400" dirty="0"/>
              <a:t> </a:t>
            </a:r>
            <a:r>
              <a:rPr lang="nl-NL" sz="2400" dirty="0" err="1"/>
              <a:t>the</a:t>
            </a:r>
            <a:r>
              <a:rPr lang="nl-NL" sz="2400" dirty="0"/>
              <a:t> </a:t>
            </a:r>
            <a:r>
              <a:rPr lang="nl-NL" sz="2400" dirty="0" err="1"/>
              <a:t>theme</a:t>
            </a:r>
            <a:r>
              <a:rPr lang="nl-NL" sz="2400" dirty="0"/>
              <a:t> </a:t>
            </a:r>
            <a:r>
              <a:rPr lang="nl-NL" sz="2400" dirty="0" err="1"/>
              <a:t>and</a:t>
            </a:r>
            <a:r>
              <a:rPr lang="nl-NL" sz="2400" dirty="0"/>
              <a:t>/or goal of </a:t>
            </a:r>
            <a:r>
              <a:rPr lang="nl-NL" sz="2400" dirty="0" err="1"/>
              <a:t>the</a:t>
            </a:r>
            <a:r>
              <a:rPr lang="nl-NL" sz="2400" dirty="0"/>
              <a:t> </a:t>
            </a:r>
            <a:r>
              <a:rPr lang="nl-NL" sz="2400" dirty="0" err="1"/>
              <a:t>paragraph</a:t>
            </a:r>
            <a:endParaRPr lang="nl-NL" sz="2400" dirty="0"/>
          </a:p>
          <a:p>
            <a:pPr>
              <a:buFont typeface="Arial" panose="020B0604020202020204" pitchFamily="34" charset="0"/>
              <a:buChar char="•"/>
            </a:pPr>
            <a:endParaRPr lang="nl-NL" sz="2400" dirty="0"/>
          </a:p>
          <a:p>
            <a:pPr>
              <a:buFont typeface="Arial" panose="020B0604020202020204" pitchFamily="34" charset="0"/>
              <a:buChar char="•"/>
            </a:pPr>
            <a:r>
              <a:rPr lang="nl-NL" sz="2400" dirty="0"/>
              <a:t> a </a:t>
            </a:r>
            <a:r>
              <a:rPr lang="nl-NL" sz="2400" dirty="0" err="1"/>
              <a:t>logical</a:t>
            </a:r>
            <a:r>
              <a:rPr lang="nl-NL" sz="2400" dirty="0"/>
              <a:t> </a:t>
            </a:r>
            <a:r>
              <a:rPr lang="nl-NL" sz="2400" dirty="0" err="1"/>
              <a:t>internal</a:t>
            </a:r>
            <a:r>
              <a:rPr lang="nl-NL" sz="2400" dirty="0"/>
              <a:t> </a:t>
            </a:r>
            <a:r>
              <a:rPr lang="nl-NL" sz="2400" dirty="0" err="1"/>
              <a:t>structure</a:t>
            </a:r>
            <a:endParaRPr lang="nl-NL" sz="2400" dirty="0"/>
          </a:p>
        </p:txBody>
      </p:sp>
    </p:spTree>
    <p:extLst>
      <p:ext uri="{BB962C8B-B14F-4D97-AF65-F5344CB8AC3E}">
        <p14:creationId xmlns:p14="http://schemas.microsoft.com/office/powerpoint/2010/main" val="324113048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 What about that hamburger?</a:t>
            </a:r>
          </a:p>
        </p:txBody>
      </p:sp>
      <p:pic>
        <p:nvPicPr>
          <p:cNvPr id="2050" name="Picture 2" descr="http://cohoctonlibrary.org/wp-content/uploads/2014/06/Bookshelves-Background.jpg"/>
          <p:cNvPicPr>
            <a:picLocks noChangeAspect="1" noChangeArrowheads="1"/>
          </p:cNvPicPr>
          <p:nvPr/>
        </p:nvPicPr>
        <p:blipFill rotWithShape="1">
          <a:blip r:embed="rId2">
            <a:extLst>
              <a:ext uri="{28A0092B-C50C-407E-A947-70E740481C1C}">
                <a14:useLocalDpi xmlns:a14="http://schemas.microsoft.com/office/drawing/2010/main" val="0"/>
              </a:ext>
            </a:extLst>
          </a:blip>
          <a:srcRect t="5143" b="10095"/>
          <a:stretch/>
        </p:blipFill>
        <p:spPr bwMode="auto">
          <a:xfrm>
            <a:off x="0" y="0"/>
            <a:ext cx="9144000" cy="4844143"/>
          </a:xfrm>
          <a:prstGeom prst="rect">
            <a:avLst/>
          </a:prstGeom>
          <a:noFill/>
          <a:extLst>
            <a:ext uri="{909E8E84-426E-40DD-AFC4-6F175D3DCCD1}">
              <a14:hiddenFill xmlns:a14="http://schemas.microsoft.com/office/drawing/2010/main">
                <a:solidFill>
                  <a:srgbClr val="FFFFFF"/>
                </a:solidFill>
              </a14:hiddenFill>
            </a:ext>
          </a:extLst>
        </p:spPr>
      </p:pic>
      <p:sp>
        <p:nvSpPr>
          <p:cNvPr id="4" name="Rechthoek 3"/>
          <p:cNvSpPr/>
          <p:nvPr/>
        </p:nvSpPr>
        <p:spPr>
          <a:xfrm>
            <a:off x="0" y="6611779"/>
            <a:ext cx="6019800" cy="246221"/>
          </a:xfrm>
          <a:prstGeom prst="rect">
            <a:avLst/>
          </a:prstGeom>
        </p:spPr>
        <p:txBody>
          <a:bodyPr wrap="square">
            <a:spAutoFit/>
          </a:bodyPr>
          <a:lstStyle/>
          <a:p>
            <a:r>
              <a:rPr lang="nl-NL" sz="1000" dirty="0">
                <a:hlinkClick r:id="rId3"/>
              </a:rPr>
              <a:t>http://cohoctonlibrary.org/wp-content/uploads/2014/06/Bookshelves-Background.jpg</a:t>
            </a:r>
            <a:r>
              <a:rPr lang="nl-NL" sz="1000" dirty="0"/>
              <a:t> </a:t>
            </a:r>
          </a:p>
        </p:txBody>
      </p:sp>
    </p:spTree>
    <p:extLst>
      <p:ext uri="{BB962C8B-B14F-4D97-AF65-F5344CB8AC3E}">
        <p14:creationId xmlns:p14="http://schemas.microsoft.com/office/powerpoint/2010/main" val="305009009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1775" y="708025"/>
            <a:ext cx="8680450" cy="54419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Rechthoek 1"/>
          <p:cNvSpPr/>
          <p:nvPr/>
        </p:nvSpPr>
        <p:spPr>
          <a:xfrm>
            <a:off x="2600960" y="6611779"/>
            <a:ext cx="6543040" cy="246221"/>
          </a:xfrm>
          <a:prstGeom prst="rect">
            <a:avLst/>
          </a:prstGeom>
        </p:spPr>
        <p:txBody>
          <a:bodyPr wrap="square">
            <a:spAutoFit/>
          </a:bodyPr>
          <a:lstStyle/>
          <a:p>
            <a:pPr algn="r"/>
            <a:r>
              <a:rPr lang="nl-NL" sz="1000" dirty="0">
                <a:hlinkClick r:id="rId3"/>
              </a:rPr>
              <a:t>https://al9.wikispaces.com/file/view/Making+paragraphs+meaty.pdf</a:t>
            </a:r>
            <a:r>
              <a:rPr lang="nl-NL" sz="1000" dirty="0"/>
              <a:t> </a:t>
            </a:r>
          </a:p>
        </p:txBody>
      </p:sp>
    </p:spTree>
    <p:extLst>
      <p:ext uri="{BB962C8B-B14F-4D97-AF65-F5344CB8AC3E}">
        <p14:creationId xmlns:p14="http://schemas.microsoft.com/office/powerpoint/2010/main" val="194586638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we="http://schemas.microsoft.com/office/webextensions/webextension/2010/11" xmlns:pca="http://schemas.microsoft.com/office/powerpoint/2013/contentapp" Requires="we pca">
          <p:graphicFrame>
            <p:nvGraphicFramePr>
              <p:cNvPr id="2" name="Add-in 1">
                <a:extLst>
                  <a:ext uri="{FF2B5EF4-FFF2-40B4-BE49-F238E27FC236}">
                    <a16:creationId xmlns:a16="http://schemas.microsoft.com/office/drawing/2014/main" id="{FDD38DC7-2173-430B-1683-2B1062775F1A}"/>
                  </a:ext>
                </a:extLst>
              </p:cNvPr>
              <p:cNvGraphicFramePr>
                <a:graphicFrameLocks noGrp="1"/>
              </p:cNvGraphicFramePr>
              <p:nvPr/>
            </p:nvGraphicFramePr>
            <p:xfrm>
              <a:off x="285750" y="1019175"/>
              <a:ext cx="8572500" cy="4819650"/>
            </p:xfrm>
            <a:graphic>
              <a:graphicData uri="http://schemas.microsoft.com/office/webextensions/webextension/2010/11">
                <we:webextensionref xmlns:we="http://schemas.microsoft.com/office/webextensions/webextension/2010/11" xmlns:r="http://schemas.openxmlformats.org/officeDocument/2006/relationships" r:id="rId2"/>
              </a:graphicData>
            </a:graphic>
          </p:graphicFrame>
        </mc:Choice>
        <mc:Fallback>
          <p:pic>
            <p:nvPicPr>
              <p:cNvPr id="2" name="Add-in 1">
                <a:extLst>
                  <a:ext uri="{FF2B5EF4-FFF2-40B4-BE49-F238E27FC236}">
                    <a16:creationId xmlns:a16="http://schemas.microsoft.com/office/drawing/2014/main" id="{FDD38DC7-2173-430B-1683-2B1062775F1A}"/>
                  </a:ext>
                </a:extLst>
              </p:cNvPr>
              <p:cNvPicPr>
                <a:picLocks noGrp="1" noRot="1" noChangeAspect="1" noMove="1" noResize="1" noEditPoints="1" noAdjustHandles="1" noChangeArrowheads="1" noChangeShapeType="1"/>
              </p:cNvPicPr>
              <p:nvPr/>
            </p:nvPicPr>
            <p:blipFill>
              <a:blip r:embed="rId3"/>
              <a:stretch>
                <a:fillRect/>
              </a:stretch>
            </p:blipFill>
            <p:spPr>
              <a:xfrm>
                <a:off x="285750" y="1019175"/>
                <a:ext cx="8572500" cy="4819650"/>
              </a:xfrm>
              <a:prstGeom prst="rect">
                <a:avLst/>
              </a:prstGeom>
            </p:spPr>
          </p:pic>
        </mc:Fallback>
      </mc:AlternateContent>
    </p:spTree>
    <p:extLst>
      <p:ext uri="{BB962C8B-B14F-4D97-AF65-F5344CB8AC3E}">
        <p14:creationId xmlns:p14="http://schemas.microsoft.com/office/powerpoint/2010/main" val="202511164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nl-NL" dirty="0"/>
              <a:t>The </a:t>
            </a:r>
            <a:r>
              <a:rPr lang="nl-NL" dirty="0" err="1"/>
              <a:t>two</a:t>
            </a:r>
            <a:r>
              <a:rPr lang="nl-NL" dirty="0"/>
              <a:t>-minute paper</a:t>
            </a:r>
          </a:p>
        </p:txBody>
      </p:sp>
      <p:sp>
        <p:nvSpPr>
          <p:cNvPr id="3" name="Tijdelijke aanduiding voor inhoud 2"/>
          <p:cNvSpPr>
            <a:spLocks noGrp="1"/>
          </p:cNvSpPr>
          <p:nvPr>
            <p:ph idx="1"/>
          </p:nvPr>
        </p:nvSpPr>
        <p:spPr/>
        <p:txBody>
          <a:bodyPr/>
          <a:lstStyle/>
          <a:p>
            <a:pPr marL="0" indent="0">
              <a:buNone/>
            </a:pPr>
            <a:r>
              <a:rPr lang="nl-NL" sz="2400" dirty="0"/>
              <a:t>Take a pen </a:t>
            </a:r>
            <a:r>
              <a:rPr lang="nl-NL" sz="2400" dirty="0" err="1"/>
              <a:t>and</a:t>
            </a:r>
            <a:r>
              <a:rPr lang="nl-NL" sz="2400" dirty="0"/>
              <a:t> paper, or </a:t>
            </a:r>
            <a:r>
              <a:rPr lang="nl-NL" sz="2400" dirty="0" err="1"/>
              <a:t>your</a:t>
            </a:r>
            <a:r>
              <a:rPr lang="nl-NL" sz="2400" dirty="0"/>
              <a:t> laptop, </a:t>
            </a:r>
            <a:r>
              <a:rPr lang="nl-NL" sz="2400" dirty="0" err="1"/>
              <a:t>and</a:t>
            </a:r>
            <a:r>
              <a:rPr lang="nl-NL" sz="2400" dirty="0"/>
              <a:t> </a:t>
            </a:r>
            <a:r>
              <a:rPr lang="nl-NL" sz="2400" dirty="0" err="1"/>
              <a:t>write</a:t>
            </a:r>
            <a:r>
              <a:rPr lang="nl-NL" sz="2400" dirty="0"/>
              <a:t> down </a:t>
            </a:r>
            <a:r>
              <a:rPr lang="nl-NL" sz="2400" dirty="0" err="1"/>
              <a:t>the</a:t>
            </a:r>
            <a:r>
              <a:rPr lang="nl-NL" sz="2400" dirty="0"/>
              <a:t> </a:t>
            </a:r>
            <a:r>
              <a:rPr lang="nl-NL" sz="2400" dirty="0" err="1"/>
              <a:t>answers</a:t>
            </a:r>
            <a:r>
              <a:rPr lang="nl-NL" sz="2400" dirty="0"/>
              <a:t> </a:t>
            </a:r>
            <a:r>
              <a:rPr lang="nl-NL" sz="2400" dirty="0" err="1"/>
              <a:t>to</a:t>
            </a:r>
            <a:r>
              <a:rPr lang="nl-NL" sz="2400" dirty="0"/>
              <a:t> </a:t>
            </a:r>
            <a:r>
              <a:rPr lang="nl-NL" sz="2400" dirty="0" err="1"/>
              <a:t>the</a:t>
            </a:r>
            <a:r>
              <a:rPr lang="nl-NL" sz="2400" dirty="0"/>
              <a:t> </a:t>
            </a:r>
            <a:r>
              <a:rPr lang="nl-NL" sz="2400" dirty="0" err="1"/>
              <a:t>following</a:t>
            </a:r>
            <a:r>
              <a:rPr lang="nl-NL" sz="2400" dirty="0"/>
              <a:t> </a:t>
            </a:r>
            <a:r>
              <a:rPr lang="nl-NL" sz="2400" dirty="0" err="1"/>
              <a:t>questions</a:t>
            </a:r>
            <a:r>
              <a:rPr lang="nl-NL" sz="2400" dirty="0"/>
              <a:t>:</a:t>
            </a:r>
          </a:p>
          <a:p>
            <a:pPr marL="457200" indent="-457200">
              <a:buFont typeface="+mj-lt"/>
              <a:buAutoNum type="arabicPeriod"/>
            </a:pPr>
            <a:r>
              <a:rPr lang="nl-NL" sz="2400" dirty="0" err="1"/>
              <a:t>Why</a:t>
            </a:r>
            <a:r>
              <a:rPr lang="nl-NL" sz="2400" dirty="0"/>
              <a:t> do </a:t>
            </a:r>
            <a:r>
              <a:rPr lang="nl-NL" sz="2400" dirty="0" err="1"/>
              <a:t>you</a:t>
            </a:r>
            <a:r>
              <a:rPr lang="nl-NL" sz="2400" dirty="0"/>
              <a:t> </a:t>
            </a:r>
            <a:r>
              <a:rPr lang="nl-NL" sz="2400" dirty="0" err="1"/>
              <a:t>need</a:t>
            </a:r>
            <a:r>
              <a:rPr lang="nl-NL" sz="2400" dirty="0"/>
              <a:t> </a:t>
            </a:r>
            <a:r>
              <a:rPr lang="nl-NL" sz="2400" dirty="0" err="1"/>
              <a:t>paragraphs</a:t>
            </a:r>
            <a:r>
              <a:rPr lang="nl-NL" sz="2400" dirty="0"/>
              <a:t>?</a:t>
            </a:r>
          </a:p>
          <a:p>
            <a:pPr marL="457200" indent="-457200">
              <a:buFont typeface="+mj-lt"/>
              <a:buAutoNum type="arabicPeriod"/>
            </a:pPr>
            <a:r>
              <a:rPr lang="nl-NL" sz="2400" dirty="0" err="1"/>
              <a:t>What</a:t>
            </a:r>
            <a:r>
              <a:rPr lang="nl-NL" sz="2400" dirty="0"/>
              <a:t> are </a:t>
            </a:r>
            <a:r>
              <a:rPr lang="nl-NL" sz="2400" dirty="0" err="1"/>
              <a:t>two</a:t>
            </a:r>
            <a:r>
              <a:rPr lang="nl-NL" sz="2400" dirty="0"/>
              <a:t> of the important </a:t>
            </a:r>
            <a:r>
              <a:rPr lang="nl-NL" sz="2400" dirty="0" err="1"/>
              <a:t>characteristics</a:t>
            </a:r>
            <a:r>
              <a:rPr lang="nl-NL" sz="2400" dirty="0"/>
              <a:t> of </a:t>
            </a:r>
            <a:r>
              <a:rPr lang="nl-NL" sz="2400" dirty="0" err="1"/>
              <a:t>paragraphs</a:t>
            </a:r>
            <a:r>
              <a:rPr lang="nl-NL" sz="2400" dirty="0"/>
              <a:t>?</a:t>
            </a:r>
          </a:p>
          <a:p>
            <a:pPr marL="457200" indent="-457200">
              <a:buFont typeface="+mj-lt"/>
              <a:buAutoNum type="arabicPeriod"/>
            </a:pPr>
            <a:r>
              <a:rPr lang="nl-NL" sz="2400" dirty="0" err="1"/>
              <a:t>What</a:t>
            </a:r>
            <a:r>
              <a:rPr lang="nl-NL" sz="2400" dirty="0"/>
              <a:t> </a:t>
            </a:r>
            <a:r>
              <a:rPr lang="nl-NL" sz="2400" dirty="0" err="1"/>
              <a:t>makes</a:t>
            </a:r>
            <a:r>
              <a:rPr lang="nl-NL" sz="2400" dirty="0"/>
              <a:t> a </a:t>
            </a:r>
            <a:r>
              <a:rPr lang="nl-NL" sz="2400" dirty="0" err="1"/>
              <a:t>good</a:t>
            </a:r>
            <a:r>
              <a:rPr lang="nl-NL" sz="2400" dirty="0"/>
              <a:t> topic </a:t>
            </a:r>
            <a:r>
              <a:rPr lang="nl-NL" sz="2400" dirty="0" err="1"/>
              <a:t>sentence</a:t>
            </a:r>
            <a:r>
              <a:rPr lang="nl-NL" sz="2400" dirty="0"/>
              <a:t>?</a:t>
            </a:r>
          </a:p>
          <a:p>
            <a:pPr marL="0" indent="0">
              <a:buNone/>
            </a:pPr>
            <a:endParaRPr lang="nl-NL" dirty="0"/>
          </a:p>
        </p:txBody>
      </p:sp>
    </p:spTree>
    <p:extLst>
      <p:ext uri="{BB962C8B-B14F-4D97-AF65-F5344CB8AC3E}">
        <p14:creationId xmlns:p14="http://schemas.microsoft.com/office/powerpoint/2010/main" val="399314002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nl-NL" dirty="0" err="1"/>
              <a:t>Coming</a:t>
            </a:r>
            <a:r>
              <a:rPr lang="nl-NL" dirty="0"/>
              <a:t> up next…</a:t>
            </a:r>
          </a:p>
        </p:txBody>
      </p:sp>
      <p:sp>
        <p:nvSpPr>
          <p:cNvPr id="3" name="Tijdelijke aanduiding voor inhoud 2"/>
          <p:cNvSpPr>
            <a:spLocks noGrp="1"/>
          </p:cNvSpPr>
          <p:nvPr>
            <p:ph idx="1"/>
          </p:nvPr>
        </p:nvSpPr>
        <p:spPr/>
        <p:txBody>
          <a:bodyPr>
            <a:normAutofit/>
          </a:bodyPr>
          <a:lstStyle/>
          <a:p>
            <a:pPr marL="0" indent="0">
              <a:buNone/>
            </a:pPr>
            <a:r>
              <a:rPr lang="nl-NL" sz="2400" b="1" dirty="0" err="1"/>
              <a:t>This</a:t>
            </a:r>
            <a:r>
              <a:rPr lang="nl-NL" sz="2400" b="1" dirty="0"/>
              <a:t> </a:t>
            </a:r>
            <a:r>
              <a:rPr lang="nl-NL" sz="2400" b="1" dirty="0" err="1"/>
              <a:t>week’s</a:t>
            </a:r>
            <a:r>
              <a:rPr lang="nl-NL" sz="2400" b="1" dirty="0"/>
              <a:t> seminar:</a:t>
            </a:r>
          </a:p>
          <a:p>
            <a:pPr marL="892175" lvl="1" indent="-173038">
              <a:buFont typeface="Arial" panose="020B0604020202020204" pitchFamily="34" charset="0"/>
              <a:buChar char="•"/>
            </a:pPr>
            <a:r>
              <a:rPr lang="nl-NL" sz="2400" dirty="0"/>
              <a:t>	</a:t>
            </a:r>
            <a:r>
              <a:rPr lang="nl-NL" sz="2400" dirty="0" err="1"/>
              <a:t>Improving</a:t>
            </a:r>
            <a:r>
              <a:rPr lang="nl-NL" sz="2400" dirty="0"/>
              <a:t> draft </a:t>
            </a:r>
            <a:r>
              <a:rPr lang="nl-NL" sz="2400" dirty="0" err="1"/>
              <a:t>paragraphs</a:t>
            </a:r>
            <a:endParaRPr lang="nl-NL" sz="2400" dirty="0"/>
          </a:p>
          <a:p>
            <a:pPr marL="892175" lvl="1" indent="-173038">
              <a:buFont typeface="Arial" panose="020B0604020202020204" pitchFamily="34" charset="0"/>
              <a:buChar char="•"/>
            </a:pPr>
            <a:r>
              <a:rPr lang="nl-NL" sz="2400" dirty="0" err="1"/>
              <a:t>Linking</a:t>
            </a:r>
            <a:r>
              <a:rPr lang="nl-NL" sz="2400" dirty="0"/>
              <a:t> </a:t>
            </a:r>
            <a:r>
              <a:rPr lang="nl-NL" sz="2400" dirty="0" err="1"/>
              <a:t>language</a:t>
            </a:r>
            <a:r>
              <a:rPr lang="nl-NL" sz="2400" dirty="0"/>
              <a:t>: </a:t>
            </a:r>
            <a:r>
              <a:rPr lang="nl-NL" sz="2400" dirty="0" err="1"/>
              <a:t>turning</a:t>
            </a:r>
            <a:r>
              <a:rPr lang="nl-NL" sz="2400" dirty="0"/>
              <a:t> a list </a:t>
            </a:r>
            <a:r>
              <a:rPr lang="nl-NL" sz="2400" dirty="0" err="1"/>
              <a:t>into</a:t>
            </a:r>
            <a:r>
              <a:rPr lang="nl-NL" sz="2400" dirty="0"/>
              <a:t> a story</a:t>
            </a:r>
          </a:p>
          <a:p>
            <a:pPr marL="0" indent="0">
              <a:buNone/>
            </a:pPr>
            <a:r>
              <a:rPr lang="nl-NL" sz="2400" dirty="0"/>
              <a:t>	</a:t>
            </a:r>
          </a:p>
          <a:p>
            <a:pPr marL="0" indent="0">
              <a:buNone/>
            </a:pPr>
            <a:r>
              <a:rPr lang="nl-NL" sz="2400" b="1" dirty="0"/>
              <a:t>Next week (week 5): NO CLASSES</a:t>
            </a:r>
          </a:p>
          <a:p>
            <a:pPr marL="0" indent="0">
              <a:buNone/>
            </a:pPr>
            <a:r>
              <a:rPr lang="nl-NL" sz="2400" b="1" dirty="0"/>
              <a:t>The week </a:t>
            </a:r>
            <a:r>
              <a:rPr lang="nl-NL" sz="2400" b="1" dirty="0" err="1"/>
              <a:t>after</a:t>
            </a:r>
            <a:r>
              <a:rPr lang="nl-NL" sz="2400" b="1" dirty="0"/>
              <a:t> (week 6):</a:t>
            </a:r>
          </a:p>
          <a:p>
            <a:pPr marL="892175" lvl="1" indent="-173038"/>
            <a:r>
              <a:rPr lang="nl-NL" sz="2400" dirty="0"/>
              <a:t>	The </a:t>
            </a:r>
            <a:r>
              <a:rPr lang="nl-NL" sz="2400" dirty="0" err="1"/>
              <a:t>structure</a:t>
            </a:r>
            <a:r>
              <a:rPr lang="nl-NL" sz="2400" dirty="0"/>
              <a:t> of </a:t>
            </a:r>
            <a:r>
              <a:rPr lang="nl-NL" sz="2400" dirty="0" err="1"/>
              <a:t>conclusions</a:t>
            </a:r>
            <a:endParaRPr lang="nl-NL" sz="2400" dirty="0"/>
          </a:p>
          <a:p>
            <a:pPr marL="892175" lvl="1" indent="-173038"/>
            <a:r>
              <a:rPr lang="nl-NL" sz="2400" dirty="0" err="1"/>
              <a:t>Punctuation</a:t>
            </a:r>
            <a:endParaRPr lang="nl-NL" sz="2400" dirty="0"/>
          </a:p>
          <a:p>
            <a:pPr marL="173736" lvl="1" indent="0">
              <a:buNone/>
            </a:pPr>
            <a:endParaRPr lang="nl-NL" dirty="0"/>
          </a:p>
          <a:p>
            <a:pPr marL="457200" indent="-457200">
              <a:buFont typeface="+mj-lt"/>
              <a:buAutoNum type="arabicPeriod"/>
            </a:pPr>
            <a:endParaRPr lang="nl-NL" sz="2400" dirty="0"/>
          </a:p>
        </p:txBody>
      </p:sp>
    </p:spTree>
    <p:extLst>
      <p:ext uri="{BB962C8B-B14F-4D97-AF65-F5344CB8AC3E}">
        <p14:creationId xmlns:p14="http://schemas.microsoft.com/office/powerpoint/2010/main" val="37393684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tags/tag1.xml><?xml version="1.0" encoding="utf-8"?>
<p:tagLst xmlns:a="http://schemas.openxmlformats.org/drawingml/2006/main" xmlns:r="http://schemas.openxmlformats.org/officeDocument/2006/relationships" xmlns:p="http://schemas.openxmlformats.org/presentationml/2006/main">
  <p:tag name="MMPROD_NEXTUNIQUEID" val="10009"/>
  <p:tag name="MMPROD_UIDATA" val="&lt;database version=&quot;7.0&quot;&gt;&lt;object type=&quot;1&quot; unique_id=&quot;10001&quot;&gt;&lt;object type=&quot;8&quot; unique_id=&quot;10002&quot;&gt;&lt;/object&gt;&lt;object type=&quot;2&quot; unique_id=&quot;10003&quot;&gt;&lt;object type=&quot;3&quot; unique_id=&quot;10004&quot;&gt;&lt;property id=&quot;20148&quot; value=&quot;5&quot;/&gt;&lt;property id=&quot;20300&quot; value=&quot;Slide 1 - &amp;quot;Academic English: Grammar (MKDA)&amp;quot;&quot;/&gt;&lt;property id=&quot;20307&quot; value=&quot;256&quot;/&gt;&lt;/object&gt;&lt;object type=&quot;3&quot; unique_id=&quot;10178&quot;&gt;&lt;property id=&quot;20148&quot; value=&quot;5&quot;/&gt;&lt;property id=&quot;20300&quot; value=&quot;Slide 6 - &amp;quot;Today’s Programme&amp;quot;&quot;/&gt;&lt;property id=&quot;20307&quot; value=&quot;272&quot;/&gt;&lt;/object&gt;&lt;object type=&quot;3&quot; unique_id=&quot;10180&quot;&gt;&lt;property id=&quot;20148&quot; value=&quot;5&quot;/&gt;&lt;property id=&quot;20300&quot; value=&quot;Slide 3 - &amp;quot;The verb phrase: grammatical contrasts&amp;quot;&quot;/&gt;&lt;property id=&quot;20307&quot; value=&quot;274&quot;/&gt;&lt;/object&gt;&lt;object type=&quot;3&quot; unique_id=&quot;10181&quot;&gt;&lt;property id=&quot;20148&quot; value=&quot;5&quot;/&gt;&lt;property id=&quot;20300&quot; value=&quot;Slide 7 - &amp;quot;Part 2: Tense&amp;quot;&quot;/&gt;&lt;property id=&quot;20307&quot; value=&quot;275&quot;/&gt;&lt;/object&gt;&lt;object type=&quot;3&quot; unique_id=&quot;10183&quot;&gt;&lt;property id=&quot;20148&quot; value=&quot;5&quot;/&gt;&lt;property id=&quot;20300&quot; value=&quot;Slide 9 - &amp;quot;Error analysis: test your intuitions&amp;quot;&quot;/&gt;&lt;property id=&quot;20307&quot; value=&quot;277&quot;/&gt;&lt;/object&gt;&lt;object type=&quot;3&quot; unique_id=&quot;10184&quot;&gt;&lt;property id=&quot;20148&quot; value=&quot;5&quot;/&gt;&lt;property id=&quot;20300&quot; value=&quot;Slide 11 - &amp;quot;Tense: the four forms&amp;quot;&quot;/&gt;&lt;property id=&quot;20307&quot; value=&quot;278&quot;/&gt;&lt;/object&gt;&lt;object type=&quot;3&quot; unique_id=&quot;10185&quot;&gt;&lt;property id=&quot;20148&quot; value=&quot;5&quot;/&gt;&lt;property id=&quot;20300&quot; value=&quot;Slide 12 - &amp;quot;Tense: the four forms&amp;quot;&quot;/&gt;&lt;property id=&quot;20307&quot; value=&quot;279&quot;/&gt;&lt;/object&gt;&lt;object type=&quot;3&quot; unique_id=&quot;10186&quot;&gt;&lt;property id=&quot;20148&quot; value=&quot;5&quot;/&gt;&lt;property id=&quot;20300&quot; value=&quot;Slide 13&quot;/&gt;&lt;property id=&quot;20307&quot; value=&quot;280&quot;/&gt;&lt;/object&gt;&lt;object type=&quot;3&quot; unique_id=&quot;10187&quot;&gt;&lt;property id=&quot;20148&quot; value=&quot;5&quot;/&gt;&lt;property id=&quot;20300&quot; value=&quot;Slide 15 - &amp;quot;Simple present&amp;quot;&quot;/&gt;&lt;property id=&quot;20307&quot; value=&quot;281&quot;/&gt;&lt;/object&gt;&lt;object type=&quot;3&quot; unique_id=&quot;10188&quot;&gt;&lt;property id=&quot;20148&quot; value=&quot;5&quot;/&gt;&lt;property id=&quot;20300&quot; value=&quot;Slide 16 - &amp;quot;Simple present &amp;amp; time words&amp;quot;&quot;/&gt;&lt;property id=&quot;20307&quot; value=&quot;282&quot;/&gt;&lt;/object&gt;&lt;object type=&quot;3&quot; unique_id=&quot;10190&quot;&gt;&lt;property id=&quot;20148&quot; value=&quot;5&quot;/&gt;&lt;property id=&quot;20300&quot; value=&quot;Slide 19 - &amp;quot;Past tense = remoteness &amp;quot;&quot;/&gt;&lt;property id=&quot;20307&quot; value=&quot;284&quot;/&gt;&lt;/object&gt;&lt;object type=&quot;3&quot; unique_id=&quot;10191&quot;&gt;&lt;property id=&quot;20148&quot; value=&quot;5&quot;/&gt;&lt;property id=&quot;20300&quot; value=&quot;Slide 20 - &amp;quot;Simple past&amp;quot;&quot;/&gt;&lt;property id=&quot;20307&quot; value=&quot;285&quot;/&gt;&lt;/object&gt;&lt;object type=&quot;3&quot; unique_id=&quot;10194&quot;&gt;&lt;property id=&quot;20148&quot; value=&quot;5&quot;/&gt;&lt;property id=&quot;20300&quot; value=&quot;Slide 24 - &amp;quot;Present perfect (2)&amp;quot;&quot;/&gt;&lt;property id=&quot;20307&quot; value=&quot;288&quot;/&gt;&lt;/object&gt;&lt;object type=&quot;3&quot; unique_id=&quot;10196&quot;&gt;&lt;property id=&quot;20148&quot; value=&quot;5&quot;/&gt;&lt;property id=&quot;20300&quot; value=&quot;Slide 27 - &amp;quot;Past perfect&amp;quot;&quot;/&gt;&lt;property id=&quot;20307&quot; value=&quot;290&quot;/&gt;&lt;/object&gt;&lt;object type=&quot;3&quot; unique_id=&quot;10197&quot;&gt;&lt;property id=&quot;20148&quot; value=&quot;5&quot;/&gt;&lt;property id=&quot;20300&quot; value=&quot;Slide 29&quot;/&gt;&lt;property id=&quot;20307&quot; value=&quot;291&quot;/&gt;&lt;/object&gt;&lt;object type=&quot;3&quot; unique_id=&quot;10199&quot;&gt;&lt;property id=&quot;20148&quot; value=&quot;5&quot;/&gt;&lt;property id=&quot;20300&quot; value=&quot;Slide 32 - &amp;quot;Compare&amp;quot;&quot;/&gt;&lt;property id=&quot;20307&quot; value=&quot;293&quot;/&gt;&lt;/object&gt;&lt;object type=&quot;3&quot; unique_id=&quot;10201&quot;&gt;&lt;property id=&quot;20148&quot; value=&quot;5&quot;/&gt;&lt;property id=&quot;20300&quot; value=&quot;Slide 38 - &amp;quot;Part 3: Aspect&amp;quot;&quot;/&gt;&lt;property id=&quot;20307&quot; value=&quot;295&quot;/&gt;&lt;/object&gt;&lt;object type=&quot;3&quot; unique_id=&quot;10202&quot;&gt;&lt;property id=&quot;20148&quot; value=&quot;5&quot;/&gt;&lt;property id=&quot;20300&quot; value=&quot;Slide 39 - &amp;quot;Aspect: progressive (= -ing form) &amp;quot;&quot;/&gt;&lt;property id=&quot;20307&quot; value=&quot;296&quot;/&gt;&lt;/object&gt;&lt;object type=&quot;3&quot; unique_id=&quot;10203&quot;&gt;&lt;property id=&quot;20148&quot; value=&quot;5&quot;/&gt;&lt;property id=&quot;20300&quot; value=&quot;Slide 41 - &amp;quot;When to use the  -ing form (1)&amp;quot;&quot;/&gt;&lt;property id=&quot;20307&quot; value=&quot;297&quot;/&gt;&lt;/object&gt;&lt;object type=&quot;3&quot; unique_id=&quot;10204&quot;&gt;&lt;property id=&quot;20148&quot; value=&quot;5&quot;/&gt;&lt;property id=&quot;20300&quot; value=&quot;Slide 43 - &amp;quot;When to use the  -ing form (2)&amp;quot;&quot;/&gt;&lt;property id=&quot;20307&quot; value=&quot;298&quot;/&gt;&lt;/object&gt;&lt;object type=&quot;3&quot; unique_id=&quot;10205&quot;&gt;&lt;property id=&quot;20148&quot; value=&quot;5&quot;/&gt;&lt;property id=&quot;20300&quot; value=&quot;Slide 44 - &amp;quot;When not to use the progressive&amp;quot;&quot;/&gt;&lt;property id=&quot;20307&quot; value=&quot;299&quot;/&gt;&lt;/object&gt;&lt;object type=&quot;3&quot; unique_id=&quot;10206&quot;&gt;&lt;property id=&quot;20148&quot; value=&quot;5&quot;/&gt;&lt;property id=&quot;20300&quot; value=&quot;Slide 45&quot;/&gt;&lt;property id=&quot;20307&quot; value=&quot;300&quot;/&gt;&lt;/object&gt;&lt;object type=&quot;3&quot; unique_id=&quot;10207&quot;&gt;&lt;property id=&quot;20148&quot; value=&quot;5&quot;/&gt;&lt;property id=&quot;20300&quot; value=&quot;Slide 46 - &amp;quot;Pitfall: present vs progressive&amp;quot;&quot;/&gt;&lt;property id=&quot;20307&quot; value=&quot;301&quot;/&gt;&lt;/object&gt;&lt;object type=&quot;3&quot; unique_id=&quot;10210&quot;&gt;&lt;property id=&quot;20148&quot; value=&quot;5&quot;/&gt;&lt;property id=&quot;20300&quot; value=&quot;Slide 50 - &amp;quot;Next week Monday&amp;quot;&quot;/&gt;&lt;property id=&quot;20307&quot; value=&quot;304&quot;/&gt;&lt;/object&gt;&lt;object type=&quot;3&quot; unique_id=&quot;10247&quot;&gt;&lt;property id=&quot;20148&quot; value=&quot;5&quot;/&gt;&lt;property id=&quot;20300&quot; value=&quot;Slide 8 - &amp;quot;What is tense?&amp;quot;&quot;/&gt;&lt;property id=&quot;20307&quot; value=&quot;305&quot;/&gt;&lt;/object&gt;&lt;object type=&quot;3&quot; unique_id=&quot;10398&quot;&gt;&lt;property id=&quot;20148&quot; value=&quot;5&quot;/&gt;&lt;property id=&quot;20300&quot; value=&quot;Slide 5 - &amp;quot;Tense &amp;amp; aspect&amp;quot;&quot;/&gt;&lt;property id=&quot;20307&quot; value=&quot;318&quot;/&gt;&lt;/object&gt;&lt;object type=&quot;3&quot; unique_id=&quot;10399&quot;&gt;&lt;property id=&quot;20148&quot; value=&quot;5&quot;/&gt;&lt;property id=&quot;20300&quot; value=&quot;Slide 10 - &amp;quot;Error analysis&amp;quot;&quot;/&gt;&lt;property id=&quot;20307&quot; value=&quot;321&quot;/&gt;&lt;/object&gt;&lt;object type=&quot;3&quot; unique_id=&quot;10400&quot;&gt;&lt;property id=&quot;20148&quot; value=&quot;5&quot;/&gt;&lt;property id=&quot;20300&quot; value=&quot;Slide 33 - &amp;quot;Conditionals&amp;quot;&quot;/&gt;&lt;property id=&quot;20307&quot; value=&quot;315&quot;/&gt;&lt;/object&gt;&lt;object type=&quot;3&quot; unique_id=&quot;10401&quot;&gt;&lt;property id=&quot;20148&quot; value=&quot;5&quot;/&gt;&lt;property id=&quot;20300&quot; value=&quot;Slide 34 - &amp;quot;If…(then)… &amp;#x0D;&amp;#x0A;(Conditional sentences)&amp;quot;&quot;/&gt;&lt;property id=&quot;20307&quot; value=&quot;316&quot;/&gt;&lt;/object&gt;&lt;object type=&quot;3&quot; unique_id=&quot;10402&quot;&gt;&lt;property id=&quot;20148&quot; value=&quot;5&quot;/&gt;&lt;property id=&quot;20300&quot; value=&quot;Slide 36 - &amp;quot;Two other types&amp;quot;&quot;/&gt;&lt;property id=&quot;20307&quot; value=&quot;317&quot;/&gt;&lt;/object&gt;&lt;object type=&quot;3&quot; unique_id=&quot;10499&quot;&gt;&lt;property id=&quot;20148&quot; value=&quot;5&quot;/&gt;&lt;property id=&quot;20300&quot; value=&quot;Slide 48 - &amp;quot;RECAP Exercise&amp;#x0D;&amp;#x0A;(5-10 minutes)&amp;quot;&quot;/&gt;&lt;property id=&quot;20307&quot; value=&quot;322&quot;/&gt;&lt;/object&gt;&lt;object type=&quot;3&quot; unique_id=&quot;10500&quot;&gt;&lt;property id=&quot;20148&quot; value=&quot;5&quot;/&gt;&lt;property id=&quot;20300&quot; value=&quot;Slide 49 - &amp;quot;Recap exercise - Keys&amp;quot;&quot;/&gt;&lt;property id=&quot;20307&quot; value=&quot;323&quot;/&gt;&lt;/object&gt;&lt;object type=&quot;3&quot; unique_id=&quot;11001&quot;&gt;&lt;property id=&quot;20148&quot; value=&quot;5&quot;/&gt;&lt;property id=&quot;20300&quot; value=&quot;Slide 2 - &amp;quot;Today’s Programme&amp;quot;&quot;/&gt;&lt;property id=&quot;20307&quot; value=&quot;325&quot;/&gt;&lt;/object&gt;&lt;object type=&quot;3&quot; unique_id=&quot;11002&quot;&gt;&lt;property id=&quot;20148&quot; value=&quot;5&quot;/&gt;&lt;property id=&quot;20300&quot; value=&quot;Slide 4 - &amp;quot;The verb phrase: grammatical contrasts&amp;quot;&quot;/&gt;&lt;property id=&quot;20307&quot; value=&quot;324&quot;/&gt;&lt;/object&gt;&lt;object type=&quot;3&quot; unique_id=&quot;11003&quot;&gt;&lt;property id=&quot;20148&quot; value=&quot;5&quot;/&gt;&lt;property id=&quot;20300&quot; value=&quot;Slide 14 - &amp;quot;Simple present&amp;quot;&quot;/&gt;&lt;property id=&quot;20307&quot; value=&quot;327&quot;/&gt;&lt;/object&gt;&lt;object type=&quot;3&quot; unique_id=&quot;11004&quot;&gt;&lt;property id=&quot;20148&quot; value=&quot;5&quot;/&gt;&lt;property id=&quot;20300&quot; value=&quot;Slide 17 - &amp;quot;Simple present &amp;amp; time words&amp;quot;&quot;/&gt;&lt;property id=&quot;20307&quot; value=&quot;328&quot;/&gt;&lt;/object&gt;&lt;object type=&quot;3&quot; unique_id=&quot;11005&quot;&gt;&lt;property id=&quot;20148&quot; value=&quot;5&quot;/&gt;&lt;property id=&quot;20300&quot; value=&quot;Slide 22 - &amp;quot;Present perfect (1)&amp;quot;&quot;/&gt;&lt;property id=&quot;20307&quot; value=&quot;329&quot;/&gt;&lt;/object&gt;&lt;object type=&quot;3&quot; unique_id=&quot;11524&quot;&gt;&lt;property id=&quot;20148&quot; value=&quot;5&quot;/&gt;&lt;property id=&quot;20300&quot; value=&quot;Slide 18&quot;/&gt;&lt;property id=&quot;20307&quot; value=&quot;335&quot;/&gt;&lt;/object&gt;&lt;object type=&quot;3&quot; unique_id=&quot;11525&quot;&gt;&lt;property id=&quot;20148&quot; value=&quot;5&quot;/&gt;&lt;property id=&quot;20300&quot; value=&quot;Slide 21&quot;/&gt;&lt;property id=&quot;20307&quot; value=&quot;334&quot;/&gt;&lt;/object&gt;&lt;object type=&quot;3&quot; unique_id=&quot;11526&quot;&gt;&lt;property id=&quot;20148&quot; value=&quot;5&quot;/&gt;&lt;property id=&quot;20300&quot; value=&quot;Slide 23 - &amp;quot;Present perfect (1)&amp;quot;&quot;/&gt;&lt;property id=&quot;20307&quot; value=&quot;330&quot;/&gt;&lt;/object&gt;&lt;object type=&quot;3&quot; unique_id=&quot;11527&quot;&gt;&lt;property id=&quot;20148&quot; value=&quot;5&quot;/&gt;&lt;property id=&quot;20300&quot; value=&quot;Slide 25 - &amp;quot;Present perfect (2)&amp;quot;&quot;/&gt;&lt;property id=&quot;20307&quot; value=&quot;331&quot;/&gt;&lt;/object&gt;&lt;object type=&quot;3&quot; unique_id=&quot;11528&quot;&gt;&lt;property id=&quot;20148&quot; value=&quot;5&quot;/&gt;&lt;property id=&quot;20300&quot; value=&quot;Slide 26&quot;/&gt;&lt;property id=&quot;20307&quot; value=&quot;333&quot;/&gt;&lt;/object&gt;&lt;object type=&quot;3&quot; unique_id=&quot;11529&quot;&gt;&lt;property id=&quot;20148&quot; value=&quot;5&quot;/&gt;&lt;property id=&quot;20300&quot; value=&quot;Slide 28 - &amp;quot;Past perfect&amp;quot;&quot;/&gt;&lt;property id=&quot;20307&quot; value=&quot;332&quot;/&gt;&lt;/object&gt;&lt;object type=&quot;3&quot; unique_id=&quot;11530&quot;&gt;&lt;property id=&quot;20148&quot; value=&quot;5&quot;/&gt;&lt;property id=&quot;20300&quot; value=&quot;Slide 30 - &amp;quot;Pitfall: past tense vs present perfect&amp;quot;&quot;/&gt;&lt;property id=&quot;20307&quot; value=&quot;336&quot;/&gt;&lt;/object&gt;&lt;object type=&quot;3&quot; unique_id=&quot;11531&quot;&gt;&lt;property id=&quot;20148&quot; value=&quot;5&quot;/&gt;&lt;property id=&quot;20300&quot; value=&quot;Slide 31 - &amp;quot;Pitfall: past tense vs present perfect&amp;quot;&quot;/&gt;&lt;property id=&quot;20307&quot; value=&quot;337&quot;/&gt;&lt;/object&gt;&lt;object type=&quot;3&quot; unique_id=&quot;11532&quot;&gt;&lt;property id=&quot;20148&quot; value=&quot;5&quot;/&gt;&lt;property id=&quot;20300&quot; value=&quot;Slide 35 - &amp;quot;If…(then)… &amp;#x0D;&amp;#x0A;(Conditional sentences)&amp;quot;&quot;/&gt;&lt;property id=&quot;20307&quot; value=&quot;338&quot;/&gt;&lt;/object&gt;&lt;object type=&quot;3&quot; unique_id=&quot;11533&quot;&gt;&lt;property id=&quot;20148&quot; value=&quot;5&quot;/&gt;&lt;property id=&quot;20300&quot; value=&quot;Slide 37 - &amp;quot;Two other types&amp;quot;&quot;/&gt;&lt;property id=&quot;20307&quot; value=&quot;339&quot;/&gt;&lt;/object&gt;&lt;object type=&quot;3&quot; unique_id=&quot;11832&quot;&gt;&lt;property id=&quot;20148&quot; value=&quot;5&quot;/&gt;&lt;property id=&quot;20300&quot; value=&quot;Slide 40 - &amp;quot;Aspect: progressive (= -ing form) &amp;quot;&quot;/&gt;&lt;property id=&quot;20307&quot; value=&quot;340&quot;/&gt;&lt;/object&gt;&lt;object type=&quot;3&quot; unique_id=&quot;11833&quot;&gt;&lt;property id=&quot;20148&quot; value=&quot;5&quot;/&gt;&lt;property id=&quot;20300&quot; value=&quot;Slide 42 - &amp;quot;When to use the  -ing form (1)&amp;quot;&quot;/&gt;&lt;property id=&quot;20307&quot; value=&quot;342&quot;/&gt;&lt;/object&gt;&lt;object type=&quot;3&quot; unique_id=&quot;11834&quot;&gt;&lt;property id=&quot;20148&quot; value=&quot;5&quot;/&gt;&lt;property id=&quot;20300&quot; value=&quot;Slide 47 - &amp;quot;Pitfall: present vs progressive&amp;quot;&quot;/&gt;&lt;property id=&quot;20307&quot; value=&quot;343&quot;/&gt;&lt;/object&gt;&lt;/object&gt;&lt;/object&gt;&lt;/database&gt;"/>
  <p:tag name="SECTOMILLISECCONVERTED" val="1"/>
  <p:tag name="MENTIMETER_SERIES_ID_KEY" val="al99uyzfe91zau2wees3mokou6hcrfrs"/>
</p:tagLst>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ntegraal">
  <a:themeElements>
    <a:clrScheme name="Integraal">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B9F25"/>
      </a:hlink>
      <a:folHlink>
        <a:srgbClr val="B26B02"/>
      </a:folHlink>
    </a:clrScheme>
    <a:fontScheme name="Integraal">
      <a:majorFont>
        <a:latin typeface="Tw Cen MT Condensed"/>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w Cen MT"/>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Integraal">
      <a:fillStyleLst>
        <a:solidFill>
          <a:schemeClr val="phClr"/>
        </a:solidFill>
        <a:gradFill rotWithShape="1">
          <a:gsLst>
            <a:gs pos="0">
              <a:schemeClr val="phClr">
                <a:tint val="83000"/>
                <a:satMod val="100000"/>
                <a:lumMod val="100000"/>
              </a:schemeClr>
            </a:gs>
            <a:gs pos="100000">
              <a:schemeClr val="phClr">
                <a:tint val="61000"/>
                <a:satMod val="150000"/>
                <a:lumMod val="100000"/>
              </a:schemeClr>
            </a:gs>
          </a:gsLst>
          <a:path path="circle">
            <a:fillToRect l="100000" t="100000" r="100000" b="100000"/>
          </a:path>
        </a:gradFill>
        <a:gradFill rotWithShape="1">
          <a:gsLst>
            <a:gs pos="0">
              <a:schemeClr val="phClr">
                <a:tint val="100000"/>
                <a:shade val="85000"/>
                <a:satMod val="100000"/>
                <a:lumMod val="100000"/>
              </a:schemeClr>
            </a:gs>
            <a:gs pos="100000">
              <a:schemeClr val="phClr">
                <a:tint val="90000"/>
                <a:shade val="100000"/>
                <a:satMod val="150000"/>
                <a:lumMod val="100000"/>
              </a:schemeClr>
            </a:gs>
          </a:gsLst>
          <a:path path="circle">
            <a:fillToRect l="100000" t="100000" r="100000" b="100000"/>
          </a:path>
        </a:gradFill>
      </a:fillStyleLst>
      <a:lnStyleLst>
        <a:ln w="9525" cap="flat" cmpd="sng" algn="ctr">
          <a:solidFill>
            <a:schemeClr val="phClr"/>
          </a:solidFill>
          <a:prstDash val="solid"/>
        </a:ln>
        <a:ln w="15875"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50800" dist="12700" dir="5400000" algn="ctr" rotWithShape="0">
              <a:srgbClr val="000000">
                <a:alpha val="50000"/>
              </a:srgbClr>
            </a:outerShdw>
          </a:effectLst>
        </a:effectStyle>
        <a:effectStyle>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phClr">
                <a:shade val="35000"/>
                <a:satMod val="160000"/>
              </a:schemeClr>
            </a:contourClr>
          </a:sp3d>
        </a:effectStyle>
      </a:effectStyleLst>
      <a:bgFillStyleLst>
        <a:solidFill>
          <a:schemeClr val="phClr"/>
        </a:solidFill>
        <a:solidFill>
          <a:schemeClr val="phClr">
            <a:tint val="95000"/>
            <a:shade val="85000"/>
            <a:satMod val="125000"/>
          </a:schemeClr>
        </a:solidFill>
        <a:blipFill rotWithShape="1">
          <a:blip xmlns:r="http://schemas.openxmlformats.org/officeDocument/2006/relationships" r:embed="rId1">
            <a:duotone>
              <a:schemeClr val="phClr">
                <a:tint val="95000"/>
                <a:shade val="74000"/>
                <a:satMod val="230000"/>
              </a:schemeClr>
              <a:schemeClr val="phClr">
                <a:tint val="92000"/>
                <a:shade val="69000"/>
                <a:satMod val="250000"/>
              </a:schemeClr>
            </a:duotone>
          </a:blip>
          <a:tile tx="0" ty="0" sx="40000" sy="40000" flip="none" algn="tl"/>
        </a:blipFill>
      </a:bgFillStyleLst>
    </a:fmtScheme>
  </a:themeElements>
  <a:objectDefaults/>
  <a:extraClrSchemeLst/>
  <a:extLst>
    <a:ext uri="{05A4C25C-085E-4340-85A3-A5531E510DB2}">
      <thm15:themeFamily xmlns:thm15="http://schemas.microsoft.com/office/thememl/2012/main" name="Integral" id="{3577F8C9-A904-41D8-97D2-FD898F53F20E}" vid="{682D6EBE-8D36-4FF2-9DB3-F3D8D7B6715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webextensions/_rels/webextension1.xml.rels><?xml version="1.0" encoding="UTF-8" standalone="yes"?>
<Relationships xmlns="http://schemas.openxmlformats.org/package/2006/relationships"><Relationship Id="rId1" Type="http://schemas.openxmlformats.org/officeDocument/2006/relationships/image" Target="../media/image16.png"/></Relationships>
</file>

<file path=ppt/webextensions/webextension1.xml><?xml version="1.0" encoding="utf-8"?>
<we:webextension xmlns:we="http://schemas.microsoft.com/office/webextensions/webextension/2010/11" id="{B9C3A618-D416-4CC3-A8BE-FE5213C07CCE}">
  <we:reference id="wa104379261" version="4.3.0.0" store="en-US" storeType="OMEX"/>
  <we:alternateReferences>
    <we:reference id="WA104379261" version="4.3.0.0" store="WA104379261" storeType="OMEX"/>
  </we:alternateReferences>
  <we:properties>
    <we:property name="MENTIMETER_QUESTION_ID_KEY" value="&quot;ep2y6qrtkjec&quot;"/>
  </we:properties>
  <we:bindings/>
  <we:snapshot xmlns:r="http://schemas.openxmlformats.org/officeDocument/2006/relationships" r:embed="rId1"/>
</we:webextension>
</file>

<file path=docProps/app.xml><?xml version="1.0" encoding="utf-8"?>
<Properties xmlns="http://schemas.openxmlformats.org/officeDocument/2006/extended-properties" xmlns:vt="http://schemas.openxmlformats.org/officeDocument/2006/docPropsVTypes">
  <Template>Integral</Template>
  <TotalTime>645</TotalTime>
  <Words>2224</Words>
  <Application>Microsoft Office PowerPoint</Application>
  <PresentationFormat>On-screen Show (4:3)</PresentationFormat>
  <Paragraphs>113</Paragraphs>
  <Slides>36</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36</vt:i4>
      </vt:variant>
    </vt:vector>
  </HeadingPairs>
  <TitlesOfParts>
    <vt:vector size="42" baseType="lpstr">
      <vt:lpstr>Arial</vt:lpstr>
      <vt:lpstr>Calibri</vt:lpstr>
      <vt:lpstr>Tw Cen MT</vt:lpstr>
      <vt:lpstr>Tw Cen MT Condensed</vt:lpstr>
      <vt:lpstr>Wingdings 3</vt:lpstr>
      <vt:lpstr>Integraal</vt:lpstr>
      <vt:lpstr>Academic Writing (BETA)  Week 4, Lecture</vt:lpstr>
      <vt:lpstr>PowerPoint Presentation</vt:lpstr>
      <vt:lpstr>PowerPoint Presentation</vt:lpstr>
      <vt:lpstr>PowerPoint Presentation</vt:lpstr>
      <vt:lpstr>PowerPoint Presentation</vt:lpstr>
      <vt:lpstr>PowerPoint Presentation</vt:lpstr>
      <vt:lpstr>Today: Paragraphs</vt:lpstr>
      <vt:lpstr>What is a paragraph and why would you use it?</vt:lpstr>
      <vt:lpstr>What is a paragraph?</vt:lpstr>
      <vt:lpstr>paragraphS: Layout</vt:lpstr>
      <vt:lpstr>PowerPoint Presentation</vt:lpstr>
      <vt:lpstr>Example paragraph</vt:lpstr>
      <vt:lpstr>PowerPoint Presentation</vt:lpstr>
      <vt:lpstr>PowerPoint Presentation</vt:lpstr>
      <vt:lpstr>PowerPoint Presentation</vt:lpstr>
      <vt:lpstr>PowerPoint Presentation</vt:lpstr>
      <vt:lpstr>Putting paragraphs to the test</vt:lpstr>
      <vt:lpstr>Example: Related Work, paragraph 1</vt:lpstr>
      <vt:lpstr>Example: Related Work, paragraph 2</vt:lpstr>
      <vt:lpstr>Example: Related Work, paragraph 3</vt:lpstr>
      <vt:lpstr>Example: Related Work, paragraph 4</vt:lpstr>
      <vt:lpstr>How do you write a paragraph?</vt:lpstr>
      <vt:lpstr>1. Decide on one theme or topic and stick to it</vt:lpstr>
      <vt:lpstr>2. Announce what you’re going to talk about (the topic sentence)</vt:lpstr>
      <vt:lpstr>3. Present the information in a logical order, example 1</vt:lpstr>
      <vt:lpstr>3. Present the information in a logical order, example 1</vt:lpstr>
      <vt:lpstr>3. Present the information in a logical order, example 2</vt:lpstr>
      <vt:lpstr>3. Present the information in a logical order, example 2</vt:lpstr>
      <vt:lpstr>3. Present the information in a logical order, example 3</vt:lpstr>
      <vt:lpstr>3. Present the information in a logical order, example 3</vt:lpstr>
      <vt:lpstr>TO sum up: Three important aspects of writing good paragraphs</vt:lpstr>
      <vt:lpstr>So, What about that hamburger?</vt:lpstr>
      <vt:lpstr>PowerPoint Presentation</vt:lpstr>
      <vt:lpstr>PowerPoint Presentation</vt:lpstr>
      <vt:lpstr>The two-minute paper</vt:lpstr>
      <vt:lpstr>Coming up next…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Academic English: Grammar</dc:title>
  <dc:creator>Packard Bell</dc:creator>
  <cp:lastModifiedBy>Martonfi, A. (Anna)</cp:lastModifiedBy>
  <cp:revision>87</cp:revision>
  <cp:lastPrinted>2016-04-05T07:33:54Z</cp:lastPrinted>
  <dcterms:created xsi:type="dcterms:W3CDTF">2014-08-31T10:23:06Z</dcterms:created>
  <dcterms:modified xsi:type="dcterms:W3CDTF">2025-04-20T16:44:30Z</dcterms:modified>
</cp:coreProperties>
</file>