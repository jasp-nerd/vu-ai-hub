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Helvetica Neue" panose="02000503000000020004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ik5RGVIxR16B4sBvDFuW6tRWjy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42FD17-A8F8-B048-BAC8-1499EBC9832D}" v="18" dt="2023-09-21T14:13:11.195"/>
  </p1510:revLst>
</p1510:revInfo>
</file>

<file path=ppt/tableStyles.xml><?xml version="1.0" encoding="utf-8"?>
<a:tblStyleLst xmlns:a="http://schemas.openxmlformats.org/drawingml/2006/main" def="{5917F687-8EB1-4858-8C96-406E56AD4EBC}">
  <a:tblStyle styleId="{5917F687-8EB1-4858-8C96-406E56AD4EB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ADE727F-0700-4904-BC07-D0AB2DC5FB30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17"/>
  </p:normalViewPr>
  <p:slideViewPr>
    <p:cSldViewPr snapToGrid="0">
      <p:cViewPr varScale="1">
        <p:scale>
          <a:sx n="88" d="100"/>
          <a:sy n="88" d="100"/>
        </p:scale>
        <p:origin x="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8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customschemas.google.com/relationships/presentationmetadata" Target="metadata"/><Relationship Id="rId28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llah, N. (Nimat)" userId="c1d6430f-8514-4cad-8b7b-87b3ce56e37d" providerId="ADAL" clId="{E442FD17-A8F8-B048-BAC8-1499EBC9832D}"/>
    <pc:docChg chg="undo custSel modSld">
      <pc:chgData name="Ullah, N. (Nimat)" userId="c1d6430f-8514-4cad-8b7b-87b3ce56e37d" providerId="ADAL" clId="{E442FD17-A8F8-B048-BAC8-1499EBC9832D}" dt="2023-09-21T14:13:11.195" v="828" actId="20577"/>
      <pc:docMkLst>
        <pc:docMk/>
      </pc:docMkLst>
      <pc:sldChg chg="modSp mod">
        <pc:chgData name="Ullah, N. (Nimat)" userId="c1d6430f-8514-4cad-8b7b-87b3ce56e37d" providerId="ADAL" clId="{E442FD17-A8F8-B048-BAC8-1499EBC9832D}" dt="2023-09-21T10:52:11.005" v="4" actId="207"/>
        <pc:sldMkLst>
          <pc:docMk/>
          <pc:sldMk cId="0" sldId="259"/>
        </pc:sldMkLst>
        <pc:graphicFrameChg chg="modGraphic">
          <ac:chgData name="Ullah, N. (Nimat)" userId="c1d6430f-8514-4cad-8b7b-87b3ce56e37d" providerId="ADAL" clId="{E442FD17-A8F8-B048-BAC8-1499EBC9832D}" dt="2023-09-21T10:52:11.005" v="4" actId="207"/>
          <ac:graphicFrameMkLst>
            <pc:docMk/>
            <pc:sldMk cId="0" sldId="259"/>
            <ac:graphicFrameMk id="140" creationId="{00000000-0000-0000-0000-000000000000}"/>
          </ac:graphicFrameMkLst>
        </pc:graphicFrameChg>
      </pc:sldChg>
      <pc:sldChg chg="modSp mod">
        <pc:chgData name="Ullah, N. (Nimat)" userId="c1d6430f-8514-4cad-8b7b-87b3ce56e37d" providerId="ADAL" clId="{E442FD17-A8F8-B048-BAC8-1499EBC9832D}" dt="2023-09-21T14:12:17.084" v="818" actId="20577"/>
        <pc:sldMkLst>
          <pc:docMk/>
          <pc:sldMk cId="0" sldId="261"/>
        </pc:sldMkLst>
        <pc:spChg chg="mod">
          <ac:chgData name="Ullah, N. (Nimat)" userId="c1d6430f-8514-4cad-8b7b-87b3ce56e37d" providerId="ADAL" clId="{E442FD17-A8F8-B048-BAC8-1499EBC9832D}" dt="2023-09-21T11:33:05.596" v="787" actId="2711"/>
          <ac:spMkLst>
            <pc:docMk/>
            <pc:sldMk cId="0" sldId="261"/>
            <ac:spMk id="162" creationId="{00000000-0000-0000-0000-000000000000}"/>
          </ac:spMkLst>
        </pc:spChg>
        <pc:spChg chg="mod">
          <ac:chgData name="Ullah, N. (Nimat)" userId="c1d6430f-8514-4cad-8b7b-87b3ce56e37d" providerId="ADAL" clId="{E442FD17-A8F8-B048-BAC8-1499EBC9832D}" dt="2023-09-21T14:12:17.084" v="818" actId="20577"/>
          <ac:spMkLst>
            <pc:docMk/>
            <pc:sldMk cId="0" sldId="261"/>
            <ac:spMk id="163" creationId="{00000000-0000-0000-0000-000000000000}"/>
          </ac:spMkLst>
        </pc:spChg>
      </pc:sldChg>
      <pc:sldChg chg="addSp delSp modSp mod setBg">
        <pc:chgData name="Ullah, N. (Nimat)" userId="c1d6430f-8514-4cad-8b7b-87b3ce56e37d" providerId="ADAL" clId="{E442FD17-A8F8-B048-BAC8-1499EBC9832D}" dt="2023-09-21T14:13:11.195" v="828" actId="20577"/>
        <pc:sldMkLst>
          <pc:docMk/>
          <pc:sldMk cId="0" sldId="263"/>
        </pc:sldMkLst>
        <pc:spChg chg="mod">
          <ac:chgData name="Ullah, N. (Nimat)" userId="c1d6430f-8514-4cad-8b7b-87b3ce56e37d" providerId="ADAL" clId="{E442FD17-A8F8-B048-BAC8-1499EBC9832D}" dt="2023-09-21T11:33:44.109" v="792" actId="2711"/>
          <ac:spMkLst>
            <pc:docMk/>
            <pc:sldMk cId="0" sldId="263"/>
            <ac:spMk id="175" creationId="{00000000-0000-0000-0000-000000000000}"/>
          </ac:spMkLst>
        </pc:spChg>
        <pc:spChg chg="del mod">
          <ac:chgData name="Ullah, N. (Nimat)" userId="c1d6430f-8514-4cad-8b7b-87b3ce56e37d" providerId="ADAL" clId="{E442FD17-A8F8-B048-BAC8-1499EBC9832D}" dt="2023-09-21T10:53:58.733" v="11" actId="26606"/>
          <ac:spMkLst>
            <pc:docMk/>
            <pc:sldMk cId="0" sldId="263"/>
            <ac:spMk id="176" creationId="{00000000-0000-0000-0000-000000000000}"/>
          </ac:spMkLst>
        </pc:spChg>
        <pc:spChg chg="add del">
          <ac:chgData name="Ullah, N. (Nimat)" userId="c1d6430f-8514-4cad-8b7b-87b3ce56e37d" providerId="ADAL" clId="{E442FD17-A8F8-B048-BAC8-1499EBC9832D}" dt="2023-09-21T10:53:33.416" v="10" actId="26606"/>
          <ac:spMkLst>
            <pc:docMk/>
            <pc:sldMk cId="0" sldId="263"/>
            <ac:spMk id="180" creationId="{AE3A741D-C19B-960A-5803-1C5887147820}"/>
          </ac:spMkLst>
        </pc:spChg>
        <pc:spChg chg="add del">
          <ac:chgData name="Ullah, N. (Nimat)" userId="c1d6430f-8514-4cad-8b7b-87b3ce56e37d" providerId="ADAL" clId="{E442FD17-A8F8-B048-BAC8-1499EBC9832D}" dt="2023-09-21T10:52:52.405" v="8" actId="26606"/>
          <ac:spMkLst>
            <pc:docMk/>
            <pc:sldMk cId="0" sldId="263"/>
            <ac:spMk id="182" creationId="{9F7D5CDA-D291-4307-BF55-1381FED29634}"/>
          </ac:spMkLst>
        </pc:spChg>
        <pc:spChg chg="add del">
          <ac:chgData name="Ullah, N. (Nimat)" userId="c1d6430f-8514-4cad-8b7b-87b3ce56e37d" providerId="ADAL" clId="{E442FD17-A8F8-B048-BAC8-1499EBC9832D}" dt="2023-09-21T10:53:33.416" v="10" actId="26606"/>
          <ac:spMkLst>
            <pc:docMk/>
            <pc:sldMk cId="0" sldId="263"/>
            <ac:spMk id="184" creationId="{9C3A50E9-9119-7BC3-083B-2D84CCC78E47}"/>
          </ac:spMkLst>
        </pc:spChg>
        <pc:spChg chg="add del">
          <ac:chgData name="Ullah, N. (Nimat)" userId="c1d6430f-8514-4cad-8b7b-87b3ce56e37d" providerId="ADAL" clId="{E442FD17-A8F8-B048-BAC8-1499EBC9832D}" dt="2023-09-21T10:53:33.416" v="10" actId="26606"/>
          <ac:spMkLst>
            <pc:docMk/>
            <pc:sldMk cId="0" sldId="263"/>
            <ac:spMk id="186" creationId="{DC39DE25-0E4E-0AA7-0932-1D78C2372786}"/>
          </ac:spMkLst>
        </pc:spChg>
        <pc:spChg chg="add del">
          <ac:chgData name="Ullah, N. (Nimat)" userId="c1d6430f-8514-4cad-8b7b-87b3ce56e37d" providerId="ADAL" clId="{E442FD17-A8F8-B048-BAC8-1499EBC9832D}" dt="2023-09-21T10:53:33.416" v="10" actId="26606"/>
          <ac:spMkLst>
            <pc:docMk/>
            <pc:sldMk cId="0" sldId="263"/>
            <ac:spMk id="188" creationId="{8D6EA299-0840-6DEA-E670-C49AEBC87E89}"/>
          </ac:spMkLst>
        </pc:spChg>
        <pc:graphicFrameChg chg="add mod modGraphic">
          <ac:chgData name="Ullah, N. (Nimat)" userId="c1d6430f-8514-4cad-8b7b-87b3ce56e37d" providerId="ADAL" clId="{E442FD17-A8F8-B048-BAC8-1499EBC9832D}" dt="2023-09-21T14:13:11.195" v="828" actId="20577"/>
          <ac:graphicFrameMkLst>
            <pc:docMk/>
            <pc:sldMk cId="0" sldId="263"/>
            <ac:graphicFrameMk id="181" creationId="{F9D46CB8-74E6-1AB2-6419-37E2774CB6CF}"/>
          </ac:graphicFrameMkLst>
        </pc:graphicFrameChg>
        <pc:picChg chg="add del mod">
          <ac:chgData name="Ullah, N. (Nimat)" userId="c1d6430f-8514-4cad-8b7b-87b3ce56e37d" providerId="ADAL" clId="{E442FD17-A8F8-B048-BAC8-1499EBC9832D}" dt="2023-09-21T10:52:52.405" v="8" actId="26606"/>
          <ac:picMkLst>
            <pc:docMk/>
            <pc:sldMk cId="0" sldId="263"/>
            <ac:picMk id="178" creationId="{CE2D04C5-62EB-79FA-6206-9F526290FBFD}"/>
          </ac:picMkLst>
        </pc:picChg>
        <pc:picChg chg="add del">
          <ac:chgData name="Ullah, N. (Nimat)" userId="c1d6430f-8514-4cad-8b7b-87b3ce56e37d" providerId="ADAL" clId="{E442FD17-A8F8-B048-BAC8-1499EBC9832D}" dt="2023-09-21T10:53:33.416" v="10" actId="26606"/>
          <ac:picMkLst>
            <pc:docMk/>
            <pc:sldMk cId="0" sldId="263"/>
            <ac:picMk id="179" creationId="{CCDA252C-5319-7729-42C2-EDD88C385969}"/>
          </ac:picMkLst>
        </pc:picChg>
      </pc:sldChg>
      <pc:sldChg chg="addSp delSp modSp mod setBg">
        <pc:chgData name="Ullah, N. (Nimat)" userId="c1d6430f-8514-4cad-8b7b-87b3ce56e37d" providerId="ADAL" clId="{E442FD17-A8F8-B048-BAC8-1499EBC9832D}" dt="2023-09-21T11:35:12.072" v="805" actId="14100"/>
        <pc:sldMkLst>
          <pc:docMk/>
          <pc:sldMk cId="0" sldId="264"/>
        </pc:sldMkLst>
        <pc:spChg chg="mod">
          <ac:chgData name="Ullah, N. (Nimat)" userId="c1d6430f-8514-4cad-8b7b-87b3ce56e37d" providerId="ADAL" clId="{E442FD17-A8F8-B048-BAC8-1499EBC9832D}" dt="2023-09-21T11:34:01.219" v="794" actId="14100"/>
          <ac:spMkLst>
            <pc:docMk/>
            <pc:sldMk cId="0" sldId="264"/>
            <ac:spMk id="181" creationId="{00000000-0000-0000-0000-000000000000}"/>
          </ac:spMkLst>
        </pc:spChg>
        <pc:spChg chg="mod ord">
          <ac:chgData name="Ullah, N. (Nimat)" userId="c1d6430f-8514-4cad-8b7b-87b3ce56e37d" providerId="ADAL" clId="{E442FD17-A8F8-B048-BAC8-1499EBC9832D}" dt="2023-09-21T11:35:04.241" v="803" actId="1076"/>
          <ac:spMkLst>
            <pc:docMk/>
            <pc:sldMk cId="0" sldId="264"/>
            <ac:spMk id="182" creationId="{00000000-0000-0000-0000-000000000000}"/>
          </ac:spMkLst>
        </pc:spChg>
        <pc:spChg chg="add del">
          <ac:chgData name="Ullah, N. (Nimat)" userId="c1d6430f-8514-4cad-8b7b-87b3ce56e37d" providerId="ADAL" clId="{E442FD17-A8F8-B048-BAC8-1499EBC9832D}" dt="2023-09-21T10:55:26.561" v="22" actId="26606"/>
          <ac:spMkLst>
            <pc:docMk/>
            <pc:sldMk cId="0" sldId="264"/>
            <ac:spMk id="185" creationId="{2B97F24A-32CE-4C1C-A50D-3016B394DCFB}"/>
          </ac:spMkLst>
        </pc:spChg>
        <pc:spChg chg="add del">
          <ac:chgData name="Ullah, N. (Nimat)" userId="c1d6430f-8514-4cad-8b7b-87b3ce56e37d" providerId="ADAL" clId="{E442FD17-A8F8-B048-BAC8-1499EBC9832D}" dt="2023-09-21T10:55:26.561" v="22" actId="26606"/>
          <ac:spMkLst>
            <pc:docMk/>
            <pc:sldMk cId="0" sldId="264"/>
            <ac:spMk id="186" creationId="{CD8B4F24-440B-49E9-B85D-733523DC064B}"/>
          </ac:spMkLst>
        </pc:spChg>
        <pc:spChg chg="add del">
          <ac:chgData name="Ullah, N. (Nimat)" userId="c1d6430f-8514-4cad-8b7b-87b3ce56e37d" providerId="ADAL" clId="{E442FD17-A8F8-B048-BAC8-1499EBC9832D}" dt="2023-09-21T10:55:13.086" v="20" actId="26606"/>
          <ac:spMkLst>
            <pc:docMk/>
            <pc:sldMk cId="0" sldId="264"/>
            <ac:spMk id="188" creationId="{2B97F24A-32CE-4C1C-A50D-3016B394DCFB}"/>
          </ac:spMkLst>
        </pc:spChg>
        <pc:spChg chg="add del">
          <ac:chgData name="Ullah, N. (Nimat)" userId="c1d6430f-8514-4cad-8b7b-87b3ce56e37d" providerId="ADAL" clId="{E442FD17-A8F8-B048-BAC8-1499EBC9832D}" dt="2023-09-21T10:55:27.832" v="24" actId="26606"/>
          <ac:spMkLst>
            <pc:docMk/>
            <pc:sldMk cId="0" sldId="264"/>
            <ac:spMk id="189" creationId="{0B9EE3F3-89B7-43C3-8651-C4C96830993D}"/>
          </ac:spMkLst>
        </pc:spChg>
        <pc:spChg chg="add del">
          <ac:chgData name="Ullah, N. (Nimat)" userId="c1d6430f-8514-4cad-8b7b-87b3ce56e37d" providerId="ADAL" clId="{E442FD17-A8F8-B048-BAC8-1499EBC9832D}" dt="2023-09-21T10:55:13.086" v="20" actId="26606"/>
          <ac:spMkLst>
            <pc:docMk/>
            <pc:sldMk cId="0" sldId="264"/>
            <ac:spMk id="190" creationId="{CD8B4F24-440B-49E9-B85D-733523DC064B}"/>
          </ac:spMkLst>
        </pc:spChg>
        <pc:spChg chg="add del">
          <ac:chgData name="Ullah, N. (Nimat)" userId="c1d6430f-8514-4cad-8b7b-87b3ce56e37d" providerId="ADAL" clId="{E442FD17-A8F8-B048-BAC8-1499EBC9832D}" dt="2023-09-21T10:55:27.832" v="24" actId="26606"/>
          <ac:spMkLst>
            <pc:docMk/>
            <pc:sldMk cId="0" sldId="264"/>
            <ac:spMk id="191" creationId="{33AE4636-AEEC-45D6-84D4-7AC2DA48ECF8}"/>
          </ac:spMkLst>
        </pc:spChg>
        <pc:spChg chg="add del">
          <ac:chgData name="Ullah, N. (Nimat)" userId="c1d6430f-8514-4cad-8b7b-87b3ce56e37d" providerId="ADAL" clId="{E442FD17-A8F8-B048-BAC8-1499EBC9832D}" dt="2023-09-21T10:55:27.832" v="24" actId="26606"/>
          <ac:spMkLst>
            <pc:docMk/>
            <pc:sldMk cId="0" sldId="264"/>
            <ac:spMk id="192" creationId="{8D9CE0F4-2EB2-4F1F-8AAC-DB3571D9FE10}"/>
          </ac:spMkLst>
        </pc:spChg>
        <pc:spChg chg="add del">
          <ac:chgData name="Ullah, N. (Nimat)" userId="c1d6430f-8514-4cad-8b7b-87b3ce56e37d" providerId="ADAL" clId="{E442FD17-A8F8-B048-BAC8-1499EBC9832D}" dt="2023-09-21T10:55:30.039" v="27" actId="26606"/>
          <ac:spMkLst>
            <pc:docMk/>
            <pc:sldMk cId="0" sldId="264"/>
            <ac:spMk id="194" creationId="{A8908DB7-C3A6-4FCB-9820-CEE02B398C4A}"/>
          </ac:spMkLst>
        </pc:spChg>
        <pc:spChg chg="add del">
          <ac:chgData name="Ullah, N. (Nimat)" userId="c1d6430f-8514-4cad-8b7b-87b3ce56e37d" providerId="ADAL" clId="{E442FD17-A8F8-B048-BAC8-1499EBC9832D}" dt="2023-09-21T10:55:30.039" v="27" actId="26606"/>
          <ac:spMkLst>
            <pc:docMk/>
            <pc:sldMk cId="0" sldId="264"/>
            <ac:spMk id="195" creationId="{535742DD-1B16-4E9D-B715-0D74B4574A68}"/>
          </ac:spMkLst>
        </pc:spChg>
        <pc:spChg chg="add del">
          <ac:chgData name="Ullah, N. (Nimat)" userId="c1d6430f-8514-4cad-8b7b-87b3ce56e37d" providerId="ADAL" clId="{E442FD17-A8F8-B048-BAC8-1499EBC9832D}" dt="2023-09-21T10:55:33.259" v="29" actId="26606"/>
          <ac:spMkLst>
            <pc:docMk/>
            <pc:sldMk cId="0" sldId="264"/>
            <ac:spMk id="197" creationId="{45D37F4E-DDB4-456B-97E0-9937730A039F}"/>
          </ac:spMkLst>
        </pc:spChg>
        <pc:spChg chg="add del">
          <ac:chgData name="Ullah, N. (Nimat)" userId="c1d6430f-8514-4cad-8b7b-87b3ce56e37d" providerId="ADAL" clId="{E442FD17-A8F8-B048-BAC8-1499EBC9832D}" dt="2023-09-21T10:55:33.259" v="29" actId="26606"/>
          <ac:spMkLst>
            <pc:docMk/>
            <pc:sldMk cId="0" sldId="264"/>
            <ac:spMk id="198" creationId="{B2DD41CD-8F47-4F56-AD12-4E2FF7696987}"/>
          </ac:spMkLst>
        </pc:spChg>
        <pc:spChg chg="add">
          <ac:chgData name="Ullah, N. (Nimat)" userId="c1d6430f-8514-4cad-8b7b-87b3ce56e37d" providerId="ADAL" clId="{E442FD17-A8F8-B048-BAC8-1499EBC9832D}" dt="2023-09-21T10:55:33.287" v="30" actId="26606"/>
          <ac:spMkLst>
            <pc:docMk/>
            <pc:sldMk cId="0" sldId="264"/>
            <ac:spMk id="200" creationId="{2B97F24A-32CE-4C1C-A50D-3016B394DCFB}"/>
          </ac:spMkLst>
        </pc:spChg>
        <pc:spChg chg="add">
          <ac:chgData name="Ullah, N. (Nimat)" userId="c1d6430f-8514-4cad-8b7b-87b3ce56e37d" providerId="ADAL" clId="{E442FD17-A8F8-B048-BAC8-1499EBC9832D}" dt="2023-09-21T10:55:33.287" v="30" actId="26606"/>
          <ac:spMkLst>
            <pc:docMk/>
            <pc:sldMk cId="0" sldId="264"/>
            <ac:spMk id="201" creationId="{CD8B4F24-440B-49E9-B85D-733523DC064B}"/>
          </ac:spMkLst>
        </pc:spChg>
        <pc:picChg chg="mod">
          <ac:chgData name="Ullah, N. (Nimat)" userId="c1d6430f-8514-4cad-8b7b-87b3ce56e37d" providerId="ADAL" clId="{E442FD17-A8F8-B048-BAC8-1499EBC9832D}" dt="2023-09-21T11:35:12.072" v="805" actId="14100"/>
          <ac:picMkLst>
            <pc:docMk/>
            <pc:sldMk cId="0" sldId="264"/>
            <ac:picMk id="183" creationId="{00000000-0000-0000-0000-000000000000}"/>
          </ac:picMkLst>
        </pc:picChg>
      </pc:sldChg>
      <pc:sldChg chg="addSp modSp mod setBg">
        <pc:chgData name="Ullah, N. (Nimat)" userId="c1d6430f-8514-4cad-8b7b-87b3ce56e37d" providerId="ADAL" clId="{E442FD17-A8F8-B048-BAC8-1499EBC9832D}" dt="2023-09-21T11:36:39.540" v="807" actId="14100"/>
        <pc:sldMkLst>
          <pc:docMk/>
          <pc:sldMk cId="0" sldId="265"/>
        </pc:sldMkLst>
        <pc:spChg chg="mod">
          <ac:chgData name="Ullah, N. (Nimat)" userId="c1d6430f-8514-4cad-8b7b-87b3ce56e37d" providerId="ADAL" clId="{E442FD17-A8F8-B048-BAC8-1499EBC9832D}" dt="2023-09-21T11:03:28.709" v="199" actId="1076"/>
          <ac:spMkLst>
            <pc:docMk/>
            <pc:sldMk cId="0" sldId="265"/>
            <ac:spMk id="188" creationId="{00000000-0000-0000-0000-000000000000}"/>
          </ac:spMkLst>
        </pc:spChg>
        <pc:spChg chg="mod">
          <ac:chgData name="Ullah, N. (Nimat)" userId="c1d6430f-8514-4cad-8b7b-87b3ce56e37d" providerId="ADAL" clId="{E442FD17-A8F8-B048-BAC8-1499EBC9832D}" dt="2023-09-21T11:36:39.540" v="807" actId="14100"/>
          <ac:spMkLst>
            <pc:docMk/>
            <pc:sldMk cId="0" sldId="265"/>
            <ac:spMk id="189" creationId="{00000000-0000-0000-0000-000000000000}"/>
          </ac:spMkLst>
        </pc:spChg>
        <pc:grpChg chg="add">
          <ac:chgData name="Ullah, N. (Nimat)" userId="c1d6430f-8514-4cad-8b7b-87b3ce56e37d" providerId="ADAL" clId="{E442FD17-A8F8-B048-BAC8-1499EBC9832D}" dt="2023-09-21T11:00:04.758" v="118" actId="26606"/>
          <ac:grpSpMkLst>
            <pc:docMk/>
            <pc:sldMk cId="0" sldId="265"/>
            <ac:grpSpMk id="195" creationId="{8CE57D37-C2D0-066B-1AE3-6F4244344F27}"/>
          </ac:grpSpMkLst>
        </pc:grpChg>
        <pc:picChg chg="add">
          <ac:chgData name="Ullah, N. (Nimat)" userId="c1d6430f-8514-4cad-8b7b-87b3ce56e37d" providerId="ADAL" clId="{E442FD17-A8F8-B048-BAC8-1499EBC9832D}" dt="2023-09-21T11:00:04.758" v="118" actId="26606"/>
          <ac:picMkLst>
            <pc:docMk/>
            <pc:sldMk cId="0" sldId="265"/>
            <ac:picMk id="191" creationId="{EF7CDB28-2181-6874-9B27-9B27B0B36530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1436C6-01B2-4029-A526-CB08BB3F839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DFC5C1-481C-48BB-98B1-FD2F178C657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b="0" i="0" dirty="0">
              <a:latin typeface="Arial Rounded MT Bold" panose="020F0704030504030204" pitchFamily="34" charset="77"/>
            </a:rPr>
            <a:t>Draft a plan for the evaluation</a:t>
          </a:r>
          <a:endParaRPr lang="en-US" sz="2400" dirty="0">
            <a:latin typeface="Arial Rounded MT Bold" panose="020F0704030504030204" pitchFamily="34" charset="77"/>
          </a:endParaRPr>
        </a:p>
      </dgm:t>
    </dgm:pt>
    <dgm:pt modelId="{648016A8-B3A1-4B92-8978-C6C3DFFA0BCB}" type="parTrans" cxnId="{090A7DE6-CF60-4CC1-98F5-51C3038C05BC}">
      <dgm:prSet/>
      <dgm:spPr/>
      <dgm:t>
        <a:bodyPr/>
        <a:lstStyle/>
        <a:p>
          <a:endParaRPr lang="en-US"/>
        </a:p>
      </dgm:t>
    </dgm:pt>
    <dgm:pt modelId="{11DAC333-C756-45F8-A1A1-6D9F7CA8B345}" type="sibTrans" cxnId="{090A7DE6-CF60-4CC1-98F5-51C3038C05BC}">
      <dgm:prSet/>
      <dgm:spPr/>
      <dgm:t>
        <a:bodyPr/>
        <a:lstStyle/>
        <a:p>
          <a:endParaRPr lang="en-US"/>
        </a:p>
      </dgm:t>
    </dgm:pt>
    <dgm:pt modelId="{C27C5E9B-6EED-4D69-BFE3-C2612251305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b="0" i="0">
              <a:latin typeface="Arial Rounded MT Bold" panose="020F0704030504030204" pitchFamily="34" charset="77"/>
            </a:rPr>
            <a:t>How will you know your system will work in reality?  </a:t>
          </a:r>
          <a:endParaRPr lang="en-US" sz="2400">
            <a:latin typeface="Arial Rounded MT Bold" panose="020F0704030504030204" pitchFamily="34" charset="77"/>
          </a:endParaRPr>
        </a:p>
      </dgm:t>
    </dgm:pt>
    <dgm:pt modelId="{C268EA45-B616-4D33-92F7-920BB46FC550}" type="parTrans" cxnId="{ADCD61EC-56ED-447B-BE17-B47D17FD9CD6}">
      <dgm:prSet/>
      <dgm:spPr/>
      <dgm:t>
        <a:bodyPr/>
        <a:lstStyle/>
        <a:p>
          <a:endParaRPr lang="en-US"/>
        </a:p>
      </dgm:t>
    </dgm:pt>
    <dgm:pt modelId="{78AAFF42-129E-4453-93BE-43A4F6E01C6F}" type="sibTrans" cxnId="{ADCD61EC-56ED-447B-BE17-B47D17FD9CD6}">
      <dgm:prSet/>
      <dgm:spPr/>
      <dgm:t>
        <a:bodyPr/>
        <a:lstStyle/>
        <a:p>
          <a:endParaRPr lang="en-US"/>
        </a:p>
      </dgm:t>
    </dgm:pt>
    <dgm:pt modelId="{6919C8FC-7DB9-447F-98E7-5DB2A8AA6A2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b="0" i="0">
              <a:latin typeface="Arial Rounded MT Bold" panose="020F0704030504030204" pitchFamily="34" charset="77"/>
            </a:rPr>
            <a:t>Get inspiration from the lecture and from the relevant papers (also compare with those if you can)!</a:t>
          </a:r>
          <a:endParaRPr lang="en-US" sz="2400">
            <a:latin typeface="Arial Rounded MT Bold" panose="020F0704030504030204" pitchFamily="34" charset="77"/>
          </a:endParaRPr>
        </a:p>
      </dgm:t>
    </dgm:pt>
    <dgm:pt modelId="{DE139FC5-1C48-4B81-A3CE-E5E52283E236}" type="parTrans" cxnId="{B8E4C50E-DEEC-4A82-9C5A-BE87EF01A1CE}">
      <dgm:prSet/>
      <dgm:spPr/>
      <dgm:t>
        <a:bodyPr/>
        <a:lstStyle/>
        <a:p>
          <a:endParaRPr lang="en-US"/>
        </a:p>
      </dgm:t>
    </dgm:pt>
    <dgm:pt modelId="{DFFCC95D-2AAA-45D4-B211-3B397CD5C246}" type="sibTrans" cxnId="{B8E4C50E-DEEC-4A82-9C5A-BE87EF01A1CE}">
      <dgm:prSet/>
      <dgm:spPr/>
      <dgm:t>
        <a:bodyPr/>
        <a:lstStyle/>
        <a:p>
          <a:endParaRPr lang="en-US"/>
        </a:p>
      </dgm:t>
    </dgm:pt>
    <dgm:pt modelId="{1899EDEC-2137-4BC1-A416-061D830907B4}" type="pres">
      <dgm:prSet presAssocID="{871436C6-01B2-4029-A526-CB08BB3F839F}" presName="root" presStyleCnt="0">
        <dgm:presLayoutVars>
          <dgm:dir/>
          <dgm:resizeHandles val="exact"/>
        </dgm:presLayoutVars>
      </dgm:prSet>
      <dgm:spPr/>
    </dgm:pt>
    <dgm:pt modelId="{510E18B6-1F9E-4AD3-8E8A-6D46D92A43D3}" type="pres">
      <dgm:prSet presAssocID="{F2DFC5C1-481C-48BB-98B1-FD2F178C657A}" presName="compNode" presStyleCnt="0"/>
      <dgm:spPr/>
    </dgm:pt>
    <dgm:pt modelId="{7435F3FA-4141-4712-833E-2EFAB3EEE633}" type="pres">
      <dgm:prSet presAssocID="{F2DFC5C1-481C-48BB-98B1-FD2F178C657A}" presName="bgRect" presStyleLbl="bgShp" presStyleIdx="0" presStyleCnt="3"/>
      <dgm:spPr/>
    </dgm:pt>
    <dgm:pt modelId="{30C41507-F060-45BA-9C0F-3899B4D92F00}" type="pres">
      <dgm:prSet presAssocID="{F2DFC5C1-481C-48BB-98B1-FD2F178C657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A4929A1D-4DAD-4DA0-878D-D5E43488452C}" type="pres">
      <dgm:prSet presAssocID="{F2DFC5C1-481C-48BB-98B1-FD2F178C657A}" presName="spaceRect" presStyleCnt="0"/>
      <dgm:spPr/>
    </dgm:pt>
    <dgm:pt modelId="{A970DA74-32F7-4D14-90F3-715747F73F5A}" type="pres">
      <dgm:prSet presAssocID="{F2DFC5C1-481C-48BB-98B1-FD2F178C657A}" presName="parTx" presStyleLbl="revTx" presStyleIdx="0" presStyleCnt="3">
        <dgm:presLayoutVars>
          <dgm:chMax val="0"/>
          <dgm:chPref val="0"/>
        </dgm:presLayoutVars>
      </dgm:prSet>
      <dgm:spPr/>
    </dgm:pt>
    <dgm:pt modelId="{E26DBEE4-35D8-46B2-918F-8D88C4654C30}" type="pres">
      <dgm:prSet presAssocID="{11DAC333-C756-45F8-A1A1-6D9F7CA8B345}" presName="sibTrans" presStyleCnt="0"/>
      <dgm:spPr/>
    </dgm:pt>
    <dgm:pt modelId="{F3F32781-A7D2-42A9-B14B-C68EDDF2BF5E}" type="pres">
      <dgm:prSet presAssocID="{C27C5E9B-6EED-4D69-BFE3-C26122513056}" presName="compNode" presStyleCnt="0"/>
      <dgm:spPr/>
    </dgm:pt>
    <dgm:pt modelId="{95DFEAB2-9BF8-4E0F-B8D2-51B2BAD42BF3}" type="pres">
      <dgm:prSet presAssocID="{C27C5E9B-6EED-4D69-BFE3-C26122513056}" presName="bgRect" presStyleLbl="bgShp" presStyleIdx="1" presStyleCnt="3"/>
      <dgm:spPr/>
    </dgm:pt>
    <dgm:pt modelId="{3923167A-B4A6-44B3-82A5-FA2043C926B6}" type="pres">
      <dgm:prSet presAssocID="{C27C5E9B-6EED-4D69-BFE3-C2612251305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79B64F0D-BE97-4F2C-A4EE-EC5619BC54B7}" type="pres">
      <dgm:prSet presAssocID="{C27C5E9B-6EED-4D69-BFE3-C26122513056}" presName="spaceRect" presStyleCnt="0"/>
      <dgm:spPr/>
    </dgm:pt>
    <dgm:pt modelId="{33339321-51B4-4B2A-83B2-99FD95B243BF}" type="pres">
      <dgm:prSet presAssocID="{C27C5E9B-6EED-4D69-BFE3-C26122513056}" presName="parTx" presStyleLbl="revTx" presStyleIdx="1" presStyleCnt="3">
        <dgm:presLayoutVars>
          <dgm:chMax val="0"/>
          <dgm:chPref val="0"/>
        </dgm:presLayoutVars>
      </dgm:prSet>
      <dgm:spPr/>
    </dgm:pt>
    <dgm:pt modelId="{63FA2166-7C1C-42CD-9E2F-A3D31C4BEBEC}" type="pres">
      <dgm:prSet presAssocID="{78AAFF42-129E-4453-93BE-43A4F6E01C6F}" presName="sibTrans" presStyleCnt="0"/>
      <dgm:spPr/>
    </dgm:pt>
    <dgm:pt modelId="{C4792000-5D45-4EB0-A17F-568A49BAD278}" type="pres">
      <dgm:prSet presAssocID="{6919C8FC-7DB9-447F-98E7-5DB2A8AA6A22}" presName="compNode" presStyleCnt="0"/>
      <dgm:spPr/>
    </dgm:pt>
    <dgm:pt modelId="{1ABE6EA3-2C08-461A-B9B6-70F73B383A55}" type="pres">
      <dgm:prSet presAssocID="{6919C8FC-7DB9-447F-98E7-5DB2A8AA6A22}" presName="bgRect" presStyleLbl="bgShp" presStyleIdx="2" presStyleCnt="3"/>
      <dgm:spPr/>
    </dgm:pt>
    <dgm:pt modelId="{5B4636EF-D407-48C0-A2DE-7D739C4E8D6E}" type="pres">
      <dgm:prSet presAssocID="{6919C8FC-7DB9-447F-98E7-5DB2A8AA6A2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717927B7-F141-471B-B570-4B3D8A530543}" type="pres">
      <dgm:prSet presAssocID="{6919C8FC-7DB9-447F-98E7-5DB2A8AA6A22}" presName="spaceRect" presStyleCnt="0"/>
      <dgm:spPr/>
    </dgm:pt>
    <dgm:pt modelId="{CFF0EF86-683C-42DF-AC80-B36FBEA45B27}" type="pres">
      <dgm:prSet presAssocID="{6919C8FC-7DB9-447F-98E7-5DB2A8AA6A2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8E4C50E-DEEC-4A82-9C5A-BE87EF01A1CE}" srcId="{871436C6-01B2-4029-A526-CB08BB3F839F}" destId="{6919C8FC-7DB9-447F-98E7-5DB2A8AA6A22}" srcOrd="2" destOrd="0" parTransId="{DE139FC5-1C48-4B81-A3CE-E5E52283E236}" sibTransId="{DFFCC95D-2AAA-45D4-B211-3B397CD5C246}"/>
    <dgm:cxn modelId="{BE8B275A-3217-4A9C-8A6B-8E8B20FBA819}" type="presOf" srcId="{871436C6-01B2-4029-A526-CB08BB3F839F}" destId="{1899EDEC-2137-4BC1-A416-061D830907B4}" srcOrd="0" destOrd="0" presId="urn:microsoft.com/office/officeart/2018/2/layout/IconVerticalSolidList"/>
    <dgm:cxn modelId="{C3F36C7E-58D0-4345-94B9-A87C42D0941D}" type="presOf" srcId="{6919C8FC-7DB9-447F-98E7-5DB2A8AA6A22}" destId="{CFF0EF86-683C-42DF-AC80-B36FBEA45B27}" srcOrd="0" destOrd="0" presId="urn:microsoft.com/office/officeart/2018/2/layout/IconVerticalSolidList"/>
    <dgm:cxn modelId="{BE2E81CB-00E1-4A86-906E-7F99684E6EBA}" type="presOf" srcId="{F2DFC5C1-481C-48BB-98B1-FD2F178C657A}" destId="{A970DA74-32F7-4D14-90F3-715747F73F5A}" srcOrd="0" destOrd="0" presId="urn:microsoft.com/office/officeart/2018/2/layout/IconVerticalSolidList"/>
    <dgm:cxn modelId="{9FE00ECF-864F-4CDD-9D54-7408A9704706}" type="presOf" srcId="{C27C5E9B-6EED-4D69-BFE3-C26122513056}" destId="{33339321-51B4-4B2A-83B2-99FD95B243BF}" srcOrd="0" destOrd="0" presId="urn:microsoft.com/office/officeart/2018/2/layout/IconVerticalSolidList"/>
    <dgm:cxn modelId="{090A7DE6-CF60-4CC1-98F5-51C3038C05BC}" srcId="{871436C6-01B2-4029-A526-CB08BB3F839F}" destId="{F2DFC5C1-481C-48BB-98B1-FD2F178C657A}" srcOrd="0" destOrd="0" parTransId="{648016A8-B3A1-4B92-8978-C6C3DFFA0BCB}" sibTransId="{11DAC333-C756-45F8-A1A1-6D9F7CA8B345}"/>
    <dgm:cxn modelId="{ADCD61EC-56ED-447B-BE17-B47D17FD9CD6}" srcId="{871436C6-01B2-4029-A526-CB08BB3F839F}" destId="{C27C5E9B-6EED-4D69-BFE3-C26122513056}" srcOrd="1" destOrd="0" parTransId="{C268EA45-B616-4D33-92F7-920BB46FC550}" sibTransId="{78AAFF42-129E-4453-93BE-43A4F6E01C6F}"/>
    <dgm:cxn modelId="{EAFA0F38-A177-4B61-9520-EEB92509AF14}" type="presParOf" srcId="{1899EDEC-2137-4BC1-A416-061D830907B4}" destId="{510E18B6-1F9E-4AD3-8E8A-6D46D92A43D3}" srcOrd="0" destOrd="0" presId="urn:microsoft.com/office/officeart/2018/2/layout/IconVerticalSolidList"/>
    <dgm:cxn modelId="{5BDE582C-9B15-4C24-9C42-087FF86D71FD}" type="presParOf" srcId="{510E18B6-1F9E-4AD3-8E8A-6D46D92A43D3}" destId="{7435F3FA-4141-4712-833E-2EFAB3EEE633}" srcOrd="0" destOrd="0" presId="urn:microsoft.com/office/officeart/2018/2/layout/IconVerticalSolidList"/>
    <dgm:cxn modelId="{F0FE76D4-F034-4383-8874-99B275FFB90A}" type="presParOf" srcId="{510E18B6-1F9E-4AD3-8E8A-6D46D92A43D3}" destId="{30C41507-F060-45BA-9C0F-3899B4D92F00}" srcOrd="1" destOrd="0" presId="urn:microsoft.com/office/officeart/2018/2/layout/IconVerticalSolidList"/>
    <dgm:cxn modelId="{81349125-FDBE-4ED9-83A5-A6263D39D26D}" type="presParOf" srcId="{510E18B6-1F9E-4AD3-8E8A-6D46D92A43D3}" destId="{A4929A1D-4DAD-4DA0-878D-D5E43488452C}" srcOrd="2" destOrd="0" presId="urn:microsoft.com/office/officeart/2018/2/layout/IconVerticalSolidList"/>
    <dgm:cxn modelId="{B09DF155-47EB-4577-94FA-7E8E115648CA}" type="presParOf" srcId="{510E18B6-1F9E-4AD3-8E8A-6D46D92A43D3}" destId="{A970DA74-32F7-4D14-90F3-715747F73F5A}" srcOrd="3" destOrd="0" presId="urn:microsoft.com/office/officeart/2018/2/layout/IconVerticalSolidList"/>
    <dgm:cxn modelId="{18DBC238-FBDD-4AD8-A41C-AFCF50AE0FB1}" type="presParOf" srcId="{1899EDEC-2137-4BC1-A416-061D830907B4}" destId="{E26DBEE4-35D8-46B2-918F-8D88C4654C30}" srcOrd="1" destOrd="0" presId="urn:microsoft.com/office/officeart/2018/2/layout/IconVerticalSolidList"/>
    <dgm:cxn modelId="{CB78E61F-23F1-48EA-A710-377A7DD6533E}" type="presParOf" srcId="{1899EDEC-2137-4BC1-A416-061D830907B4}" destId="{F3F32781-A7D2-42A9-B14B-C68EDDF2BF5E}" srcOrd="2" destOrd="0" presId="urn:microsoft.com/office/officeart/2018/2/layout/IconVerticalSolidList"/>
    <dgm:cxn modelId="{8DF5B9B8-BCEB-4442-83FC-230E20AA73B4}" type="presParOf" srcId="{F3F32781-A7D2-42A9-B14B-C68EDDF2BF5E}" destId="{95DFEAB2-9BF8-4E0F-B8D2-51B2BAD42BF3}" srcOrd="0" destOrd="0" presId="urn:microsoft.com/office/officeart/2018/2/layout/IconVerticalSolidList"/>
    <dgm:cxn modelId="{6AA45CF3-F5F2-46FE-AD83-9CF81A9ADE11}" type="presParOf" srcId="{F3F32781-A7D2-42A9-B14B-C68EDDF2BF5E}" destId="{3923167A-B4A6-44B3-82A5-FA2043C926B6}" srcOrd="1" destOrd="0" presId="urn:microsoft.com/office/officeart/2018/2/layout/IconVerticalSolidList"/>
    <dgm:cxn modelId="{91777AF7-08DA-47EA-9426-F268D0BE1089}" type="presParOf" srcId="{F3F32781-A7D2-42A9-B14B-C68EDDF2BF5E}" destId="{79B64F0D-BE97-4F2C-A4EE-EC5619BC54B7}" srcOrd="2" destOrd="0" presId="urn:microsoft.com/office/officeart/2018/2/layout/IconVerticalSolidList"/>
    <dgm:cxn modelId="{87BE1157-B6BF-4D3F-BB5B-6C334BE3611E}" type="presParOf" srcId="{F3F32781-A7D2-42A9-B14B-C68EDDF2BF5E}" destId="{33339321-51B4-4B2A-83B2-99FD95B243BF}" srcOrd="3" destOrd="0" presId="urn:microsoft.com/office/officeart/2018/2/layout/IconVerticalSolidList"/>
    <dgm:cxn modelId="{ABF8B2BD-DF07-495D-AE6C-80FED1711014}" type="presParOf" srcId="{1899EDEC-2137-4BC1-A416-061D830907B4}" destId="{63FA2166-7C1C-42CD-9E2F-A3D31C4BEBEC}" srcOrd="3" destOrd="0" presId="urn:microsoft.com/office/officeart/2018/2/layout/IconVerticalSolidList"/>
    <dgm:cxn modelId="{035D0E4C-0C43-4F7C-8B39-7C15A8A6559F}" type="presParOf" srcId="{1899EDEC-2137-4BC1-A416-061D830907B4}" destId="{C4792000-5D45-4EB0-A17F-568A49BAD278}" srcOrd="4" destOrd="0" presId="urn:microsoft.com/office/officeart/2018/2/layout/IconVerticalSolidList"/>
    <dgm:cxn modelId="{9881A485-D771-46B4-991A-8117A96FF9AD}" type="presParOf" srcId="{C4792000-5D45-4EB0-A17F-568A49BAD278}" destId="{1ABE6EA3-2C08-461A-B9B6-70F73B383A55}" srcOrd="0" destOrd="0" presId="urn:microsoft.com/office/officeart/2018/2/layout/IconVerticalSolidList"/>
    <dgm:cxn modelId="{3FD5629F-B45A-49C2-9DD5-5EEB66D6A987}" type="presParOf" srcId="{C4792000-5D45-4EB0-A17F-568A49BAD278}" destId="{5B4636EF-D407-48C0-A2DE-7D739C4E8D6E}" srcOrd="1" destOrd="0" presId="urn:microsoft.com/office/officeart/2018/2/layout/IconVerticalSolidList"/>
    <dgm:cxn modelId="{209EABE4-03F9-4FD5-B457-6885A02D0BAF}" type="presParOf" srcId="{C4792000-5D45-4EB0-A17F-568A49BAD278}" destId="{717927B7-F141-471B-B570-4B3D8A530543}" srcOrd="2" destOrd="0" presId="urn:microsoft.com/office/officeart/2018/2/layout/IconVerticalSolidList"/>
    <dgm:cxn modelId="{A07EE17E-E5F1-4372-A0DF-81E80D314163}" type="presParOf" srcId="{C4792000-5D45-4EB0-A17F-568A49BAD278}" destId="{CFF0EF86-683C-42DF-AC80-B36FBEA45B2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35F3FA-4141-4712-833E-2EFAB3EEE633}">
      <dsp:nvSpPr>
        <dsp:cNvPr id="0" name=""/>
        <dsp:cNvSpPr/>
      </dsp:nvSpPr>
      <dsp:spPr>
        <a:xfrm>
          <a:off x="0" y="556"/>
          <a:ext cx="11360700" cy="13011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C41507-F060-45BA-9C0F-3899B4D92F00}">
      <dsp:nvSpPr>
        <dsp:cNvPr id="0" name=""/>
        <dsp:cNvSpPr/>
      </dsp:nvSpPr>
      <dsp:spPr>
        <a:xfrm>
          <a:off x="393603" y="293318"/>
          <a:ext cx="715642" cy="7156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70DA74-32F7-4D14-90F3-715747F73F5A}">
      <dsp:nvSpPr>
        <dsp:cNvPr id="0" name=""/>
        <dsp:cNvSpPr/>
      </dsp:nvSpPr>
      <dsp:spPr>
        <a:xfrm>
          <a:off x="1502849" y="556"/>
          <a:ext cx="9857850" cy="13011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707" tIns="137707" rIns="137707" bIns="137707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Arial Rounded MT Bold" panose="020F0704030504030204" pitchFamily="34" charset="77"/>
            </a:rPr>
            <a:t>Draft a plan for the evaluation</a:t>
          </a:r>
          <a:endParaRPr lang="en-US" sz="2400" kern="1200" dirty="0">
            <a:latin typeface="Arial Rounded MT Bold" panose="020F0704030504030204" pitchFamily="34" charset="77"/>
          </a:endParaRPr>
        </a:p>
      </dsp:txBody>
      <dsp:txXfrm>
        <a:off x="1502849" y="556"/>
        <a:ext cx="9857850" cy="1301167"/>
      </dsp:txXfrm>
    </dsp:sp>
    <dsp:sp modelId="{95DFEAB2-9BF8-4E0F-B8D2-51B2BAD42BF3}">
      <dsp:nvSpPr>
        <dsp:cNvPr id="0" name=""/>
        <dsp:cNvSpPr/>
      </dsp:nvSpPr>
      <dsp:spPr>
        <a:xfrm>
          <a:off x="0" y="1627016"/>
          <a:ext cx="11360700" cy="13011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23167A-B4A6-44B3-82A5-FA2043C926B6}">
      <dsp:nvSpPr>
        <dsp:cNvPr id="0" name=""/>
        <dsp:cNvSpPr/>
      </dsp:nvSpPr>
      <dsp:spPr>
        <a:xfrm>
          <a:off x="393603" y="1919778"/>
          <a:ext cx="715642" cy="7156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339321-51B4-4B2A-83B2-99FD95B243BF}">
      <dsp:nvSpPr>
        <dsp:cNvPr id="0" name=""/>
        <dsp:cNvSpPr/>
      </dsp:nvSpPr>
      <dsp:spPr>
        <a:xfrm>
          <a:off x="1502849" y="1627016"/>
          <a:ext cx="9857850" cy="13011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707" tIns="137707" rIns="137707" bIns="137707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>
              <a:latin typeface="Arial Rounded MT Bold" panose="020F0704030504030204" pitchFamily="34" charset="77"/>
            </a:rPr>
            <a:t>How will you know your system will work in reality?  </a:t>
          </a:r>
          <a:endParaRPr lang="en-US" sz="2400" kern="1200">
            <a:latin typeface="Arial Rounded MT Bold" panose="020F0704030504030204" pitchFamily="34" charset="77"/>
          </a:endParaRPr>
        </a:p>
      </dsp:txBody>
      <dsp:txXfrm>
        <a:off x="1502849" y="1627016"/>
        <a:ext cx="9857850" cy="1301167"/>
      </dsp:txXfrm>
    </dsp:sp>
    <dsp:sp modelId="{1ABE6EA3-2C08-461A-B9B6-70F73B383A55}">
      <dsp:nvSpPr>
        <dsp:cNvPr id="0" name=""/>
        <dsp:cNvSpPr/>
      </dsp:nvSpPr>
      <dsp:spPr>
        <a:xfrm>
          <a:off x="0" y="3253475"/>
          <a:ext cx="11360700" cy="13011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4636EF-D407-48C0-A2DE-7D739C4E8D6E}">
      <dsp:nvSpPr>
        <dsp:cNvPr id="0" name=""/>
        <dsp:cNvSpPr/>
      </dsp:nvSpPr>
      <dsp:spPr>
        <a:xfrm>
          <a:off x="393603" y="3546238"/>
          <a:ext cx="715642" cy="71564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0EF86-683C-42DF-AC80-B36FBEA45B27}">
      <dsp:nvSpPr>
        <dsp:cNvPr id="0" name=""/>
        <dsp:cNvSpPr/>
      </dsp:nvSpPr>
      <dsp:spPr>
        <a:xfrm>
          <a:off x="1502849" y="3253475"/>
          <a:ext cx="9857850" cy="13011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707" tIns="137707" rIns="137707" bIns="137707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>
              <a:latin typeface="Arial Rounded MT Bold" panose="020F0704030504030204" pitchFamily="34" charset="77"/>
            </a:rPr>
            <a:t>Get inspiration from the lecture and from the relevant papers (also compare with those if you can)!</a:t>
          </a:r>
          <a:endParaRPr lang="en-US" sz="2400" kern="1200">
            <a:latin typeface="Arial Rounded MT Bold" panose="020F0704030504030204" pitchFamily="34" charset="77"/>
          </a:endParaRPr>
        </a:p>
      </dsp:txBody>
      <dsp:txXfrm>
        <a:off x="1502849" y="3253475"/>
        <a:ext cx="9857850" cy="13011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Adjust the content to number of methodology and guest lectures, i.e., which methodology or guest lecture will you integrate in your project?</a:t>
            </a:r>
            <a:endParaRPr/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Make sure that your working group (26/25 students) and Project groups (5 each) has joined the right groups on canvas.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Highlight your working group…</a:t>
            </a: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the slight change in the schedule (lower part)</a:t>
            </a:r>
            <a:endParaRPr/>
          </a:p>
        </p:txBody>
      </p:sp>
      <p:sp>
        <p:nvSpPr>
          <p:cNvPr id="133" name="Google Shape;13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820b96d1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820b96d1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820b96d17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820b96d17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820b96d17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820b96d17f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20b96d17f_0_6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g2820b96d17f_0_6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rtl="0"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381000" rtl="0"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rtl="0"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rtl="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g2820b96d17f_0_6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" descr="Robot operating a machine"/>
          <p:cNvPicPr preferRelativeResize="0"/>
          <p:nvPr/>
        </p:nvPicPr>
        <p:blipFill rotWithShape="1">
          <a:blip r:embed="rId3">
            <a:alphaModFix/>
          </a:blip>
          <a:srcRect r="11798" b="9091"/>
          <a:stretch/>
        </p:blipFill>
        <p:spPr>
          <a:xfrm>
            <a:off x="3522468" y="10"/>
            <a:ext cx="866953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/>
          <p:cNvSpPr/>
          <p:nvPr/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9000">
                <a:srgbClr val="000000">
                  <a:alpha val="37647"/>
                </a:srgbClr>
              </a:gs>
              <a:gs pos="35000">
                <a:srgbClr val="000000">
                  <a:alpha val="77647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>
            <a:spLocks noGrp="1"/>
          </p:cNvSpPr>
          <p:nvPr>
            <p:ph type="ctrTitle"/>
          </p:nvPr>
        </p:nvSpPr>
        <p:spPr>
          <a:xfrm>
            <a:off x="371094" y="1014985"/>
            <a:ext cx="5333020" cy="1271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 Rounded"/>
              <a:buNone/>
            </a:pPr>
            <a:r>
              <a:rPr lang="en-US" sz="2800" b="1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Introduction to Artificial Intelligence</a:t>
            </a:r>
            <a:endParaRPr/>
          </a:p>
        </p:txBody>
      </p:sp>
      <p:sp>
        <p:nvSpPr>
          <p:cNvPr id="108" name="Google Shape;108;p1"/>
          <p:cNvSpPr/>
          <p:nvPr/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>
            <a:spLocks noGrp="1"/>
          </p:cNvSpPr>
          <p:nvPr>
            <p:ph type="subTitle" idx="1"/>
          </p:nvPr>
        </p:nvSpPr>
        <p:spPr>
          <a:xfrm>
            <a:off x="371093" y="2718054"/>
            <a:ext cx="5463649" cy="320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1700" b="1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n-US" sz="1700" b="1" dirty="0">
                <a:solidFill>
                  <a:schemeClr val="lt1"/>
                </a:solidFill>
              </a:rPr>
              <a:t>Working Group - 3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1700" b="1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1700" b="1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n-US" sz="1700" b="1" dirty="0">
                <a:solidFill>
                  <a:schemeClr val="lt1"/>
                </a:solidFill>
              </a:rPr>
              <a:t>Tutors: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n-US" sz="1700" b="1" dirty="0">
                <a:solidFill>
                  <a:schemeClr val="lt1"/>
                </a:solidFill>
              </a:rPr>
              <a:t>Janek &amp; Joana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414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/>
          <p:nvPr/>
        </p:nvSpPr>
        <p:spPr>
          <a:xfrm>
            <a:off x="0" y="1"/>
            <a:ext cx="12192000" cy="159834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title"/>
          </p:nvPr>
        </p:nvSpPr>
        <p:spPr>
          <a:xfrm>
            <a:off x="1159933" y="995318"/>
            <a:ext cx="9872134" cy="1193968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 Rounded"/>
              <a:buNone/>
            </a:pPr>
            <a:r>
              <a:rPr lang="en-US" sz="3600" b="1">
                <a:solidFill>
                  <a:srgbClr val="3F3F3F"/>
                </a:solidFill>
                <a:latin typeface="Arial Rounded"/>
                <a:ea typeface="Arial Rounded"/>
                <a:cs typeface="Arial Rounded"/>
                <a:sym typeface="Arial Rounded"/>
              </a:rPr>
              <a:t>Discussion about previous lectures</a:t>
            </a:r>
            <a:endParaRPr/>
          </a:p>
        </p:txBody>
      </p:sp>
      <p:sp>
        <p:nvSpPr>
          <p:cNvPr id="118" name="Google Shape;118;p2"/>
          <p:cNvSpPr txBox="1">
            <a:spLocks noGrp="1"/>
          </p:cNvSpPr>
          <p:nvPr>
            <p:ph type="body" idx="1"/>
          </p:nvPr>
        </p:nvSpPr>
        <p:spPr>
          <a:xfrm>
            <a:off x="900755" y="2593658"/>
            <a:ext cx="4873512" cy="3254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 b="1" i="0" u="none" strike="noStrike"/>
              <a:t>Guest Lecture(s):</a:t>
            </a:r>
            <a:endParaRPr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endParaRPr sz="2000" b="1" i="0" u="none" strike="noStrike"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 b="0" i="0" u="none" strike="noStrike"/>
              <a:t>Was the lecture clear?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 b="0" i="0" u="none" strike="noStrike"/>
              <a:t>What are your take home messages?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 b="0" i="0" u="none" strike="noStrike"/>
              <a:t>Was it new to you?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/>
              <a:t>What did you like the most? What did you not like?</a:t>
            </a:r>
            <a:endParaRPr/>
          </a:p>
          <a:p>
            <a:pPr marL="685800" lvl="1" indent="-101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endParaRPr sz="2000"/>
          </a:p>
          <a:p>
            <a:pPr marL="685800" lvl="1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/>
              <a:t>Does it apply to your project? How?</a:t>
            </a:r>
            <a:endParaRPr/>
          </a:p>
        </p:txBody>
      </p:sp>
      <p:cxnSp>
        <p:nvCxnSpPr>
          <p:cNvPr id="119" name="Google Shape;119;p2"/>
          <p:cNvCxnSpPr/>
          <p:nvPr/>
        </p:nvCxnSpPr>
        <p:spPr>
          <a:xfrm>
            <a:off x="6096000" y="2888250"/>
            <a:ext cx="0" cy="2769135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0" name="Google Shape;120;p2"/>
          <p:cNvSpPr txBox="1"/>
          <p:nvPr/>
        </p:nvSpPr>
        <p:spPr>
          <a:xfrm>
            <a:off x="6306236" y="2593659"/>
            <a:ext cx="4868117" cy="3254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Methodology lecture(s):</a:t>
            </a:r>
            <a:endParaRPr/>
          </a:p>
          <a:p>
            <a:pPr marL="0" marR="0" lvl="0" indent="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Was the lecture clear?</a:t>
            </a:r>
            <a:endParaRPr/>
          </a:p>
          <a:p>
            <a:pPr marL="685800" marR="0" lvl="1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are your take home messages?</a:t>
            </a:r>
            <a:endParaRPr/>
          </a:p>
          <a:p>
            <a:pPr marL="685800" marR="0" lvl="1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Was it new to you?</a:t>
            </a:r>
            <a:endParaRPr/>
          </a:p>
          <a:p>
            <a:pPr marL="685800" marR="0" lvl="1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did you like the most? What did you not like?</a:t>
            </a:r>
            <a:endParaRPr/>
          </a:p>
          <a:p>
            <a:pPr marL="457200" marR="0" lvl="1" indent="-1143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you know how to integrate it in your project?</a:t>
            </a:r>
            <a:endParaRPr/>
          </a:p>
          <a:p>
            <a:pPr marL="228600" marR="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-2" y="0"/>
            <a:ext cx="12192001" cy="169641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04800" dist="114300" dir="5460000" sx="92000" sy="92000" algn="t" rotWithShape="0">
              <a:srgbClr val="000000">
                <a:alpha val="1372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 txBox="1">
            <a:spLocks noGrp="1"/>
          </p:cNvSpPr>
          <p:nvPr>
            <p:ph type="title"/>
          </p:nvPr>
        </p:nvSpPr>
        <p:spPr>
          <a:xfrm>
            <a:off x="758952" y="276198"/>
            <a:ext cx="10477600" cy="1157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Rounded"/>
              <a:buNone/>
            </a:pPr>
            <a:r>
              <a:rPr lang="en-US" sz="4000" b="1">
                <a:latin typeface="Arial Rounded"/>
                <a:ea typeface="Arial Rounded"/>
                <a:cs typeface="Arial Rounded"/>
                <a:sym typeface="Arial Rounded"/>
              </a:rPr>
              <a:t>Working Groups &amp; Project Groups</a:t>
            </a:r>
            <a:endParaRPr/>
          </a:p>
        </p:txBody>
      </p:sp>
      <p:graphicFrame>
        <p:nvGraphicFramePr>
          <p:cNvPr id="129" name="Google Shape;129;p3"/>
          <p:cNvGraphicFramePr/>
          <p:nvPr/>
        </p:nvGraphicFramePr>
        <p:xfrm>
          <a:off x="420914" y="1709639"/>
          <a:ext cx="11190500" cy="4342750"/>
        </p:xfrm>
        <a:graphic>
          <a:graphicData uri="http://schemas.openxmlformats.org/drawingml/2006/table">
            <a:tbl>
              <a:tblPr>
                <a:noFill/>
                <a:tableStyleId>{5917F687-8EB1-4858-8C96-406E56AD4EBC}</a:tableStyleId>
              </a:tblPr>
              <a:tblGrid>
                <a:gridCol w="80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5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0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97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94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5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/>
                        <a:t>Working Group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/>
                        <a:t>Project group number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/>
                        <a:t>Day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/>
                        <a:t>Time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/>
                        <a:t>Location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/>
                        <a:t>Student assistant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/>
                        <a:t>Tutor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1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1,2,3,4,5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Tuesdays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13:30 -15:15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NU-4B43 (34/17T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Jilesen + Orkun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Yaman A.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2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6,7,8,9,10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Thursdays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17:30 - 19:15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BV-0H19 (32/16T)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Federico + Jilesen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Postma, B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3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11,12,13,14,15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Tuesdays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13:30 -15:15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NU-3A67 (32/16T)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Jan + Joana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Harmelen, F.A.H. van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4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16,17,18,19,20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Tuesdays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13:30 -15:15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NU-6A52 (28/14T)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Jahreel + Alisa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Ligthart, M.E.U.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5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21,22,23,24,25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Thursdays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13:30 -15:15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NU-2B05 (24/12T)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Auke + Orkun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Tiddi, I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6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26,27,28,29,30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Tuesdays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13:30 -15:15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NU-2B17 (24/12T)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Federico + Auke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 Silva Miras de Araujo, K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7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31,32,33,34,35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Thursdays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17:30 - 19:15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NU-6A52 (28/14T)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Jahreel + Alisa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Baraka, K.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8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36,37,38,39,40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Tuesdays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13:30 -15:15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NU-5A27 (24/12T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Andreea + Francesca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Schlobach, K.S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9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41,42,43,44,45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Thursdays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17:30 - 19:15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NU-4B47 (36/18T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Jan + Joana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Hoogendoorn, M.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10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46,47,48,49,50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Thursdays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13:30 -15:15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NU-2B11 (24/12T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Jan + Joana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Klein, M.C.A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11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51,52,53,54,55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Thursdays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13:30 -15:15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NU-2B17 (24/12T)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Federico + Jilesen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Gerritsen, C.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12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56,57,58,59,60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Thursday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17:30 - 19:15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HG-15A37 (32/16T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Andreea + Francesca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Rekker, L.H.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13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61,62,63,64,65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Thursdays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13:30 -15:15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OZW-6A10 (25/12T)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Auke + Orkun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Boer, V. de</a:t>
                      </a:r>
                      <a:endParaRPr/>
                    </a:p>
                  </a:txBody>
                  <a:tcPr marL="8725" marR="8725" marT="5800" marB="58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4472C4">
                  <a:alpha val="40784"/>
                </a:srgbClr>
              </a:gs>
              <a:gs pos="74000">
                <a:srgbClr val="8DA9DB">
                  <a:alpha val="0"/>
                </a:srgbClr>
              </a:gs>
              <a:gs pos="100000">
                <a:srgbClr val="8DA9DB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2745"/>
                </a:srgbClr>
              </a:gs>
              <a:gs pos="78000">
                <a:srgbClr val="4472C4">
                  <a:alpha val="14901"/>
                </a:srgbClr>
              </a:gs>
              <a:gs pos="100000">
                <a:srgbClr val="4472C4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Rounded"/>
              <a:buNone/>
            </a:pPr>
            <a:r>
              <a:rPr lang="en-US" sz="4000" b="1">
                <a:solidFill>
                  <a:srgbClr val="FFFFFF"/>
                </a:solidFill>
                <a:latin typeface="Arial Rounded"/>
                <a:ea typeface="Arial Rounded"/>
                <a:cs typeface="Arial Rounded"/>
                <a:sym typeface="Arial Rounded"/>
              </a:rPr>
              <a:t>Tutor Groups Sessions</a:t>
            </a:r>
            <a:endParaRPr/>
          </a:p>
        </p:txBody>
      </p:sp>
      <p:graphicFrame>
        <p:nvGraphicFramePr>
          <p:cNvPr id="140" name="Google Shape;140;p4"/>
          <p:cNvGraphicFramePr/>
          <p:nvPr>
            <p:extLst>
              <p:ext uri="{D42A27DB-BD31-4B8C-83A1-F6EECF244321}">
                <p14:modId xmlns:p14="http://schemas.microsoft.com/office/powerpoint/2010/main" val="2693542628"/>
              </p:ext>
            </p:extLst>
          </p:nvPr>
        </p:nvGraphicFramePr>
        <p:xfrm>
          <a:off x="0" y="1587037"/>
          <a:ext cx="12191975" cy="5202725"/>
        </p:xfrm>
        <a:graphic>
          <a:graphicData uri="http://schemas.openxmlformats.org/drawingml/2006/table">
            <a:tbl>
              <a:tblPr firstRow="1" firstCol="1" bandRow="1">
                <a:noFill/>
                <a:tableStyleId>{EADE727F-0700-4904-BC07-D0AB2DC5FB30}</a:tableStyleId>
              </a:tblPr>
              <a:tblGrid>
                <a:gridCol w="111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2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4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8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76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69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Presence of TAs &amp; Tutor</a:t>
                      </a: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Preferable presence of TAs &amp; Tutors</a:t>
                      </a: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Preferable presence of TAs &amp; Tutors</a:t>
                      </a: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Deadline</a:t>
                      </a: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Assignment</a:t>
                      </a: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1st tutor session</a:t>
                      </a: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2nd tutor session</a:t>
                      </a:r>
                      <a:endParaRPr sz="11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3rd tutor session</a:t>
                      </a:r>
                      <a:endParaRPr sz="1000" b="1" dirty="0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4th tutor session</a:t>
                      </a:r>
                      <a:endParaRPr sz="1000" b="1" dirty="0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5th tutor session</a:t>
                      </a: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6th tutor session</a:t>
                      </a: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7th tutor session</a:t>
                      </a: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15-Sept-23</a:t>
                      </a: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Research Problem</a:t>
                      </a: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 Project Group formation + ⬅️  Working on </a:t>
                      </a: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Presentations</a:t>
                      </a:r>
                      <a:endParaRPr sz="11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dirty="0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dirty="0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22-Sept-23</a:t>
                      </a: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Literature</a:t>
                      </a: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⬅️ Instructions from TAs and working on it</a:t>
                      </a:r>
                      <a:endParaRPr sz="11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Presentations</a:t>
                      </a:r>
                      <a:endParaRPr sz="1000" b="1" dirty="0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dirty="0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29-Sept-23</a:t>
                      </a: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Approach</a:t>
                      </a: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⬅️ Instructions from TAs and working on it</a:t>
                      </a:r>
                      <a:endParaRPr sz="1000" b="1" dirty="0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Presentations</a:t>
                      </a:r>
                      <a:endParaRPr sz="1000" b="1" dirty="0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6-Oct-23</a:t>
                      </a: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Experimental Evaluation</a:t>
                      </a: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⬅️ Instructions from TAs and working on it</a:t>
                      </a:r>
                      <a:endParaRPr sz="1000" b="1" dirty="0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Presentations</a:t>
                      </a: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13-Oct-23</a:t>
                      </a: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Poster &amp; Video</a:t>
                      </a: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⬅️ Instructions from TAs and working on it</a:t>
                      </a: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60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27-Oct-23</a:t>
                      </a: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Final Report</a:t>
                      </a:r>
                      <a:endParaRPr sz="13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 Rounded"/>
                        <a:buNone/>
                      </a:pPr>
                      <a:r>
                        <a:rPr lang="en-US" sz="1000" b="1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⬅️ Instructions from TAs and working on it</a:t>
                      </a: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Presentations (Feedback from Tutor)</a:t>
                      </a:r>
                      <a:endParaRPr/>
                    </a:p>
                  </a:txBody>
                  <a:tcPr marL="51000" marR="5100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 Rounded"/>
                        <a:buNone/>
                      </a:pPr>
                      <a:r>
                        <a:rPr lang="en-US" sz="1000" b="1" dirty="0">
                          <a:latin typeface="Arial Rounded"/>
                          <a:ea typeface="Arial Rounded"/>
                          <a:cs typeface="Arial Rounded"/>
                          <a:sym typeface="Arial Rounded"/>
                        </a:rPr>
                        <a:t>⬅️ Tutor feedback adjustment in the final report</a:t>
                      </a:r>
                      <a:endParaRPr sz="1000" b="1" dirty="0">
                        <a:latin typeface="Arial Rounded"/>
                        <a:ea typeface="Arial Rounded"/>
                        <a:cs typeface="Arial Rounded"/>
                        <a:sym typeface="Arial Rounded"/>
                      </a:endParaRPr>
                    </a:p>
                  </a:txBody>
                  <a:tcPr marL="51000" marR="5100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5"/>
          <p:cNvPicPr preferRelativeResize="0"/>
          <p:nvPr/>
        </p:nvPicPr>
        <p:blipFill rotWithShape="1">
          <a:blip r:embed="rId3">
            <a:alphaModFix amt="35000"/>
          </a:blip>
          <a:srcRect t="9916" b="10578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" name="Google Shape;148;p5"/>
          <p:cNvGrpSpPr/>
          <p:nvPr/>
        </p:nvGrpSpPr>
        <p:grpSpPr>
          <a:xfrm>
            <a:off x="1398000" y="1675300"/>
            <a:ext cx="9396000" cy="3478277"/>
            <a:chOff x="559800" y="436530"/>
            <a:chExt cx="9396000" cy="3478277"/>
          </a:xfrm>
        </p:grpSpPr>
        <p:sp>
          <p:nvSpPr>
            <p:cNvPr id="149" name="Google Shape;149;p5"/>
            <p:cNvSpPr/>
            <p:nvPr/>
          </p:nvSpPr>
          <p:spPr>
            <a:xfrm>
              <a:off x="1747800" y="436530"/>
              <a:ext cx="1944000" cy="1944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559800" y="2902307"/>
              <a:ext cx="4320000" cy="101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5"/>
            <p:cNvSpPr txBox="1"/>
            <p:nvPr/>
          </p:nvSpPr>
          <p:spPr>
            <a:xfrm>
              <a:off x="559800" y="2902307"/>
              <a:ext cx="4320000" cy="101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Calibri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Presentations </a:t>
              </a: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6823800" y="436530"/>
              <a:ext cx="1944000" cy="19440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5635800" y="2902307"/>
              <a:ext cx="4320000" cy="101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5"/>
            <p:cNvSpPr txBox="1"/>
            <p:nvPr/>
          </p:nvSpPr>
          <p:spPr>
            <a:xfrm>
              <a:off x="5635800" y="2902307"/>
              <a:ext cx="4320000" cy="101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Calibri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(5 minutes each followed by feedback/questions)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7" descr="Wristwatch face"/>
          <p:cNvPicPr preferRelativeResize="0"/>
          <p:nvPr/>
        </p:nvPicPr>
        <p:blipFill rotWithShape="1">
          <a:blip r:embed="rId3">
            <a:alphaModFix amt="35000"/>
          </a:blip>
          <a:srcRect t="729" b="1500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7"/>
          <p:cNvSpPr txBox="1">
            <a:spLocks noGrp="1"/>
          </p:cNvSpPr>
          <p:nvPr>
            <p:ph type="body" idx="1"/>
          </p:nvPr>
        </p:nvSpPr>
        <p:spPr>
          <a:xfrm>
            <a:off x="838200" y="1692323"/>
            <a:ext cx="10515600" cy="3843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endParaRPr sz="6600" b="1">
              <a:solidFill>
                <a:srgbClr val="FFFFFF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6600"/>
              <a:buNone/>
            </a:pPr>
            <a:r>
              <a:rPr lang="en-US" sz="6600" b="1">
                <a:solidFill>
                  <a:srgbClr val="FFFFFF"/>
                </a:solidFill>
              </a:rPr>
              <a:t>10 minutes break</a:t>
            </a:r>
            <a:endParaRPr/>
          </a:p>
          <a:p>
            <a:pPr marL="22860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endParaRPr sz="66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820b96d17f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Arial Rounded MT Bold" panose="020F0704030504030204" pitchFamily="34" charset="77"/>
              </a:rPr>
              <a:t>Evaluation</a:t>
            </a:r>
          </a:p>
        </p:txBody>
      </p:sp>
      <p:graphicFrame>
        <p:nvGraphicFramePr>
          <p:cNvPr id="181" name="Google Shape;176;g2820b96d17f_0_0">
            <a:extLst>
              <a:ext uri="{FF2B5EF4-FFF2-40B4-BE49-F238E27FC236}">
                <a16:creationId xmlns:a16="http://schemas.microsoft.com/office/drawing/2014/main" id="{F9D46CB8-74E6-1AB2-6419-37E2774CB6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5542512"/>
              </p:ext>
            </p:extLst>
          </p:nvPr>
        </p:nvGraphicFramePr>
        <p:xfrm>
          <a:off x="415600" y="1536633"/>
          <a:ext cx="11360700" cy="455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0" name="Rectangle 18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Google Shape;181;g2820b96d17f_0_5"/>
          <p:cNvSpPr txBox="1">
            <a:spLocks noGrp="1"/>
          </p:cNvSpPr>
          <p:nvPr>
            <p:ph type="title"/>
          </p:nvPr>
        </p:nvSpPr>
        <p:spPr>
          <a:xfrm>
            <a:off x="630936" y="639520"/>
            <a:ext cx="5337378" cy="1719072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>
              <a:spcBef>
                <a:spcPct val="0"/>
              </a:spcBef>
              <a:spcAft>
                <a:spcPts val="0"/>
              </a:spcAft>
            </a:pPr>
            <a:r>
              <a:rPr lang="en-US" sz="5400" kern="1200" dirty="0">
                <a:solidFill>
                  <a:schemeClr val="tx1"/>
                </a:solidFill>
                <a:latin typeface="Arial Rounded MT Bold" panose="020F0704030504030204" pitchFamily="34" charset="77"/>
                <a:ea typeface="+mj-ea"/>
                <a:cs typeface="+mj-cs"/>
              </a:rPr>
              <a:t>Evaluation</a:t>
            </a:r>
          </a:p>
        </p:txBody>
      </p:sp>
      <p:sp>
        <p:nvSpPr>
          <p:cNvPr id="20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Google Shape;182;g2820b96d17f_0_5"/>
          <p:cNvSpPr txBox="1">
            <a:spLocks noGrp="1"/>
          </p:cNvSpPr>
          <p:nvPr>
            <p:ph type="body" idx="1"/>
          </p:nvPr>
        </p:nvSpPr>
        <p:spPr>
          <a:xfrm>
            <a:off x="630935" y="2807208"/>
            <a:ext cx="8821984" cy="4050792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231775" lvl="0" indent="-111125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sz="1800" kern="1200" dirty="0">
                <a:solidFill>
                  <a:schemeClr val="tx1"/>
                </a:solidFill>
                <a:latin typeface="Arial Rounded MT Bold" panose="020F0704030504030204" pitchFamily="34" charset="77"/>
                <a:ea typeface="+mn-ea"/>
                <a:cs typeface="+mn-cs"/>
              </a:rPr>
              <a:t>Make a hypothesis to test </a:t>
            </a:r>
          </a:p>
          <a:p>
            <a:pPr marL="231775" lvl="0" indent="-111125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sz="1800" kern="1200" dirty="0">
                <a:solidFill>
                  <a:schemeClr val="tx1"/>
                </a:solidFill>
                <a:latin typeface="Arial Rounded MT Bold" panose="020F0704030504030204" pitchFamily="34" charset="77"/>
                <a:ea typeface="+mn-ea"/>
                <a:cs typeface="+mn-cs"/>
              </a:rPr>
              <a:t>2 Questions : </a:t>
            </a:r>
          </a:p>
          <a:p>
            <a:pPr marL="463550" lvl="1" indent="-171450">
              <a:buSzPct val="100000"/>
              <a:buNone/>
            </a:pPr>
            <a:r>
              <a:rPr lang="en-US" sz="1800" kern="1200" dirty="0">
                <a:solidFill>
                  <a:schemeClr val="tx1"/>
                </a:solidFill>
                <a:latin typeface="Arial Rounded MT Bold" panose="020F0704030504030204" pitchFamily="34" charset="77"/>
                <a:ea typeface="+mn-ea"/>
                <a:cs typeface="+mn-cs"/>
              </a:rPr>
              <a:t>- Internal eval : does the system work internally (train/test, system variations...)</a:t>
            </a:r>
          </a:p>
          <a:p>
            <a:pPr marL="463550" lvl="1" indent="-171450">
              <a:buSzPct val="100000"/>
              <a:buNone/>
            </a:pPr>
            <a:r>
              <a:rPr lang="en-US" sz="1800" kern="1200" dirty="0">
                <a:solidFill>
                  <a:schemeClr val="tx1"/>
                </a:solidFill>
                <a:latin typeface="Arial Rounded MT Bold" panose="020F0704030504030204" pitchFamily="34" charset="77"/>
                <a:ea typeface="+mn-ea"/>
                <a:cs typeface="+mn-cs"/>
              </a:rPr>
              <a:t>- External eval : does it reach the goal it was designed for?</a:t>
            </a:r>
          </a:p>
          <a:p>
            <a:pPr marL="120650" lvl="1" indent="0">
              <a:buSzPct val="100000"/>
              <a:buNone/>
            </a:pPr>
            <a:r>
              <a:rPr lang="en-US" sz="1800" kern="1200" dirty="0">
                <a:solidFill>
                  <a:schemeClr val="tx1"/>
                </a:solidFill>
                <a:latin typeface="Arial Rounded MT Bold" panose="020F0704030504030204" pitchFamily="34" charset="77"/>
                <a:ea typeface="+mn-ea"/>
                <a:cs typeface="+mn-cs"/>
              </a:rPr>
              <a:t>Be concrete : </a:t>
            </a:r>
          </a:p>
          <a:p>
            <a:pPr marL="406400" lvl="1" indent="-285750">
              <a:buSzPct val="100000"/>
              <a:buFont typeface="Courier New" panose="02070309020205020404" pitchFamily="49" charset="0"/>
              <a:buChar char="o"/>
            </a:pPr>
            <a:r>
              <a:rPr lang="en-US" sz="1800" kern="1200" dirty="0">
                <a:solidFill>
                  <a:schemeClr val="tx1"/>
                </a:solidFill>
                <a:latin typeface="Arial Rounded MT Bold" panose="020F0704030504030204" pitchFamily="34" charset="77"/>
                <a:ea typeface="+mn-ea"/>
                <a:cs typeface="+mn-cs"/>
              </a:rPr>
              <a:t>- how much data? </a:t>
            </a:r>
          </a:p>
          <a:p>
            <a:pPr marL="406400" lvl="1" indent="-285750">
              <a:buSzPct val="100000"/>
              <a:buFont typeface="Courier New" panose="02070309020205020404" pitchFamily="49" charset="0"/>
              <a:buChar char="o"/>
            </a:pPr>
            <a:r>
              <a:rPr lang="en-US" sz="1800" kern="1200" dirty="0">
                <a:solidFill>
                  <a:schemeClr val="tx1"/>
                </a:solidFill>
                <a:latin typeface="Arial Rounded MT Bold" panose="020F0704030504030204" pitchFamily="34" charset="77"/>
                <a:ea typeface="+mn-ea"/>
                <a:cs typeface="+mn-cs"/>
              </a:rPr>
              <a:t>- How many participants in the user-study?</a:t>
            </a:r>
          </a:p>
          <a:p>
            <a:pPr marL="406400" lvl="1" indent="-285750">
              <a:buSzPct val="100000"/>
              <a:buFont typeface="Courier New" panose="02070309020205020404" pitchFamily="49" charset="0"/>
              <a:buChar char="o"/>
            </a:pPr>
            <a:r>
              <a:rPr lang="en-US" sz="1800" kern="1200" dirty="0">
                <a:solidFill>
                  <a:schemeClr val="tx1"/>
                </a:solidFill>
                <a:latin typeface="Arial Rounded MT Bold" panose="020F0704030504030204" pitchFamily="34" charset="77"/>
                <a:ea typeface="+mn-ea"/>
                <a:cs typeface="+mn-cs"/>
              </a:rPr>
              <a:t>- How long will it take?</a:t>
            </a:r>
          </a:p>
          <a:p>
            <a:pPr marL="406400" lvl="1" indent="-285750">
              <a:buSzPct val="100000"/>
              <a:buFont typeface="Courier New" panose="02070309020205020404" pitchFamily="49" charset="0"/>
              <a:buChar char="o"/>
            </a:pPr>
            <a:r>
              <a:rPr lang="en-US" sz="1800" kern="1200" dirty="0">
                <a:solidFill>
                  <a:schemeClr val="tx1"/>
                </a:solidFill>
                <a:latin typeface="Arial Rounded MT Bold" panose="020F0704030504030204" pitchFamily="34" charset="77"/>
                <a:ea typeface="+mn-ea"/>
                <a:cs typeface="+mn-cs"/>
              </a:rPr>
              <a:t>- How will you measure your goal</a:t>
            </a:r>
          </a:p>
        </p:txBody>
      </p:sp>
      <p:pic>
        <p:nvPicPr>
          <p:cNvPr id="183" name="Google Shape;183;g2820b96d17f_0_5" descr="A diagram of a system&#10;&#10;Description automatically generated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429303" y="567917"/>
            <a:ext cx="5762697" cy="267597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820b96d17f_0_11"/>
          <p:cNvSpPr txBox="1">
            <a:spLocks noGrp="1"/>
          </p:cNvSpPr>
          <p:nvPr>
            <p:ph type="title"/>
          </p:nvPr>
        </p:nvSpPr>
        <p:spPr>
          <a:xfrm>
            <a:off x="373223" y="320638"/>
            <a:ext cx="6697361" cy="1112108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>
              <a:spcBef>
                <a:spcPct val="0"/>
              </a:spcBef>
              <a:spcAft>
                <a:spcPts val="0"/>
              </a:spcAft>
            </a:pPr>
            <a:r>
              <a:rPr lang="en-US" sz="3600" kern="1200" dirty="0">
                <a:solidFill>
                  <a:schemeClr val="tx1"/>
                </a:solidFill>
                <a:latin typeface="Arial Rounded MT Bold" panose="020F0704030504030204" pitchFamily="34" charset="77"/>
                <a:ea typeface="+mj-ea"/>
                <a:cs typeface="+mj-cs"/>
              </a:rPr>
              <a:t>Evaluation : questions to start with</a:t>
            </a:r>
          </a:p>
        </p:txBody>
      </p:sp>
      <p:sp>
        <p:nvSpPr>
          <p:cNvPr id="189" name="Google Shape;189;g2820b96d17f_0_11"/>
          <p:cNvSpPr txBox="1">
            <a:spLocks noGrp="1"/>
          </p:cNvSpPr>
          <p:nvPr>
            <p:ph type="body" idx="1"/>
          </p:nvPr>
        </p:nvSpPr>
        <p:spPr>
          <a:xfrm>
            <a:off x="373224" y="1853514"/>
            <a:ext cx="6497134" cy="4127794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182563" indent="-182563" algn="just">
              <a:buNone/>
            </a:pPr>
            <a:r>
              <a:rPr lang="en-US" sz="2000" kern="1200" dirty="0">
                <a:solidFill>
                  <a:schemeClr val="tx1"/>
                </a:solidFill>
                <a:latin typeface="Arial Rounded MT Bold" panose="020F0704030504030204" pitchFamily="34" charset="77"/>
                <a:ea typeface="+mn-ea"/>
                <a:cs typeface="+mn-cs"/>
              </a:rPr>
              <a:t>-	What components should be evaluated separately</a:t>
            </a:r>
          </a:p>
          <a:p>
            <a:pPr marL="182563" indent="-182563" algn="just">
              <a:buNone/>
            </a:pPr>
            <a:r>
              <a:rPr lang="en-US" sz="2000" kern="1200" dirty="0">
                <a:solidFill>
                  <a:schemeClr val="tx1"/>
                </a:solidFill>
                <a:latin typeface="Arial Rounded MT Bold" panose="020F0704030504030204" pitchFamily="34" charset="77"/>
                <a:ea typeface="+mn-ea"/>
                <a:cs typeface="+mn-cs"/>
              </a:rPr>
              <a:t>-	Are single components performing well (loss in the pipeline)?</a:t>
            </a:r>
          </a:p>
          <a:p>
            <a:pPr marL="182563" indent="-182563" algn="just">
              <a:buNone/>
            </a:pPr>
            <a:r>
              <a:rPr lang="en-US" sz="2000" kern="1200" dirty="0">
                <a:solidFill>
                  <a:schemeClr val="tx1"/>
                </a:solidFill>
                <a:latin typeface="Arial Rounded MT Bold" panose="020F0704030504030204" pitchFamily="34" charset="77"/>
                <a:ea typeface="+mn-ea"/>
                <a:cs typeface="+mn-cs"/>
              </a:rPr>
              <a:t>-	How to assess/measure the quality of the components</a:t>
            </a:r>
          </a:p>
          <a:p>
            <a:pPr marL="182563" lvl="0" indent="-182563" algn="just"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2000" kern="1200" dirty="0">
                <a:solidFill>
                  <a:schemeClr val="tx1"/>
                </a:solidFill>
                <a:latin typeface="Arial Rounded MT Bold" panose="020F0704030504030204" pitchFamily="34" charset="77"/>
                <a:ea typeface="+mn-ea"/>
                <a:cs typeface="+mn-cs"/>
              </a:rPr>
              <a:t>-	What aspects are important for the end user?</a:t>
            </a:r>
          </a:p>
          <a:p>
            <a:pPr marL="182563" lvl="0" indent="-182563" algn="just"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2000" kern="1200" dirty="0">
                <a:solidFill>
                  <a:schemeClr val="tx1"/>
                </a:solidFill>
                <a:latin typeface="Arial Rounded MT Bold" panose="020F0704030504030204" pitchFamily="34" charset="77"/>
                <a:ea typeface="+mn-ea"/>
                <a:cs typeface="+mn-cs"/>
              </a:rPr>
              <a:t>-	How will these be evaluated? </a:t>
            </a:r>
          </a:p>
          <a:p>
            <a:pPr marL="182563" lvl="0" indent="-182563" algn="just"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2000" kern="1200" dirty="0">
                <a:solidFill>
                  <a:schemeClr val="tx1"/>
                </a:solidFill>
                <a:latin typeface="Arial Rounded MT Bold" panose="020F0704030504030204" pitchFamily="34" charset="77"/>
                <a:ea typeface="+mn-ea"/>
                <a:cs typeface="+mn-cs"/>
              </a:rPr>
              <a:t>-	When will the evaluation be carried? </a:t>
            </a:r>
          </a:p>
        </p:txBody>
      </p:sp>
      <p:pic>
        <p:nvPicPr>
          <p:cNvPr id="191" name="Picture 190" descr="White puzzle with one red piece">
            <a:extLst>
              <a:ext uri="{FF2B5EF4-FFF2-40B4-BE49-F238E27FC236}">
                <a16:creationId xmlns:a16="http://schemas.microsoft.com/office/drawing/2014/main" id="{EF7CDB28-2181-6874-9B27-9B27B0B365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620" r="29016"/>
          <a:stretch/>
        </p:blipFill>
        <p:spPr>
          <a:xfrm>
            <a:off x="7270812" y="10"/>
            <a:ext cx="4921187" cy="6857990"/>
          </a:xfrm>
          <a:prstGeom prst="rect">
            <a:avLst/>
          </a:prstGeom>
        </p:spPr>
      </p:pic>
      <p:grpSp>
        <p:nvGrpSpPr>
          <p:cNvPr id="195" name="Group 194">
            <a:extLst>
              <a:ext uri="{FF2B5EF4-FFF2-40B4-BE49-F238E27FC236}">
                <a16:creationId xmlns:a16="http://schemas.microsoft.com/office/drawing/2014/main" id="{8CE57D37-C2D0-066B-1AE3-6F4244344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A24DCA44-89CF-872A-903F-96C50780E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4B0CC4F5-AC85-FFFA-7EB5-33C4FCE90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15" descr="Reading a book and drinking coffee on the table"/>
          <p:cNvPicPr preferRelativeResize="0"/>
          <p:nvPr/>
        </p:nvPicPr>
        <p:blipFill rotWithShape="1">
          <a:blip r:embed="rId3">
            <a:alphaModFix amt="35000"/>
          </a:blip>
          <a:srcRect t="2278" b="13452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 b="1">
              <a:solidFill>
                <a:srgbClr val="FFFFFF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 b="1">
              <a:solidFill>
                <a:srgbClr val="FFFFFF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</a:pPr>
            <a:r>
              <a:rPr lang="en-US" sz="4000" b="1">
                <a:solidFill>
                  <a:srgbClr val="FFFFFF"/>
                </a:solidFill>
                <a:latin typeface="Arial Rounded"/>
                <a:ea typeface="Arial Rounded"/>
                <a:cs typeface="Arial Rounded"/>
                <a:sym typeface="Arial Rounded"/>
              </a:rPr>
              <a:t>Working on Computational Solution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747</Words>
  <Application>Microsoft Macintosh PowerPoint</Application>
  <PresentationFormat>Widescreen</PresentationFormat>
  <Paragraphs>197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Helvetica Neue</vt:lpstr>
      <vt:lpstr>Arial Rounded</vt:lpstr>
      <vt:lpstr>Arial Rounded MT Bold</vt:lpstr>
      <vt:lpstr>Courier New</vt:lpstr>
      <vt:lpstr>Office Theme</vt:lpstr>
      <vt:lpstr>Office Theme</vt:lpstr>
      <vt:lpstr>Introduction to Artificial Intelligence</vt:lpstr>
      <vt:lpstr>Discussion about previous lectures</vt:lpstr>
      <vt:lpstr>Working Groups &amp; Project Groups</vt:lpstr>
      <vt:lpstr>Tutor Groups Sessions</vt:lpstr>
      <vt:lpstr>PowerPoint Presentation</vt:lpstr>
      <vt:lpstr>PowerPoint Presentation</vt:lpstr>
      <vt:lpstr>Evaluation</vt:lpstr>
      <vt:lpstr>Evaluation</vt:lpstr>
      <vt:lpstr>Evaluation : questions to start with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Artificial Intelligence</dc:title>
  <dc:creator>Ullah, N. (Nimat)</dc:creator>
  <cp:lastModifiedBy>Adamski, J.F. (Jan)</cp:lastModifiedBy>
  <cp:revision>3</cp:revision>
  <dcterms:created xsi:type="dcterms:W3CDTF">2023-09-05T08:05:32Z</dcterms:created>
  <dcterms:modified xsi:type="dcterms:W3CDTF">2023-09-29T09:46:56Z</dcterms:modified>
</cp:coreProperties>
</file>