
<file path=[Content_Types].xml><?xml version="1.0" encoding="utf-8"?>
<Types xmlns="http://schemas.openxmlformats.org/package/2006/content-types">
  <Default Extension="bmp" ContentType="image/bmp"/>
  <Default Extension="gif" ContentType="image/gif"/>
  <Default Extension="jpeg" ContentType="image/jpeg"/>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media/image12.webp" ContentType="image/jpeg"/>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media/image29.webp" ContentType="image/jpeg"/>
  <Override PartName="/ppt/notesSlides/notesSlide9.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52"/>
  </p:notesMasterIdLst>
  <p:sldIdLst>
    <p:sldId id="341" r:id="rId3"/>
    <p:sldId id="342" r:id="rId4"/>
    <p:sldId id="343" r:id="rId5"/>
    <p:sldId id="344" r:id="rId6"/>
    <p:sldId id="345" r:id="rId7"/>
    <p:sldId id="347" r:id="rId8"/>
    <p:sldId id="371" r:id="rId9"/>
    <p:sldId id="372" r:id="rId10"/>
    <p:sldId id="373" r:id="rId11"/>
    <p:sldId id="366" r:id="rId12"/>
    <p:sldId id="370" r:id="rId13"/>
    <p:sldId id="369" r:id="rId14"/>
    <p:sldId id="348" r:id="rId15"/>
    <p:sldId id="374" r:id="rId16"/>
    <p:sldId id="375" r:id="rId17"/>
    <p:sldId id="349" r:id="rId18"/>
    <p:sldId id="376" r:id="rId19"/>
    <p:sldId id="326" r:id="rId20"/>
    <p:sldId id="334" r:id="rId21"/>
    <p:sldId id="335" r:id="rId22"/>
    <p:sldId id="325" r:id="rId23"/>
    <p:sldId id="333" r:id="rId24"/>
    <p:sldId id="324" r:id="rId25"/>
    <p:sldId id="322" r:id="rId26"/>
    <p:sldId id="306" r:id="rId27"/>
    <p:sldId id="313" r:id="rId28"/>
    <p:sldId id="314" r:id="rId29"/>
    <p:sldId id="315" r:id="rId30"/>
    <p:sldId id="336" r:id="rId31"/>
    <p:sldId id="337" r:id="rId32"/>
    <p:sldId id="362" r:id="rId33"/>
    <p:sldId id="350" r:id="rId34"/>
    <p:sldId id="363" r:id="rId35"/>
    <p:sldId id="338" r:id="rId36"/>
    <p:sldId id="364" r:id="rId37"/>
    <p:sldId id="353" r:id="rId38"/>
    <p:sldId id="361" r:id="rId39"/>
    <p:sldId id="365" r:id="rId40"/>
    <p:sldId id="351" r:id="rId41"/>
    <p:sldId id="354" r:id="rId42"/>
    <p:sldId id="339" r:id="rId43"/>
    <p:sldId id="355" r:id="rId44"/>
    <p:sldId id="356" r:id="rId45"/>
    <p:sldId id="359" r:id="rId46"/>
    <p:sldId id="357" r:id="rId47"/>
    <p:sldId id="358" r:id="rId48"/>
    <p:sldId id="377" r:id="rId49"/>
    <p:sldId id="378" r:id="rId50"/>
    <p:sldId id="368" r:id="rId51"/>
  </p:sldIdLst>
  <p:sldSz cx="12192000" cy="6858000"/>
  <p:notesSz cx="6858000" cy="9144000"/>
  <p:custDataLst>
    <p:tags r:id="rId53"/>
  </p:custDataLst>
  <p:defaultText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456" autoAdjust="0"/>
  </p:normalViewPr>
  <p:slideViewPr>
    <p:cSldViewPr snapToGrid="0">
      <p:cViewPr varScale="1">
        <p:scale>
          <a:sx n="106" d="100"/>
          <a:sy n="106" d="100"/>
        </p:scale>
        <p:origin x="114" y="67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tags" Target="tags/tag1.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ableStyles" Target="tableStyle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x-none"/>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5E4A90-0E63-48E6-BEB9-7ACCE5EC7384}" type="datetimeFigureOut">
              <a:rPr lang="x-none" smtClean="0"/>
              <a:t>14/09/2021</a:t>
            </a:fld>
            <a:endParaRPr lang="x-none"/>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x-none"/>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x-none"/>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x-none"/>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466BA4-A647-4224-B5C3-D74553169B5B}" type="slidenum">
              <a:rPr lang="x-none" smtClean="0"/>
              <a:t>‹#›</a:t>
            </a:fld>
            <a:endParaRPr lang="x-none"/>
          </a:p>
        </p:txBody>
      </p:sp>
    </p:spTree>
    <p:extLst>
      <p:ext uri="{BB962C8B-B14F-4D97-AF65-F5344CB8AC3E}">
        <p14:creationId xmlns:p14="http://schemas.microsoft.com/office/powerpoint/2010/main" val="32393598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csee.umbc.edu/courses/471/papers/turing.pdf" TargetMode="External"/><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commons.wikimedia.org/w/index.php?curid=1273707" TargetMode="External"/><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www.bbc.com/news/technology-30290540" TargetMode="External"/><Relationship Id="rId2" Type="http://schemas.openxmlformats.org/officeDocument/2006/relationships/slide" Target="../slides/slide27.xml"/><Relationship Id="rId1" Type="http://schemas.openxmlformats.org/officeDocument/2006/relationships/notesMaster" Target="../notesMasters/notesMaster1.xml"/><Relationship Id="rId4" Type="http://schemas.openxmlformats.org/officeDocument/2006/relationships/hyperlink" Target="http://www.theverge.com/2016/6/2/11837566/elon-musk-one-ai-company-that-worries-me" TargetMode="Externa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Shape 132"/>
          <p:cNvSpPr>
            <a:spLocks noGrp="1" noRot="1" noChangeAspect="1"/>
          </p:cNvSpPr>
          <p:nvPr>
            <p:ph type="sldImg"/>
          </p:nvPr>
        </p:nvSpPr>
        <p:spPr>
          <a:prstGeom prst="rect">
            <a:avLst/>
          </a:prstGeom>
        </p:spPr>
        <p:txBody>
          <a:bodyPr/>
          <a:lstStyle/>
          <a:p>
            <a:endParaRPr/>
          </a:p>
        </p:txBody>
      </p:sp>
      <p:sp>
        <p:nvSpPr>
          <p:cNvPr id="133" name="Shape 133"/>
          <p:cNvSpPr>
            <a:spLocks noGrp="1"/>
          </p:cNvSpPr>
          <p:nvPr>
            <p:ph type="body" sz="quarter" idx="1"/>
          </p:nvPr>
        </p:nvSpPr>
        <p:spPr>
          <a:prstGeom prst="rect">
            <a:avLst/>
          </a:prstGeom>
        </p:spPr>
        <p:txBody>
          <a:bodyPr/>
          <a:lstStyle/>
          <a:p>
            <a:endParaRPr dirty="0"/>
          </a:p>
        </p:txBody>
      </p:sp>
    </p:spTree>
    <p:extLst>
      <p:ext uri="{BB962C8B-B14F-4D97-AF65-F5344CB8AC3E}">
        <p14:creationId xmlns:p14="http://schemas.microsoft.com/office/powerpoint/2010/main" val="5150655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de-DE" dirty="0"/>
              <a:t>M</a:t>
            </a:r>
            <a:r>
              <a:rPr lang="x-none" dirty="0"/>
              <a:t>a</a:t>
            </a:r>
            <a:r>
              <a:rPr lang="de-DE" dirty="0"/>
              <a:t>c</a:t>
            </a:r>
            <a:r>
              <a:rPr lang="x-none" dirty="0"/>
              <a:t>h</a:t>
            </a:r>
            <a:r>
              <a:rPr lang="de-DE" dirty="0"/>
              <a:t>i</a:t>
            </a:r>
            <a:r>
              <a:rPr lang="x-none" dirty="0"/>
              <a:t>n</a:t>
            </a:r>
            <a:r>
              <a:rPr lang="de-DE" dirty="0"/>
              <a:t>e</a:t>
            </a:r>
            <a:r>
              <a:rPr lang="x-none" dirty="0"/>
              <a:t>s </a:t>
            </a:r>
            <a:r>
              <a:rPr lang="de-DE" dirty="0"/>
              <a:t>t</a:t>
            </a:r>
            <a:r>
              <a:rPr lang="x-none" dirty="0"/>
              <a:t>h</a:t>
            </a:r>
            <a:r>
              <a:rPr lang="de-DE" dirty="0"/>
              <a:t>a</a:t>
            </a:r>
            <a:r>
              <a:rPr lang="x-none" dirty="0"/>
              <a:t>t </a:t>
            </a:r>
            <a:r>
              <a:rPr lang="de-DE" dirty="0"/>
              <a:t>m</a:t>
            </a:r>
            <a:r>
              <a:rPr lang="x-none" dirty="0" err="1"/>
              <a:t>imic</a:t>
            </a:r>
            <a:r>
              <a:rPr lang="x-none" dirty="0"/>
              <a:t> “cog</a:t>
            </a:r>
            <a:r>
              <a:rPr lang="de-DE" dirty="0"/>
              <a:t>n</a:t>
            </a:r>
            <a:r>
              <a:rPr lang="x-none" dirty="0" err="1"/>
              <a:t>i</a:t>
            </a:r>
            <a:r>
              <a:rPr lang="de-DE" dirty="0"/>
              <a:t>t</a:t>
            </a:r>
            <a:r>
              <a:rPr lang="x-none" dirty="0" err="1"/>
              <a:t>i</a:t>
            </a:r>
            <a:r>
              <a:rPr lang="de-DE" dirty="0"/>
              <a:t>v</a:t>
            </a:r>
            <a:r>
              <a:rPr lang="x-none" dirty="0"/>
              <a:t>e”</a:t>
            </a:r>
            <a:r>
              <a:rPr lang="de-DE" dirty="0"/>
              <a:t>f</a:t>
            </a:r>
            <a:r>
              <a:rPr lang="x-none" dirty="0"/>
              <a:t>u</a:t>
            </a:r>
            <a:r>
              <a:rPr lang="de-DE" dirty="0"/>
              <a:t>n</a:t>
            </a:r>
            <a:r>
              <a:rPr lang="x-none" dirty="0"/>
              <a:t>c</a:t>
            </a:r>
            <a:r>
              <a:rPr lang="de-DE" dirty="0"/>
              <a:t>t</a:t>
            </a:r>
            <a:r>
              <a:rPr lang="x-none" dirty="0" err="1"/>
              <a:t>i</a:t>
            </a:r>
            <a:r>
              <a:rPr lang="de-DE" dirty="0"/>
              <a:t>o</a:t>
            </a:r>
            <a:r>
              <a:rPr lang="x-none" dirty="0"/>
              <a:t>n</a:t>
            </a:r>
            <a:r>
              <a:rPr lang="de-DE" dirty="0"/>
              <a:t>s</a:t>
            </a:r>
            <a:r>
              <a:rPr lang="x-none" dirty="0"/>
              <a:t> </a:t>
            </a:r>
            <a:r>
              <a:rPr lang="de-DE" dirty="0"/>
              <a:t>t</a:t>
            </a:r>
            <a:r>
              <a:rPr lang="x-none" dirty="0"/>
              <a:t>h</a:t>
            </a:r>
            <a:r>
              <a:rPr lang="de-DE" dirty="0"/>
              <a:t>a</a:t>
            </a:r>
            <a:r>
              <a:rPr lang="x-none" dirty="0"/>
              <a:t>t </a:t>
            </a:r>
            <a:r>
              <a:rPr lang="de-DE" dirty="0"/>
              <a:t>h</a:t>
            </a:r>
            <a:r>
              <a:rPr lang="x-none" dirty="0"/>
              <a:t>u</a:t>
            </a:r>
            <a:r>
              <a:rPr lang="de-DE" dirty="0"/>
              <a:t>m</a:t>
            </a:r>
            <a:r>
              <a:rPr lang="x-none" dirty="0"/>
              <a:t>a</a:t>
            </a:r>
            <a:r>
              <a:rPr lang="de-DE" dirty="0"/>
              <a:t>n</a:t>
            </a:r>
            <a:r>
              <a:rPr lang="x-none" dirty="0"/>
              <a:t>s </a:t>
            </a:r>
            <a:r>
              <a:rPr lang="de-DE" dirty="0"/>
              <a:t>a</a:t>
            </a:r>
            <a:r>
              <a:rPr lang="x-none" dirty="0"/>
              <a:t>s</a:t>
            </a:r>
            <a:r>
              <a:rPr lang="de-DE" dirty="0" err="1"/>
              <a:t>soc</a:t>
            </a:r>
            <a:r>
              <a:rPr lang="x-none" dirty="0" err="1"/>
              <a:t>i</a:t>
            </a:r>
            <a:r>
              <a:rPr lang="de-DE" dirty="0"/>
              <a:t>a</a:t>
            </a:r>
            <a:r>
              <a:rPr lang="x-none" dirty="0"/>
              <a:t>t</a:t>
            </a:r>
            <a:r>
              <a:rPr lang="de-DE" dirty="0"/>
              <a:t>e</a:t>
            </a:r>
            <a:r>
              <a:rPr lang="x-none" dirty="0"/>
              <a:t> </a:t>
            </a:r>
            <a:r>
              <a:rPr lang="de-DE" dirty="0"/>
              <a:t>w</a:t>
            </a:r>
            <a:r>
              <a:rPr lang="x-none" dirty="0" err="1"/>
              <a:t>i</a:t>
            </a:r>
            <a:r>
              <a:rPr lang="de-DE" dirty="0"/>
              <a:t>t</a:t>
            </a:r>
            <a:r>
              <a:rPr lang="x-none" dirty="0"/>
              <a:t>h </a:t>
            </a:r>
            <a:r>
              <a:rPr lang="de-DE" dirty="0"/>
              <a:t>t</a:t>
            </a:r>
            <a:r>
              <a:rPr lang="x-none" dirty="0"/>
              <a:t>h</a:t>
            </a:r>
            <a:r>
              <a:rPr lang="de-DE" dirty="0"/>
              <a:t>e</a:t>
            </a:r>
            <a:r>
              <a:rPr lang="x-none" dirty="0"/>
              <a:t> </a:t>
            </a:r>
            <a:r>
              <a:rPr lang="de-DE" dirty="0"/>
              <a:t>h</a:t>
            </a:r>
            <a:r>
              <a:rPr lang="x-none" dirty="0"/>
              <a:t>u</a:t>
            </a:r>
            <a:r>
              <a:rPr lang="de-DE" dirty="0"/>
              <a:t>m</a:t>
            </a:r>
            <a:r>
              <a:rPr lang="x-none" dirty="0"/>
              <a:t>a</a:t>
            </a:r>
            <a:r>
              <a:rPr lang="de-DE" dirty="0"/>
              <a:t>n</a:t>
            </a:r>
            <a:r>
              <a:rPr lang="x-none" dirty="0"/>
              <a:t> </a:t>
            </a:r>
            <a:r>
              <a:rPr lang="de-DE" dirty="0"/>
              <a:t>m</a:t>
            </a:r>
            <a:r>
              <a:rPr lang="x-none" dirty="0" err="1"/>
              <a:t>i</a:t>
            </a:r>
            <a:r>
              <a:rPr lang="de-DE" dirty="0"/>
              <a:t>n</a:t>
            </a:r>
            <a:r>
              <a:rPr lang="x-none" dirty="0"/>
              <a:t>d. </a:t>
            </a:r>
          </a:p>
          <a:p>
            <a:endParaRPr lang="x-none" dirty="0"/>
          </a:p>
        </p:txBody>
      </p:sp>
      <p:sp>
        <p:nvSpPr>
          <p:cNvPr id="4" name="Tijdelijke aanduiding voor dianummer 3"/>
          <p:cNvSpPr>
            <a:spLocks noGrp="1"/>
          </p:cNvSpPr>
          <p:nvPr>
            <p:ph type="sldNum" sz="quarter" idx="5"/>
          </p:nvPr>
        </p:nvSpPr>
        <p:spPr/>
        <p:txBody>
          <a:bodyPr/>
          <a:lstStyle/>
          <a:p>
            <a:fld id="{0A466BA4-A647-4224-B5C3-D74553169B5B}" type="slidenum">
              <a:rPr lang="x-none" smtClean="0"/>
              <a:t>16</a:t>
            </a:fld>
            <a:endParaRPr lang="x-none"/>
          </a:p>
        </p:txBody>
      </p:sp>
    </p:spTree>
    <p:extLst>
      <p:ext uri="{BB962C8B-B14F-4D97-AF65-F5344CB8AC3E}">
        <p14:creationId xmlns:p14="http://schemas.microsoft.com/office/powerpoint/2010/main" val="39811680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“Are there imaginable digital computers which would do well in </a:t>
            </a:r>
            <a:r>
              <a:rPr lang="en-US" i="1" dirty="0"/>
              <a:t>the imitation game</a:t>
            </a:r>
            <a:r>
              <a:rPr lang="en-US" dirty="0"/>
              <a:t>?”</a:t>
            </a:r>
          </a:p>
          <a:p>
            <a:endParaRPr lang="x-none" dirty="0"/>
          </a:p>
          <a:p>
            <a:r>
              <a:rPr lang="en-US" dirty="0"/>
              <a:t>Here is the Turing test, a famous though experiment. Rather than asking for a definition of intelligence, which we are unlikely to achieve anytime soon, it proposes to work from the way we prescribe intelligence to the only systems we currently know that are capable of exhibiting it: other people.</a:t>
            </a:r>
          </a:p>
          <a:p>
            <a:r>
              <a:rPr lang="en-US" dirty="0"/>
              <a:t>While we can sense our own intelligence, we can only </a:t>
            </a:r>
            <a:r>
              <a:rPr lang="en-US" i="1" dirty="0"/>
              <a:t>infer</a:t>
            </a:r>
            <a:r>
              <a:rPr lang="en-US" dirty="0"/>
              <a:t> the intelligence of other people. If we are being entirely skeptical we may well doubt that other people have possess consciousness. Perhaps they are simply “philosophical” zombies, perfectly faking their responses.  We don’t usually worry about this and are happy to assume that they have intelligence.</a:t>
            </a:r>
          </a:p>
          <a:p>
            <a:r>
              <a:rPr lang="en-US" dirty="0"/>
              <a:t>By that rationale, we should be equally happy to assume that a machine has intelligence, if we cannot tell its responses apart from a human being. This is what the </a:t>
            </a:r>
            <a:r>
              <a:rPr lang="en-US" dirty="0" err="1"/>
              <a:t>turing</a:t>
            </a:r>
            <a:r>
              <a:rPr lang="en-US" dirty="0"/>
              <a:t> test specifies: an interrogator talks to a human being and a machine, both sealed in separate rooms, through a chat interface. If the interrogator cannot tell human from machine, it has no basis to say that the machine cannot think. </a:t>
            </a:r>
          </a:p>
          <a:p>
            <a:endParaRPr lang="en-US" dirty="0"/>
          </a:p>
          <a:p>
            <a:r>
              <a:rPr lang="en-US" dirty="0"/>
              <a:t>If you’re interested in this sort of stuff, I recommend reading the original paper. It’s pretty easy to digest: </a:t>
            </a:r>
            <a:r>
              <a:rPr lang="en-US" u="sng" dirty="0">
                <a:hlinkClick r:id="rId3"/>
              </a:rPr>
              <a:t>https://www.csee.umbc.edu/courses/471/papers/turing.pdf</a:t>
            </a:r>
          </a:p>
          <a:p>
            <a:endParaRPr lang="x-none" dirty="0"/>
          </a:p>
        </p:txBody>
      </p:sp>
      <p:sp>
        <p:nvSpPr>
          <p:cNvPr id="4" name="Tijdelijke aanduiding voor dianummer 3"/>
          <p:cNvSpPr>
            <a:spLocks noGrp="1"/>
          </p:cNvSpPr>
          <p:nvPr>
            <p:ph type="sldNum" sz="quarter" idx="5"/>
          </p:nvPr>
        </p:nvSpPr>
        <p:spPr/>
        <p:txBody>
          <a:bodyPr/>
          <a:lstStyle/>
          <a:p>
            <a:fld id="{0A466BA4-A647-4224-B5C3-D74553169B5B}" type="slidenum">
              <a:rPr lang="x-none" smtClean="0"/>
              <a:t>18</a:t>
            </a:fld>
            <a:endParaRPr lang="x-none"/>
          </a:p>
        </p:txBody>
      </p:sp>
    </p:spTree>
    <p:extLst>
      <p:ext uri="{BB962C8B-B14F-4D97-AF65-F5344CB8AC3E}">
        <p14:creationId xmlns:p14="http://schemas.microsoft.com/office/powerpoint/2010/main" val="18646182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x-none" dirty="0"/>
              <a:t>Task</a:t>
            </a:r>
            <a:r>
              <a:rPr lang="de-DE" dirty="0"/>
              <a:t>s</a:t>
            </a:r>
            <a:r>
              <a:rPr lang="x-none" dirty="0"/>
              <a:t> </a:t>
            </a:r>
            <a:r>
              <a:rPr lang="de-DE" dirty="0"/>
              <a:t>t</a:t>
            </a:r>
            <a:r>
              <a:rPr lang="x-none" dirty="0"/>
              <a:t>h</a:t>
            </a:r>
            <a:r>
              <a:rPr lang="de-DE" dirty="0"/>
              <a:t>a</a:t>
            </a:r>
            <a:r>
              <a:rPr lang="x-none" dirty="0"/>
              <a:t>t </a:t>
            </a:r>
            <a:r>
              <a:rPr lang="de-DE" dirty="0"/>
              <a:t>a</a:t>
            </a:r>
            <a:r>
              <a:rPr lang="x-none" dirty="0"/>
              <a:t>r</a:t>
            </a:r>
            <a:r>
              <a:rPr lang="de-DE" dirty="0"/>
              <a:t>e</a:t>
            </a:r>
            <a:r>
              <a:rPr lang="x-none" dirty="0"/>
              <a:t> </a:t>
            </a:r>
            <a:r>
              <a:rPr lang="de-DE" dirty="0"/>
              <a:t>s</a:t>
            </a:r>
            <a:r>
              <a:rPr lang="x-none" dirty="0"/>
              <a:t>o</a:t>
            </a:r>
            <a:r>
              <a:rPr lang="de-DE" dirty="0"/>
              <a:t>l</a:t>
            </a:r>
            <a:r>
              <a:rPr lang="x-none" dirty="0"/>
              <a:t>v</a:t>
            </a:r>
            <a:r>
              <a:rPr lang="de-DE" dirty="0"/>
              <a:t>e</a:t>
            </a:r>
            <a:r>
              <a:rPr lang="x-none" dirty="0"/>
              <a:t>d </a:t>
            </a:r>
            <a:r>
              <a:rPr lang="de-DE" dirty="0"/>
              <a:t>b</a:t>
            </a:r>
            <a:r>
              <a:rPr lang="x-none" dirty="0"/>
              <a:t>y </a:t>
            </a:r>
            <a:r>
              <a:rPr lang="de-DE" dirty="0"/>
              <a:t>A</a:t>
            </a:r>
            <a:r>
              <a:rPr lang="x-none" dirty="0"/>
              <a:t>I are </a:t>
            </a:r>
            <a:r>
              <a:rPr lang="x-none" dirty="0" err="1"/>
              <a:t>ofte</a:t>
            </a:r>
            <a:r>
              <a:rPr lang="de-DE" dirty="0"/>
              <a:t>n</a:t>
            </a:r>
            <a:r>
              <a:rPr lang="x-none" dirty="0"/>
              <a:t> removed from the definition: </a:t>
            </a:r>
          </a:p>
          <a:p>
            <a:endParaRPr lang="x-none" dirty="0"/>
          </a:p>
          <a:p>
            <a:r>
              <a:rPr lang="x-none" dirty="0"/>
              <a:t>Optical character recognition </a:t>
            </a:r>
          </a:p>
          <a:p>
            <a:r>
              <a:rPr lang="de-DE" dirty="0"/>
              <a:t>S</a:t>
            </a:r>
            <a:r>
              <a:rPr lang="x-none" dirty="0"/>
              <a:t>pe</a:t>
            </a:r>
            <a:r>
              <a:rPr lang="de-DE" dirty="0"/>
              <a:t>e</a:t>
            </a:r>
            <a:r>
              <a:rPr lang="x-none" dirty="0" err="1"/>
              <a:t>ch</a:t>
            </a:r>
            <a:r>
              <a:rPr lang="x-none" dirty="0"/>
              <a:t> recognition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Automated Assistants</a:t>
            </a:r>
            <a:r>
              <a:rPr lang="x-none" dirty="0"/>
              <a:t> (</a:t>
            </a:r>
            <a:r>
              <a:rPr lang="de-DE" dirty="0"/>
              <a:t>S</a:t>
            </a:r>
            <a:r>
              <a:rPr lang="x-none" dirty="0" err="1"/>
              <a:t>iri</a:t>
            </a:r>
            <a:r>
              <a:rPr lang="x-none" dirty="0"/>
              <a:t>, </a:t>
            </a:r>
            <a:r>
              <a:rPr lang="de-DE" dirty="0"/>
              <a:t>A</a:t>
            </a:r>
            <a:r>
              <a:rPr lang="x-none" dirty="0"/>
              <a:t>l</a:t>
            </a:r>
            <a:r>
              <a:rPr lang="de-DE" dirty="0"/>
              <a:t>e</a:t>
            </a:r>
            <a:r>
              <a:rPr lang="x-none" dirty="0"/>
              <a:t>x</a:t>
            </a:r>
            <a:r>
              <a:rPr lang="de-DE" dirty="0"/>
              <a:t>a</a:t>
            </a:r>
            <a:r>
              <a:rPr lang="x-none" dirty="0"/>
              <a:t>) </a:t>
            </a:r>
            <a:endParaRPr lang="en-US" dirty="0"/>
          </a:p>
          <a:p>
            <a:r>
              <a:rPr lang="x-none" dirty="0"/>
              <a:t>Auto</a:t>
            </a:r>
            <a:r>
              <a:rPr lang="de-DE" dirty="0"/>
              <a:t>n</a:t>
            </a:r>
            <a:r>
              <a:rPr lang="x-none" dirty="0"/>
              <a:t>o</a:t>
            </a:r>
            <a:r>
              <a:rPr lang="de-DE" dirty="0"/>
              <a:t>m</a:t>
            </a:r>
            <a:r>
              <a:rPr lang="x-none" dirty="0" err="1"/>
              <a:t>ous</a:t>
            </a:r>
            <a:r>
              <a:rPr lang="x-none" dirty="0"/>
              <a:t> driving </a:t>
            </a:r>
            <a:r>
              <a:rPr lang="en-US" dirty="0"/>
              <a:t>Checkers</a:t>
            </a:r>
          </a:p>
          <a:p>
            <a:r>
              <a:rPr lang="en-US" dirty="0"/>
              <a:t>Chess</a:t>
            </a:r>
          </a:p>
          <a:p>
            <a:r>
              <a:rPr lang="en-US" dirty="0"/>
              <a:t>Go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Question Answering</a:t>
            </a:r>
          </a:p>
          <a:p>
            <a:endParaRPr lang="x-none" dirty="0"/>
          </a:p>
        </p:txBody>
      </p:sp>
      <p:sp>
        <p:nvSpPr>
          <p:cNvPr id="4" name="Tijdelijke aanduiding voor dianummer 3"/>
          <p:cNvSpPr>
            <a:spLocks noGrp="1"/>
          </p:cNvSpPr>
          <p:nvPr>
            <p:ph type="sldNum" sz="quarter" idx="5"/>
          </p:nvPr>
        </p:nvSpPr>
        <p:spPr/>
        <p:txBody>
          <a:bodyPr/>
          <a:lstStyle/>
          <a:p>
            <a:fld id="{0A466BA4-A647-4224-B5C3-D74553169B5B}" type="slidenum">
              <a:rPr lang="x-none" smtClean="0"/>
              <a:t>21</a:t>
            </a:fld>
            <a:endParaRPr lang="x-none"/>
          </a:p>
        </p:txBody>
      </p:sp>
    </p:spTree>
    <p:extLst>
      <p:ext uri="{BB962C8B-B14F-4D97-AF65-F5344CB8AC3E}">
        <p14:creationId xmlns:p14="http://schemas.microsoft.com/office/powerpoint/2010/main" val="20539091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 name="Shape 132"/>
          <p:cNvSpPr>
            <a:spLocks noGrp="1" noRot="1" noChangeAspect="1"/>
          </p:cNvSpPr>
          <p:nvPr>
            <p:ph type="sldImg"/>
          </p:nvPr>
        </p:nvSpPr>
        <p:spPr>
          <a:prstGeom prst="rect">
            <a:avLst/>
          </a:prstGeom>
        </p:spPr>
        <p:txBody>
          <a:bodyPr/>
          <a:lstStyle/>
          <a:p>
            <a:endParaRPr/>
          </a:p>
        </p:txBody>
      </p:sp>
      <p:sp>
        <p:nvSpPr>
          <p:cNvPr id="133" name="Shape 133"/>
          <p:cNvSpPr>
            <a:spLocks noGrp="1"/>
          </p:cNvSpPr>
          <p:nvPr>
            <p:ph type="body" sz="quarter" idx="1"/>
          </p:nvPr>
        </p:nvSpPr>
        <p:spPr>
          <a:prstGeom prst="rect">
            <a:avLst/>
          </a:prstGeom>
        </p:spPr>
        <p:txBody>
          <a:bodyPr/>
          <a:lstStyle/>
          <a:p>
            <a:r>
              <a:rPr dirty="0"/>
              <a:t>The simplest claim in response to the question “can machines think” is that of weak AI: in specific domains machines can outperform humans. Nowadays, there is plenty of evidence that this is true. There are, however enough areas left, where we have no idea how to build a machine that does what we can do.</a:t>
            </a:r>
          </a:p>
        </p:txBody>
      </p:sp>
    </p:spTree>
    <p:extLst>
      <p:ext uri="{BB962C8B-B14F-4D97-AF65-F5344CB8AC3E}">
        <p14:creationId xmlns:p14="http://schemas.microsoft.com/office/powerpoint/2010/main" val="28184234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Shape 194"/>
          <p:cNvSpPr>
            <a:spLocks noGrp="1" noRot="1" noChangeAspect="1"/>
          </p:cNvSpPr>
          <p:nvPr>
            <p:ph type="sldImg"/>
          </p:nvPr>
        </p:nvSpPr>
        <p:spPr>
          <a:prstGeom prst="rect">
            <a:avLst/>
          </a:prstGeom>
        </p:spPr>
        <p:txBody>
          <a:bodyPr/>
          <a:lstStyle/>
          <a:p>
            <a:endParaRPr/>
          </a:p>
        </p:txBody>
      </p:sp>
      <p:sp>
        <p:nvSpPr>
          <p:cNvPr id="195" name="Shape 195"/>
          <p:cNvSpPr>
            <a:spLocks noGrp="1"/>
          </p:cNvSpPr>
          <p:nvPr>
            <p:ph type="body" sz="quarter" idx="1"/>
          </p:nvPr>
        </p:nvSpPr>
        <p:spPr>
          <a:prstGeom prst="rect">
            <a:avLst/>
          </a:prstGeom>
        </p:spPr>
        <p:txBody>
          <a:bodyPr/>
          <a:lstStyle/>
          <a:p>
            <a:r>
              <a:t>Here is a little picture of the rate of progress of human invention. Hafting basically means working stone tools into axes, arrows and spears. The examples are very selective (and it should be noted that between stone tools and agriculture we actually changed species and genus (from australopithecus afarensis to homo sapiens). Nevertheless, it’s striking that within one generation we went from the invention of powered flight to landing on the moon, amor from the first computer to the internet, yet it took us two million years to work out that we could tie a rock to a stick.</a:t>
            </a:r>
          </a:p>
          <a:p>
            <a:r>
              <a:t>On the left is a more recent example: Moore’s law, which suggests that the number of transistors on a single CPU double every 18 months. More broadly the number of calculations you can per second for 1000$ has similarly increased exponentially from one million seconds per calculation in 1900 (by mechanical means) to about a billion per second.</a:t>
            </a:r>
          </a:p>
          <a:p>
            <a:r>
              <a:t>No exponential increase can continue indefinitely. Where will this end? Will we see major technological breakthroughs on a daily basis? On an hourly basis? Or will this rate of increase culminate in some event? Von Neumann, a mathematician working in the 1950s coins the phrase</a:t>
            </a:r>
            <a:r>
              <a:rPr b="1"/>
              <a:t> the singularity</a:t>
            </a:r>
            <a:r>
              <a:t>. For the event, whatever it is, that means the end of our exponential rate of progress.</a:t>
            </a:r>
          </a:p>
          <a:p>
            <a:pPr marL="172861" indent="-172861">
              <a:buSzPct val="75000"/>
              <a:buChar char="•"/>
            </a:pPr>
            <a:r>
              <a:t>image source: By Courtesy of Ray Kurzweil and Kurzweil Technologies, Inc. - en:Image:PPTMooresLawai.jpg, CC BY 1.0, </a:t>
            </a:r>
            <a:r>
              <a:rPr u="sng">
                <a:hlinkClick r:id="rId3"/>
              </a:rPr>
              <a:t>https://commons.wikimedia.org/w/index.php?curid=1273707</a:t>
            </a:r>
          </a:p>
        </p:txBody>
      </p:sp>
    </p:spTree>
    <p:extLst>
      <p:ext uri="{BB962C8B-B14F-4D97-AF65-F5344CB8AC3E}">
        <p14:creationId xmlns:p14="http://schemas.microsoft.com/office/powerpoint/2010/main" val="6876466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 name="Shape 201"/>
          <p:cNvSpPr>
            <a:spLocks noGrp="1" noRot="1" noChangeAspect="1"/>
          </p:cNvSpPr>
          <p:nvPr>
            <p:ph type="sldImg"/>
          </p:nvPr>
        </p:nvSpPr>
        <p:spPr>
          <a:prstGeom prst="rect">
            <a:avLst/>
          </a:prstGeom>
        </p:spPr>
        <p:txBody>
          <a:bodyPr/>
          <a:lstStyle/>
          <a:p>
            <a:endParaRPr/>
          </a:p>
        </p:txBody>
      </p:sp>
      <p:sp>
        <p:nvSpPr>
          <p:cNvPr id="202" name="Shape 202"/>
          <p:cNvSpPr>
            <a:spLocks noGrp="1"/>
          </p:cNvSpPr>
          <p:nvPr>
            <p:ph type="body" sz="quarter" idx="1"/>
          </p:nvPr>
        </p:nvSpPr>
        <p:spPr>
          <a:prstGeom prst="rect">
            <a:avLst/>
          </a:prstGeom>
        </p:spPr>
        <p:txBody>
          <a:bodyPr/>
          <a:lstStyle/>
          <a:p>
            <a:r>
              <a:t>Some people (futurists rather than scientists) proclaim that the moment the bubble will burst, the </a:t>
            </a:r>
            <a:r>
              <a:rPr i="1"/>
              <a:t>singularity</a:t>
            </a:r>
            <a:r>
              <a:t>, will occur when we build an AI that is not necessarily Strong, but</a:t>
            </a:r>
            <a:r>
              <a:rPr i="1"/>
              <a:t> better at building AIs</a:t>
            </a:r>
            <a:r>
              <a:t> than us. Essentially, we AI researchers are perpetually putting people out of a job, and the last people we put out of a job will be ourselves. The predictions for exactly what will happen range very widely. Some say we will be killed by our AIs, some say we will be uploaded into the clouded, merging with our machine children and some say we will be kept alive and cared for, but we will become entirely irrelevant.</a:t>
            </a:r>
          </a:p>
          <a:p>
            <a:r>
              <a:t>It’s a difficult question to discuss in concrete terms, but more and more people are taking the threat seriously, and the questions are starting to become more concrete.</a:t>
            </a:r>
          </a:p>
          <a:p>
            <a:r>
              <a:t>Further reading:</a:t>
            </a:r>
          </a:p>
          <a:p>
            <a:r>
              <a:rPr u="sng">
                <a:hlinkClick r:id="rId3"/>
              </a:rPr>
              <a:t>http://www.bbc.com/news/technology-30290540</a:t>
            </a:r>
          </a:p>
          <a:p>
            <a:r>
              <a:rPr u="sng">
                <a:hlinkClick r:id="rId4"/>
              </a:rPr>
              <a:t>http://www.theverge.com/2016/6/2/11837566/elon-musk-one-ai-company-that-worries-me</a:t>
            </a:r>
          </a:p>
          <a:p>
            <a:r>
              <a:rPr u="sng">
                <a:hlinkClick r:id="" action="ppaction://noaction"/>
              </a:rPr>
              <a:t>http://www.theverge.com/2015/12/11/9910742/elon-musk-openai-sam-altman-y-combinator-machine-learning</a:t>
            </a:r>
          </a:p>
          <a:p>
            <a:endParaRPr u="sng">
              <a:hlinkClick r:id="" action="ppaction://noaction"/>
            </a:endParaRPr>
          </a:p>
          <a:p>
            <a:endParaRPr u="sng">
              <a:hlinkClick r:id="" action="ppaction://noaction"/>
            </a:endParaRPr>
          </a:p>
          <a:p>
            <a:endParaRPr u="sng">
              <a:hlinkClick r:id="" action="ppaction://noaction"/>
            </a:endParaRPr>
          </a:p>
        </p:txBody>
      </p:sp>
    </p:spTree>
    <p:extLst>
      <p:ext uri="{BB962C8B-B14F-4D97-AF65-F5344CB8AC3E}">
        <p14:creationId xmlns:p14="http://schemas.microsoft.com/office/powerpoint/2010/main" val="13525574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Shape 207"/>
          <p:cNvSpPr>
            <a:spLocks noGrp="1" noRot="1" noChangeAspect="1"/>
          </p:cNvSpPr>
          <p:nvPr>
            <p:ph type="sldImg"/>
          </p:nvPr>
        </p:nvSpPr>
        <p:spPr>
          <a:prstGeom prst="rect">
            <a:avLst/>
          </a:prstGeom>
        </p:spPr>
        <p:txBody>
          <a:bodyPr/>
          <a:lstStyle/>
          <a:p>
            <a:endParaRPr/>
          </a:p>
        </p:txBody>
      </p:sp>
      <p:sp>
        <p:nvSpPr>
          <p:cNvPr id="208" name="Shape 208"/>
          <p:cNvSpPr>
            <a:spLocks noGrp="1"/>
          </p:cNvSpPr>
          <p:nvPr>
            <p:ph type="body" sz="quarter" idx="1"/>
          </p:nvPr>
        </p:nvSpPr>
        <p:spPr>
          <a:prstGeom prst="rect">
            <a:avLst/>
          </a:prstGeom>
        </p:spPr>
        <p:txBody>
          <a:bodyPr/>
          <a:lstStyle/>
          <a:p>
            <a:r>
              <a:t>Interpretable AI is another level above strong AI. Imagine that we faced a skeptic of String AI and we provided him with the brain-simulation argument. His reply is: sure you could simulate a brain neuron for neuron (at least in principle), and I agree it would behave as intelligently as a human being. But I doubt that you could write a computer program that would simplify intelligence for us. Could you write a Strong AI  in a way that you could understand? In a way that would allow us to comprehend where intelligence come from and to find the line between a simple combination of components and a fully fledged intelligence with an internal life as rich as our own?</a:t>
            </a:r>
          </a:p>
        </p:txBody>
      </p:sp>
    </p:spTree>
    <p:extLst>
      <p:ext uri="{BB962C8B-B14F-4D97-AF65-F5344CB8AC3E}">
        <p14:creationId xmlns:p14="http://schemas.microsoft.com/office/powerpoint/2010/main" val="2886030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de-DE" dirty="0"/>
              <a:t>S</a:t>
            </a:r>
            <a:r>
              <a:rPr lang="x-none" dirty="0"/>
              <a:t>h</a:t>
            </a:r>
            <a:r>
              <a:rPr lang="de-DE" dirty="0"/>
              <a:t>o</a:t>
            </a:r>
            <a:r>
              <a:rPr lang="x-none" dirty="0"/>
              <a:t>w </a:t>
            </a:r>
            <a:r>
              <a:rPr lang="de-DE" dirty="0"/>
              <a:t>T</a:t>
            </a:r>
            <a:r>
              <a:rPr lang="x-none" dirty="0"/>
              <a:t>r</a:t>
            </a:r>
            <a:r>
              <a:rPr lang="de-DE" dirty="0"/>
              <a:t>u</a:t>
            </a:r>
            <a:r>
              <a:rPr lang="x-none" dirty="0"/>
              <a:t>t</a:t>
            </a:r>
            <a:r>
              <a:rPr lang="de-DE" dirty="0"/>
              <a:t>h</a:t>
            </a:r>
            <a:r>
              <a:rPr lang="x-none" dirty="0"/>
              <a:t> </a:t>
            </a:r>
            <a:r>
              <a:rPr lang="de-DE" dirty="0"/>
              <a:t>T</a:t>
            </a:r>
            <a:r>
              <a:rPr lang="x-none" dirty="0"/>
              <a:t>a</a:t>
            </a:r>
            <a:r>
              <a:rPr lang="de-DE" dirty="0"/>
              <a:t>b</a:t>
            </a:r>
            <a:r>
              <a:rPr lang="x-none" dirty="0"/>
              <a:t>l</a:t>
            </a:r>
            <a:r>
              <a:rPr lang="de-DE" dirty="0"/>
              <a:t>e</a:t>
            </a:r>
            <a:r>
              <a:rPr lang="x-none" dirty="0"/>
              <a:t>s </a:t>
            </a:r>
            <a:r>
              <a:rPr lang="de-DE" dirty="0"/>
              <a:t>c</a:t>
            </a:r>
            <a:r>
              <a:rPr lang="x-none" dirty="0"/>
              <a:t>o</a:t>
            </a:r>
            <a:r>
              <a:rPr lang="de-DE" dirty="0"/>
              <a:t>m</a:t>
            </a:r>
            <a:r>
              <a:rPr lang="x-none" dirty="0"/>
              <a:t>p</a:t>
            </a:r>
            <a:r>
              <a:rPr lang="de-DE" dirty="0"/>
              <a:t>l</a:t>
            </a:r>
            <a:r>
              <a:rPr lang="x-none" dirty="0"/>
              <a:t>e</a:t>
            </a:r>
            <a:r>
              <a:rPr lang="de-DE" dirty="0"/>
              <a:t>x</a:t>
            </a:r>
            <a:r>
              <a:rPr lang="x-none" dirty="0" err="1"/>
              <a:t>i</a:t>
            </a:r>
            <a:r>
              <a:rPr lang="de-DE" dirty="0"/>
              <a:t>t</a:t>
            </a:r>
            <a:r>
              <a:rPr lang="x-none" dirty="0"/>
              <a:t>y </a:t>
            </a:r>
          </a:p>
        </p:txBody>
      </p:sp>
      <p:sp>
        <p:nvSpPr>
          <p:cNvPr id="4" name="Tijdelijke aanduiding voor dianummer 3"/>
          <p:cNvSpPr>
            <a:spLocks noGrp="1"/>
          </p:cNvSpPr>
          <p:nvPr>
            <p:ph type="sldNum" sz="quarter" idx="5"/>
          </p:nvPr>
        </p:nvSpPr>
        <p:spPr/>
        <p:txBody>
          <a:bodyPr/>
          <a:lstStyle/>
          <a:p>
            <a:fld id="{0A466BA4-A647-4224-B5C3-D74553169B5B}" type="slidenum">
              <a:rPr lang="x-none" smtClean="0"/>
              <a:t>35</a:t>
            </a:fld>
            <a:endParaRPr lang="x-none"/>
          </a:p>
        </p:txBody>
      </p:sp>
    </p:spTree>
    <p:extLst>
      <p:ext uri="{BB962C8B-B14F-4D97-AF65-F5344CB8AC3E}">
        <p14:creationId xmlns:p14="http://schemas.microsoft.com/office/powerpoint/2010/main" val="27626128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dirty="0" err="1"/>
              <a:t>Related</a:t>
            </a:r>
            <a:r>
              <a:rPr lang="nl-NL" dirty="0"/>
              <a:t> </a:t>
            </a:r>
            <a:r>
              <a:rPr lang="nl-NL" dirty="0" err="1"/>
              <a:t>to</a:t>
            </a:r>
            <a:r>
              <a:rPr lang="nl-NL" dirty="0"/>
              <a:t> </a:t>
            </a:r>
            <a:r>
              <a:rPr lang="nl-NL" dirty="0" err="1"/>
              <a:t>Abductive</a:t>
            </a:r>
            <a:r>
              <a:rPr lang="nl-NL" dirty="0"/>
              <a:t> </a:t>
            </a:r>
            <a:r>
              <a:rPr lang="nl-NL" dirty="0" err="1"/>
              <a:t>reasoning</a:t>
            </a:r>
            <a:endParaRPr lang="nl-NL" dirty="0"/>
          </a:p>
          <a:p>
            <a:endParaRPr lang="nl-NL" dirty="0"/>
          </a:p>
          <a:p>
            <a:r>
              <a:rPr lang="nl-NL" dirty="0" err="1"/>
              <a:t>Applied</a:t>
            </a:r>
            <a:r>
              <a:rPr lang="nl-NL" dirty="0"/>
              <a:t> in Healthcare . Systems . </a:t>
            </a:r>
          </a:p>
          <a:p>
            <a:endParaRPr lang="nl-NL" dirty="0"/>
          </a:p>
        </p:txBody>
      </p:sp>
      <p:sp>
        <p:nvSpPr>
          <p:cNvPr id="4" name="Tijdelijke aanduiding voor dianummer 3"/>
          <p:cNvSpPr>
            <a:spLocks noGrp="1"/>
          </p:cNvSpPr>
          <p:nvPr>
            <p:ph type="sldNum" sz="quarter" idx="5"/>
          </p:nvPr>
        </p:nvSpPr>
        <p:spPr/>
        <p:txBody>
          <a:bodyPr/>
          <a:lstStyle/>
          <a:p>
            <a:fld id="{0A466BA4-A647-4224-B5C3-D74553169B5B}" type="slidenum">
              <a:rPr lang="x-none" smtClean="0"/>
              <a:t>39</a:t>
            </a:fld>
            <a:endParaRPr lang="x-none"/>
          </a:p>
        </p:txBody>
      </p:sp>
    </p:spTree>
    <p:extLst>
      <p:ext uri="{BB962C8B-B14F-4D97-AF65-F5344CB8AC3E}">
        <p14:creationId xmlns:p14="http://schemas.microsoft.com/office/powerpoint/2010/main" val="29328602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8AA9C8-43DF-48C9-AF39-877868478ADF}"/>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endParaRPr lang="x-none"/>
          </a:p>
        </p:txBody>
      </p:sp>
      <p:sp>
        <p:nvSpPr>
          <p:cNvPr id="3" name="Ondertitel 2">
            <a:extLst>
              <a:ext uri="{FF2B5EF4-FFF2-40B4-BE49-F238E27FC236}">
                <a16:creationId xmlns:a16="http://schemas.microsoft.com/office/drawing/2014/main" id="{E32B2921-C13C-46B5-8C4F-49443CB18C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endParaRPr lang="x-none"/>
          </a:p>
        </p:txBody>
      </p:sp>
      <p:sp>
        <p:nvSpPr>
          <p:cNvPr id="4" name="Tijdelijke aanduiding voor datum 3">
            <a:extLst>
              <a:ext uri="{FF2B5EF4-FFF2-40B4-BE49-F238E27FC236}">
                <a16:creationId xmlns:a16="http://schemas.microsoft.com/office/drawing/2014/main" id="{0A771136-040D-45CA-AB38-DA926801F4AD}"/>
              </a:ext>
            </a:extLst>
          </p:cNvPr>
          <p:cNvSpPr>
            <a:spLocks noGrp="1"/>
          </p:cNvSpPr>
          <p:nvPr>
            <p:ph type="dt" sz="half" idx="10"/>
          </p:nvPr>
        </p:nvSpPr>
        <p:spPr/>
        <p:txBody>
          <a:bodyPr/>
          <a:lstStyle/>
          <a:p>
            <a:fld id="{164025F6-C13D-4AAF-BAA5-30E1BD01C601}" type="datetimeFigureOut">
              <a:rPr lang="x-none" smtClean="0"/>
              <a:t>14/09/2021</a:t>
            </a:fld>
            <a:endParaRPr lang="x-none"/>
          </a:p>
        </p:txBody>
      </p:sp>
      <p:sp>
        <p:nvSpPr>
          <p:cNvPr id="5" name="Tijdelijke aanduiding voor voettekst 4">
            <a:extLst>
              <a:ext uri="{FF2B5EF4-FFF2-40B4-BE49-F238E27FC236}">
                <a16:creationId xmlns:a16="http://schemas.microsoft.com/office/drawing/2014/main" id="{6639B67E-573C-45AC-91B7-B0D1E8E51B24}"/>
              </a:ext>
            </a:extLst>
          </p:cNvPr>
          <p:cNvSpPr>
            <a:spLocks noGrp="1"/>
          </p:cNvSpPr>
          <p:nvPr>
            <p:ph type="ftr" sz="quarter" idx="11"/>
          </p:nvPr>
        </p:nvSpPr>
        <p:spPr/>
        <p:txBody>
          <a:bodyPr/>
          <a:lstStyle/>
          <a:p>
            <a:endParaRPr lang="x-none"/>
          </a:p>
        </p:txBody>
      </p:sp>
      <p:sp>
        <p:nvSpPr>
          <p:cNvPr id="6" name="Tijdelijke aanduiding voor dianummer 5">
            <a:extLst>
              <a:ext uri="{FF2B5EF4-FFF2-40B4-BE49-F238E27FC236}">
                <a16:creationId xmlns:a16="http://schemas.microsoft.com/office/drawing/2014/main" id="{871850DD-7307-4532-B0F6-2E53092A9B13}"/>
              </a:ext>
            </a:extLst>
          </p:cNvPr>
          <p:cNvSpPr>
            <a:spLocks noGrp="1"/>
          </p:cNvSpPr>
          <p:nvPr>
            <p:ph type="sldNum" sz="quarter" idx="12"/>
          </p:nvPr>
        </p:nvSpPr>
        <p:spPr/>
        <p:txBody>
          <a:bodyPr/>
          <a:lstStyle/>
          <a:p>
            <a:fld id="{21C74604-CC04-4123-B880-735538E47C4A}" type="slidenum">
              <a:rPr lang="x-none" smtClean="0"/>
              <a:t>‹#›</a:t>
            </a:fld>
            <a:endParaRPr lang="x-none"/>
          </a:p>
        </p:txBody>
      </p:sp>
    </p:spTree>
    <p:extLst>
      <p:ext uri="{BB962C8B-B14F-4D97-AF65-F5344CB8AC3E}">
        <p14:creationId xmlns:p14="http://schemas.microsoft.com/office/powerpoint/2010/main" val="997377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DE3847-15FD-4525-A4EB-3A960583AFB9}"/>
              </a:ext>
            </a:extLst>
          </p:cNvPr>
          <p:cNvSpPr>
            <a:spLocks noGrp="1"/>
          </p:cNvSpPr>
          <p:nvPr>
            <p:ph type="title"/>
          </p:nvPr>
        </p:nvSpPr>
        <p:spPr/>
        <p:txBody>
          <a:bodyPr/>
          <a:lstStyle/>
          <a:p>
            <a:r>
              <a:rPr lang="nl-NL"/>
              <a:t>Klik om stijl te bewerken</a:t>
            </a:r>
            <a:endParaRPr lang="x-none"/>
          </a:p>
        </p:txBody>
      </p:sp>
      <p:sp>
        <p:nvSpPr>
          <p:cNvPr id="3" name="Tijdelijke aanduiding voor inhoud 2">
            <a:extLst>
              <a:ext uri="{FF2B5EF4-FFF2-40B4-BE49-F238E27FC236}">
                <a16:creationId xmlns:a16="http://schemas.microsoft.com/office/drawing/2014/main" id="{9F0440C2-D224-41DB-BBB9-5C6852ACB3D8}"/>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x-none"/>
          </a:p>
        </p:txBody>
      </p:sp>
      <p:sp>
        <p:nvSpPr>
          <p:cNvPr id="4" name="Tijdelijke aanduiding voor datum 3">
            <a:extLst>
              <a:ext uri="{FF2B5EF4-FFF2-40B4-BE49-F238E27FC236}">
                <a16:creationId xmlns:a16="http://schemas.microsoft.com/office/drawing/2014/main" id="{EC8C7E82-9CF8-4C35-8C73-411ED026B796}"/>
              </a:ext>
            </a:extLst>
          </p:cNvPr>
          <p:cNvSpPr>
            <a:spLocks noGrp="1"/>
          </p:cNvSpPr>
          <p:nvPr>
            <p:ph type="dt" sz="half" idx="10"/>
          </p:nvPr>
        </p:nvSpPr>
        <p:spPr/>
        <p:txBody>
          <a:bodyPr/>
          <a:lstStyle/>
          <a:p>
            <a:fld id="{164025F6-C13D-4AAF-BAA5-30E1BD01C601}" type="datetimeFigureOut">
              <a:rPr lang="x-none" smtClean="0"/>
              <a:t>14/09/2021</a:t>
            </a:fld>
            <a:endParaRPr lang="x-none"/>
          </a:p>
        </p:txBody>
      </p:sp>
      <p:sp>
        <p:nvSpPr>
          <p:cNvPr id="5" name="Tijdelijke aanduiding voor voettekst 4">
            <a:extLst>
              <a:ext uri="{FF2B5EF4-FFF2-40B4-BE49-F238E27FC236}">
                <a16:creationId xmlns:a16="http://schemas.microsoft.com/office/drawing/2014/main" id="{D0FD11F7-7625-4B86-8531-2968A29762B1}"/>
              </a:ext>
            </a:extLst>
          </p:cNvPr>
          <p:cNvSpPr>
            <a:spLocks noGrp="1"/>
          </p:cNvSpPr>
          <p:nvPr>
            <p:ph type="ftr" sz="quarter" idx="11"/>
          </p:nvPr>
        </p:nvSpPr>
        <p:spPr/>
        <p:txBody>
          <a:bodyPr/>
          <a:lstStyle/>
          <a:p>
            <a:endParaRPr lang="x-none"/>
          </a:p>
        </p:txBody>
      </p:sp>
      <p:sp>
        <p:nvSpPr>
          <p:cNvPr id="6" name="Tijdelijke aanduiding voor dianummer 5">
            <a:extLst>
              <a:ext uri="{FF2B5EF4-FFF2-40B4-BE49-F238E27FC236}">
                <a16:creationId xmlns:a16="http://schemas.microsoft.com/office/drawing/2014/main" id="{39653724-64C2-4BDC-988A-B26DC4E6B16D}"/>
              </a:ext>
            </a:extLst>
          </p:cNvPr>
          <p:cNvSpPr>
            <a:spLocks noGrp="1"/>
          </p:cNvSpPr>
          <p:nvPr>
            <p:ph type="sldNum" sz="quarter" idx="12"/>
          </p:nvPr>
        </p:nvSpPr>
        <p:spPr/>
        <p:txBody>
          <a:bodyPr/>
          <a:lstStyle/>
          <a:p>
            <a:fld id="{21C74604-CC04-4123-B880-735538E47C4A}" type="slidenum">
              <a:rPr lang="x-none" smtClean="0"/>
              <a:t>‹#›</a:t>
            </a:fld>
            <a:endParaRPr lang="x-none"/>
          </a:p>
        </p:txBody>
      </p:sp>
    </p:spTree>
    <p:extLst>
      <p:ext uri="{BB962C8B-B14F-4D97-AF65-F5344CB8AC3E}">
        <p14:creationId xmlns:p14="http://schemas.microsoft.com/office/powerpoint/2010/main" val="4087207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D67D828-530D-4242-AD65-C8317EABCBF6}"/>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endParaRPr lang="x-none"/>
          </a:p>
        </p:txBody>
      </p:sp>
      <p:sp>
        <p:nvSpPr>
          <p:cNvPr id="3" name="Tijdelijke aanduiding voor tekst 2">
            <a:extLst>
              <a:ext uri="{FF2B5EF4-FFF2-40B4-BE49-F238E27FC236}">
                <a16:creationId xmlns:a16="http://schemas.microsoft.com/office/drawing/2014/main" id="{0C436B09-53CE-4741-BD23-5540154E63A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A38C2EDB-D723-4A0E-AB51-4DDCE6A9737E}"/>
              </a:ext>
            </a:extLst>
          </p:cNvPr>
          <p:cNvSpPr>
            <a:spLocks noGrp="1"/>
          </p:cNvSpPr>
          <p:nvPr>
            <p:ph type="dt" sz="half" idx="10"/>
          </p:nvPr>
        </p:nvSpPr>
        <p:spPr/>
        <p:txBody>
          <a:bodyPr/>
          <a:lstStyle/>
          <a:p>
            <a:fld id="{164025F6-C13D-4AAF-BAA5-30E1BD01C601}" type="datetimeFigureOut">
              <a:rPr lang="x-none" smtClean="0"/>
              <a:t>14/09/2021</a:t>
            </a:fld>
            <a:endParaRPr lang="x-none"/>
          </a:p>
        </p:txBody>
      </p:sp>
      <p:sp>
        <p:nvSpPr>
          <p:cNvPr id="5" name="Tijdelijke aanduiding voor voettekst 4">
            <a:extLst>
              <a:ext uri="{FF2B5EF4-FFF2-40B4-BE49-F238E27FC236}">
                <a16:creationId xmlns:a16="http://schemas.microsoft.com/office/drawing/2014/main" id="{8095F8F6-9A95-4686-871F-817CB23564B2}"/>
              </a:ext>
            </a:extLst>
          </p:cNvPr>
          <p:cNvSpPr>
            <a:spLocks noGrp="1"/>
          </p:cNvSpPr>
          <p:nvPr>
            <p:ph type="ftr" sz="quarter" idx="11"/>
          </p:nvPr>
        </p:nvSpPr>
        <p:spPr/>
        <p:txBody>
          <a:bodyPr/>
          <a:lstStyle/>
          <a:p>
            <a:endParaRPr lang="x-none"/>
          </a:p>
        </p:txBody>
      </p:sp>
      <p:sp>
        <p:nvSpPr>
          <p:cNvPr id="6" name="Tijdelijke aanduiding voor dianummer 5">
            <a:extLst>
              <a:ext uri="{FF2B5EF4-FFF2-40B4-BE49-F238E27FC236}">
                <a16:creationId xmlns:a16="http://schemas.microsoft.com/office/drawing/2014/main" id="{47BD6A9E-769D-4A4E-A93F-E310593DC447}"/>
              </a:ext>
            </a:extLst>
          </p:cNvPr>
          <p:cNvSpPr>
            <a:spLocks noGrp="1"/>
          </p:cNvSpPr>
          <p:nvPr>
            <p:ph type="sldNum" sz="quarter" idx="12"/>
          </p:nvPr>
        </p:nvSpPr>
        <p:spPr/>
        <p:txBody>
          <a:bodyPr/>
          <a:lstStyle/>
          <a:p>
            <a:fld id="{21C74604-CC04-4123-B880-735538E47C4A}" type="slidenum">
              <a:rPr lang="x-none" smtClean="0"/>
              <a:t>‹#›</a:t>
            </a:fld>
            <a:endParaRPr lang="x-none"/>
          </a:p>
        </p:txBody>
      </p:sp>
    </p:spTree>
    <p:extLst>
      <p:ext uri="{BB962C8B-B14F-4D97-AF65-F5344CB8AC3E}">
        <p14:creationId xmlns:p14="http://schemas.microsoft.com/office/powerpoint/2010/main" val="116119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5FA8FF-5513-4A6E-B549-E64ED8957784}"/>
              </a:ext>
            </a:extLst>
          </p:cNvPr>
          <p:cNvSpPr>
            <a:spLocks noGrp="1"/>
          </p:cNvSpPr>
          <p:nvPr>
            <p:ph type="title"/>
          </p:nvPr>
        </p:nvSpPr>
        <p:spPr/>
        <p:txBody>
          <a:bodyPr/>
          <a:lstStyle/>
          <a:p>
            <a:r>
              <a:rPr lang="nl-NL"/>
              <a:t>Klik om stijl te bewerken</a:t>
            </a:r>
            <a:endParaRPr lang="x-none"/>
          </a:p>
        </p:txBody>
      </p:sp>
      <p:sp>
        <p:nvSpPr>
          <p:cNvPr id="3" name="Tijdelijke aanduiding voor inhoud 2">
            <a:extLst>
              <a:ext uri="{FF2B5EF4-FFF2-40B4-BE49-F238E27FC236}">
                <a16:creationId xmlns:a16="http://schemas.microsoft.com/office/drawing/2014/main" id="{6293B0B6-8230-418C-8E53-26598823DFCC}"/>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x-none"/>
          </a:p>
        </p:txBody>
      </p:sp>
      <p:sp>
        <p:nvSpPr>
          <p:cNvPr id="4" name="Tijdelijke aanduiding voor inhoud 3">
            <a:extLst>
              <a:ext uri="{FF2B5EF4-FFF2-40B4-BE49-F238E27FC236}">
                <a16:creationId xmlns:a16="http://schemas.microsoft.com/office/drawing/2014/main" id="{0D003996-2C9F-404A-9238-C0B3FDB2E5E8}"/>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x-none"/>
          </a:p>
        </p:txBody>
      </p:sp>
      <p:sp>
        <p:nvSpPr>
          <p:cNvPr id="5" name="Tijdelijke aanduiding voor datum 4">
            <a:extLst>
              <a:ext uri="{FF2B5EF4-FFF2-40B4-BE49-F238E27FC236}">
                <a16:creationId xmlns:a16="http://schemas.microsoft.com/office/drawing/2014/main" id="{D7F768A5-BCF1-485A-BA17-42B8263D5610}"/>
              </a:ext>
            </a:extLst>
          </p:cNvPr>
          <p:cNvSpPr>
            <a:spLocks noGrp="1"/>
          </p:cNvSpPr>
          <p:nvPr>
            <p:ph type="dt" sz="half" idx="10"/>
          </p:nvPr>
        </p:nvSpPr>
        <p:spPr/>
        <p:txBody>
          <a:bodyPr/>
          <a:lstStyle/>
          <a:p>
            <a:fld id="{164025F6-C13D-4AAF-BAA5-30E1BD01C601}" type="datetimeFigureOut">
              <a:rPr lang="x-none" smtClean="0"/>
              <a:t>14/09/2021</a:t>
            </a:fld>
            <a:endParaRPr lang="x-none"/>
          </a:p>
        </p:txBody>
      </p:sp>
      <p:sp>
        <p:nvSpPr>
          <p:cNvPr id="6" name="Tijdelijke aanduiding voor voettekst 5">
            <a:extLst>
              <a:ext uri="{FF2B5EF4-FFF2-40B4-BE49-F238E27FC236}">
                <a16:creationId xmlns:a16="http://schemas.microsoft.com/office/drawing/2014/main" id="{773965E5-B3DB-407F-AC93-70E86AFD652B}"/>
              </a:ext>
            </a:extLst>
          </p:cNvPr>
          <p:cNvSpPr>
            <a:spLocks noGrp="1"/>
          </p:cNvSpPr>
          <p:nvPr>
            <p:ph type="ftr" sz="quarter" idx="11"/>
          </p:nvPr>
        </p:nvSpPr>
        <p:spPr/>
        <p:txBody>
          <a:bodyPr/>
          <a:lstStyle/>
          <a:p>
            <a:endParaRPr lang="x-none"/>
          </a:p>
        </p:txBody>
      </p:sp>
      <p:sp>
        <p:nvSpPr>
          <p:cNvPr id="7" name="Tijdelijke aanduiding voor dianummer 6">
            <a:extLst>
              <a:ext uri="{FF2B5EF4-FFF2-40B4-BE49-F238E27FC236}">
                <a16:creationId xmlns:a16="http://schemas.microsoft.com/office/drawing/2014/main" id="{A2890CD0-1540-4427-9BF1-77BDBC65A9F4}"/>
              </a:ext>
            </a:extLst>
          </p:cNvPr>
          <p:cNvSpPr>
            <a:spLocks noGrp="1"/>
          </p:cNvSpPr>
          <p:nvPr>
            <p:ph type="sldNum" sz="quarter" idx="12"/>
          </p:nvPr>
        </p:nvSpPr>
        <p:spPr/>
        <p:txBody>
          <a:bodyPr/>
          <a:lstStyle/>
          <a:p>
            <a:fld id="{21C74604-CC04-4123-B880-735538E47C4A}" type="slidenum">
              <a:rPr lang="x-none" smtClean="0"/>
              <a:t>‹#›</a:t>
            </a:fld>
            <a:endParaRPr lang="x-none"/>
          </a:p>
        </p:txBody>
      </p:sp>
    </p:spTree>
    <p:extLst>
      <p:ext uri="{BB962C8B-B14F-4D97-AF65-F5344CB8AC3E}">
        <p14:creationId xmlns:p14="http://schemas.microsoft.com/office/powerpoint/2010/main" val="37899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340AE1-6301-4C69-9BAF-06AF9D73A1EA}"/>
              </a:ext>
            </a:extLst>
          </p:cNvPr>
          <p:cNvSpPr>
            <a:spLocks noGrp="1"/>
          </p:cNvSpPr>
          <p:nvPr>
            <p:ph type="title"/>
          </p:nvPr>
        </p:nvSpPr>
        <p:spPr>
          <a:xfrm>
            <a:off x="839788" y="365125"/>
            <a:ext cx="10515600" cy="1325563"/>
          </a:xfrm>
        </p:spPr>
        <p:txBody>
          <a:bodyPr/>
          <a:lstStyle/>
          <a:p>
            <a:r>
              <a:rPr lang="nl-NL"/>
              <a:t>Klik om stijl te bewerken</a:t>
            </a:r>
            <a:endParaRPr lang="x-none"/>
          </a:p>
        </p:txBody>
      </p:sp>
      <p:sp>
        <p:nvSpPr>
          <p:cNvPr id="3" name="Tijdelijke aanduiding voor tekst 2">
            <a:extLst>
              <a:ext uri="{FF2B5EF4-FFF2-40B4-BE49-F238E27FC236}">
                <a16:creationId xmlns:a16="http://schemas.microsoft.com/office/drawing/2014/main" id="{66CD5A62-E5D2-4715-9D27-BE27D11FB22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F9D0CAA1-32DA-4514-964D-B693282AA3F1}"/>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x-none"/>
          </a:p>
        </p:txBody>
      </p:sp>
      <p:sp>
        <p:nvSpPr>
          <p:cNvPr id="5" name="Tijdelijke aanduiding voor tekst 4">
            <a:extLst>
              <a:ext uri="{FF2B5EF4-FFF2-40B4-BE49-F238E27FC236}">
                <a16:creationId xmlns:a16="http://schemas.microsoft.com/office/drawing/2014/main" id="{8BDB45C7-C0FA-45A1-BB55-3731149DA95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41247E32-805D-4BA8-9A54-13E30A1EC845}"/>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x-none"/>
          </a:p>
        </p:txBody>
      </p:sp>
      <p:sp>
        <p:nvSpPr>
          <p:cNvPr id="7" name="Tijdelijke aanduiding voor datum 6">
            <a:extLst>
              <a:ext uri="{FF2B5EF4-FFF2-40B4-BE49-F238E27FC236}">
                <a16:creationId xmlns:a16="http://schemas.microsoft.com/office/drawing/2014/main" id="{3F48856D-A1BB-42A5-B758-B549C1276DC8}"/>
              </a:ext>
            </a:extLst>
          </p:cNvPr>
          <p:cNvSpPr>
            <a:spLocks noGrp="1"/>
          </p:cNvSpPr>
          <p:nvPr>
            <p:ph type="dt" sz="half" idx="10"/>
          </p:nvPr>
        </p:nvSpPr>
        <p:spPr/>
        <p:txBody>
          <a:bodyPr/>
          <a:lstStyle/>
          <a:p>
            <a:fld id="{164025F6-C13D-4AAF-BAA5-30E1BD01C601}" type="datetimeFigureOut">
              <a:rPr lang="x-none" smtClean="0"/>
              <a:t>14/09/2021</a:t>
            </a:fld>
            <a:endParaRPr lang="x-none"/>
          </a:p>
        </p:txBody>
      </p:sp>
      <p:sp>
        <p:nvSpPr>
          <p:cNvPr id="8" name="Tijdelijke aanduiding voor voettekst 7">
            <a:extLst>
              <a:ext uri="{FF2B5EF4-FFF2-40B4-BE49-F238E27FC236}">
                <a16:creationId xmlns:a16="http://schemas.microsoft.com/office/drawing/2014/main" id="{B685C193-47A0-4D8D-8ADA-53812C5ADDDD}"/>
              </a:ext>
            </a:extLst>
          </p:cNvPr>
          <p:cNvSpPr>
            <a:spLocks noGrp="1"/>
          </p:cNvSpPr>
          <p:nvPr>
            <p:ph type="ftr" sz="quarter" idx="11"/>
          </p:nvPr>
        </p:nvSpPr>
        <p:spPr/>
        <p:txBody>
          <a:bodyPr/>
          <a:lstStyle/>
          <a:p>
            <a:endParaRPr lang="x-none"/>
          </a:p>
        </p:txBody>
      </p:sp>
      <p:sp>
        <p:nvSpPr>
          <p:cNvPr id="9" name="Tijdelijke aanduiding voor dianummer 8">
            <a:extLst>
              <a:ext uri="{FF2B5EF4-FFF2-40B4-BE49-F238E27FC236}">
                <a16:creationId xmlns:a16="http://schemas.microsoft.com/office/drawing/2014/main" id="{E1156215-D831-4A6D-96C9-4DEB6010761F}"/>
              </a:ext>
            </a:extLst>
          </p:cNvPr>
          <p:cNvSpPr>
            <a:spLocks noGrp="1"/>
          </p:cNvSpPr>
          <p:nvPr>
            <p:ph type="sldNum" sz="quarter" idx="12"/>
          </p:nvPr>
        </p:nvSpPr>
        <p:spPr/>
        <p:txBody>
          <a:bodyPr/>
          <a:lstStyle/>
          <a:p>
            <a:fld id="{21C74604-CC04-4123-B880-735538E47C4A}" type="slidenum">
              <a:rPr lang="x-none" smtClean="0"/>
              <a:t>‹#›</a:t>
            </a:fld>
            <a:endParaRPr lang="x-none"/>
          </a:p>
        </p:txBody>
      </p:sp>
    </p:spTree>
    <p:extLst>
      <p:ext uri="{BB962C8B-B14F-4D97-AF65-F5344CB8AC3E}">
        <p14:creationId xmlns:p14="http://schemas.microsoft.com/office/powerpoint/2010/main" val="3222212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F77B1F-1732-4C9B-822E-93E55806DB31}"/>
              </a:ext>
            </a:extLst>
          </p:cNvPr>
          <p:cNvSpPr>
            <a:spLocks noGrp="1"/>
          </p:cNvSpPr>
          <p:nvPr>
            <p:ph type="title"/>
          </p:nvPr>
        </p:nvSpPr>
        <p:spPr/>
        <p:txBody>
          <a:bodyPr/>
          <a:lstStyle/>
          <a:p>
            <a:r>
              <a:rPr lang="nl-NL"/>
              <a:t>Klik om stijl te bewerken</a:t>
            </a:r>
            <a:endParaRPr lang="x-none"/>
          </a:p>
        </p:txBody>
      </p:sp>
      <p:sp>
        <p:nvSpPr>
          <p:cNvPr id="3" name="Tijdelijke aanduiding voor datum 2">
            <a:extLst>
              <a:ext uri="{FF2B5EF4-FFF2-40B4-BE49-F238E27FC236}">
                <a16:creationId xmlns:a16="http://schemas.microsoft.com/office/drawing/2014/main" id="{0404084A-9032-4BEF-B66D-DD2061C09AE8}"/>
              </a:ext>
            </a:extLst>
          </p:cNvPr>
          <p:cNvSpPr>
            <a:spLocks noGrp="1"/>
          </p:cNvSpPr>
          <p:nvPr>
            <p:ph type="dt" sz="half" idx="10"/>
          </p:nvPr>
        </p:nvSpPr>
        <p:spPr/>
        <p:txBody>
          <a:bodyPr/>
          <a:lstStyle/>
          <a:p>
            <a:fld id="{164025F6-C13D-4AAF-BAA5-30E1BD01C601}" type="datetimeFigureOut">
              <a:rPr lang="x-none" smtClean="0"/>
              <a:t>14/09/2021</a:t>
            </a:fld>
            <a:endParaRPr lang="x-none"/>
          </a:p>
        </p:txBody>
      </p:sp>
      <p:sp>
        <p:nvSpPr>
          <p:cNvPr id="4" name="Tijdelijke aanduiding voor voettekst 3">
            <a:extLst>
              <a:ext uri="{FF2B5EF4-FFF2-40B4-BE49-F238E27FC236}">
                <a16:creationId xmlns:a16="http://schemas.microsoft.com/office/drawing/2014/main" id="{D306B6E1-741D-46A1-8287-FA1CB1B37E44}"/>
              </a:ext>
            </a:extLst>
          </p:cNvPr>
          <p:cNvSpPr>
            <a:spLocks noGrp="1"/>
          </p:cNvSpPr>
          <p:nvPr>
            <p:ph type="ftr" sz="quarter" idx="11"/>
          </p:nvPr>
        </p:nvSpPr>
        <p:spPr/>
        <p:txBody>
          <a:bodyPr/>
          <a:lstStyle/>
          <a:p>
            <a:endParaRPr lang="x-none"/>
          </a:p>
        </p:txBody>
      </p:sp>
      <p:sp>
        <p:nvSpPr>
          <p:cNvPr id="5" name="Tijdelijke aanduiding voor dianummer 4">
            <a:extLst>
              <a:ext uri="{FF2B5EF4-FFF2-40B4-BE49-F238E27FC236}">
                <a16:creationId xmlns:a16="http://schemas.microsoft.com/office/drawing/2014/main" id="{A1FA9555-993C-4AF1-81F2-27C64FD4CAA1}"/>
              </a:ext>
            </a:extLst>
          </p:cNvPr>
          <p:cNvSpPr>
            <a:spLocks noGrp="1"/>
          </p:cNvSpPr>
          <p:nvPr>
            <p:ph type="sldNum" sz="quarter" idx="12"/>
          </p:nvPr>
        </p:nvSpPr>
        <p:spPr/>
        <p:txBody>
          <a:bodyPr/>
          <a:lstStyle/>
          <a:p>
            <a:fld id="{21C74604-CC04-4123-B880-735538E47C4A}" type="slidenum">
              <a:rPr lang="x-none" smtClean="0"/>
              <a:t>‹#›</a:t>
            </a:fld>
            <a:endParaRPr lang="x-none"/>
          </a:p>
        </p:txBody>
      </p:sp>
    </p:spTree>
    <p:extLst>
      <p:ext uri="{BB962C8B-B14F-4D97-AF65-F5344CB8AC3E}">
        <p14:creationId xmlns:p14="http://schemas.microsoft.com/office/powerpoint/2010/main" val="31135777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B947D9F0-58BD-4492-AE51-5FC6A0AFF5AD}"/>
              </a:ext>
            </a:extLst>
          </p:cNvPr>
          <p:cNvSpPr>
            <a:spLocks noGrp="1"/>
          </p:cNvSpPr>
          <p:nvPr>
            <p:ph type="dt" sz="half" idx="10"/>
          </p:nvPr>
        </p:nvSpPr>
        <p:spPr/>
        <p:txBody>
          <a:bodyPr/>
          <a:lstStyle/>
          <a:p>
            <a:fld id="{164025F6-C13D-4AAF-BAA5-30E1BD01C601}" type="datetimeFigureOut">
              <a:rPr lang="x-none" smtClean="0"/>
              <a:t>14/09/2021</a:t>
            </a:fld>
            <a:endParaRPr lang="x-none"/>
          </a:p>
        </p:txBody>
      </p:sp>
      <p:sp>
        <p:nvSpPr>
          <p:cNvPr id="3" name="Tijdelijke aanduiding voor voettekst 2">
            <a:extLst>
              <a:ext uri="{FF2B5EF4-FFF2-40B4-BE49-F238E27FC236}">
                <a16:creationId xmlns:a16="http://schemas.microsoft.com/office/drawing/2014/main" id="{F5823294-B89E-4040-805E-8FAF73B063B4}"/>
              </a:ext>
            </a:extLst>
          </p:cNvPr>
          <p:cNvSpPr>
            <a:spLocks noGrp="1"/>
          </p:cNvSpPr>
          <p:nvPr>
            <p:ph type="ftr" sz="quarter" idx="11"/>
          </p:nvPr>
        </p:nvSpPr>
        <p:spPr/>
        <p:txBody>
          <a:bodyPr/>
          <a:lstStyle/>
          <a:p>
            <a:endParaRPr lang="x-none"/>
          </a:p>
        </p:txBody>
      </p:sp>
      <p:sp>
        <p:nvSpPr>
          <p:cNvPr id="4" name="Tijdelijke aanduiding voor dianummer 3">
            <a:extLst>
              <a:ext uri="{FF2B5EF4-FFF2-40B4-BE49-F238E27FC236}">
                <a16:creationId xmlns:a16="http://schemas.microsoft.com/office/drawing/2014/main" id="{C5F9FE3E-AC39-459F-A810-632EA5790CB9}"/>
              </a:ext>
            </a:extLst>
          </p:cNvPr>
          <p:cNvSpPr>
            <a:spLocks noGrp="1"/>
          </p:cNvSpPr>
          <p:nvPr>
            <p:ph type="sldNum" sz="quarter" idx="12"/>
          </p:nvPr>
        </p:nvSpPr>
        <p:spPr/>
        <p:txBody>
          <a:bodyPr/>
          <a:lstStyle/>
          <a:p>
            <a:fld id="{21C74604-CC04-4123-B880-735538E47C4A}" type="slidenum">
              <a:rPr lang="x-none" smtClean="0"/>
              <a:t>‹#›</a:t>
            </a:fld>
            <a:endParaRPr lang="x-none"/>
          </a:p>
        </p:txBody>
      </p:sp>
    </p:spTree>
    <p:extLst>
      <p:ext uri="{BB962C8B-B14F-4D97-AF65-F5344CB8AC3E}">
        <p14:creationId xmlns:p14="http://schemas.microsoft.com/office/powerpoint/2010/main" val="1198201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0EA9A3-458D-4734-A98A-8C7C98952C7C}"/>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x-none"/>
          </a:p>
        </p:txBody>
      </p:sp>
      <p:sp>
        <p:nvSpPr>
          <p:cNvPr id="3" name="Tijdelijke aanduiding voor inhoud 2">
            <a:extLst>
              <a:ext uri="{FF2B5EF4-FFF2-40B4-BE49-F238E27FC236}">
                <a16:creationId xmlns:a16="http://schemas.microsoft.com/office/drawing/2014/main" id="{253F75E2-6249-4916-AC78-11B5239510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x-none"/>
          </a:p>
        </p:txBody>
      </p:sp>
      <p:sp>
        <p:nvSpPr>
          <p:cNvPr id="4" name="Tijdelijke aanduiding voor tekst 3">
            <a:extLst>
              <a:ext uri="{FF2B5EF4-FFF2-40B4-BE49-F238E27FC236}">
                <a16:creationId xmlns:a16="http://schemas.microsoft.com/office/drawing/2014/main" id="{05BD789B-BCB1-49E8-9CD5-B02C0D6860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9A739366-13CD-4D6F-9886-00C273E73208}"/>
              </a:ext>
            </a:extLst>
          </p:cNvPr>
          <p:cNvSpPr>
            <a:spLocks noGrp="1"/>
          </p:cNvSpPr>
          <p:nvPr>
            <p:ph type="dt" sz="half" idx="10"/>
          </p:nvPr>
        </p:nvSpPr>
        <p:spPr/>
        <p:txBody>
          <a:bodyPr/>
          <a:lstStyle/>
          <a:p>
            <a:fld id="{164025F6-C13D-4AAF-BAA5-30E1BD01C601}" type="datetimeFigureOut">
              <a:rPr lang="x-none" smtClean="0"/>
              <a:t>14/09/2021</a:t>
            </a:fld>
            <a:endParaRPr lang="x-none"/>
          </a:p>
        </p:txBody>
      </p:sp>
      <p:sp>
        <p:nvSpPr>
          <p:cNvPr id="6" name="Tijdelijke aanduiding voor voettekst 5">
            <a:extLst>
              <a:ext uri="{FF2B5EF4-FFF2-40B4-BE49-F238E27FC236}">
                <a16:creationId xmlns:a16="http://schemas.microsoft.com/office/drawing/2014/main" id="{A2FA3301-D5CB-4311-A62C-AB72CEF1C6F7}"/>
              </a:ext>
            </a:extLst>
          </p:cNvPr>
          <p:cNvSpPr>
            <a:spLocks noGrp="1"/>
          </p:cNvSpPr>
          <p:nvPr>
            <p:ph type="ftr" sz="quarter" idx="11"/>
          </p:nvPr>
        </p:nvSpPr>
        <p:spPr/>
        <p:txBody>
          <a:bodyPr/>
          <a:lstStyle/>
          <a:p>
            <a:endParaRPr lang="x-none"/>
          </a:p>
        </p:txBody>
      </p:sp>
      <p:sp>
        <p:nvSpPr>
          <p:cNvPr id="7" name="Tijdelijke aanduiding voor dianummer 6">
            <a:extLst>
              <a:ext uri="{FF2B5EF4-FFF2-40B4-BE49-F238E27FC236}">
                <a16:creationId xmlns:a16="http://schemas.microsoft.com/office/drawing/2014/main" id="{50C3BBA6-83F6-4DF4-92A7-D5739FC80327}"/>
              </a:ext>
            </a:extLst>
          </p:cNvPr>
          <p:cNvSpPr>
            <a:spLocks noGrp="1"/>
          </p:cNvSpPr>
          <p:nvPr>
            <p:ph type="sldNum" sz="quarter" idx="12"/>
          </p:nvPr>
        </p:nvSpPr>
        <p:spPr/>
        <p:txBody>
          <a:bodyPr/>
          <a:lstStyle/>
          <a:p>
            <a:fld id="{21C74604-CC04-4123-B880-735538E47C4A}" type="slidenum">
              <a:rPr lang="x-none" smtClean="0"/>
              <a:t>‹#›</a:t>
            </a:fld>
            <a:endParaRPr lang="x-none"/>
          </a:p>
        </p:txBody>
      </p:sp>
    </p:spTree>
    <p:extLst>
      <p:ext uri="{BB962C8B-B14F-4D97-AF65-F5344CB8AC3E}">
        <p14:creationId xmlns:p14="http://schemas.microsoft.com/office/powerpoint/2010/main" val="2123674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A825764-EAC1-478D-BABF-054B3BE7A717}"/>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endParaRPr lang="x-none"/>
          </a:p>
        </p:txBody>
      </p:sp>
      <p:sp>
        <p:nvSpPr>
          <p:cNvPr id="3" name="Tijdelijke aanduiding voor afbeelding 2">
            <a:extLst>
              <a:ext uri="{FF2B5EF4-FFF2-40B4-BE49-F238E27FC236}">
                <a16:creationId xmlns:a16="http://schemas.microsoft.com/office/drawing/2014/main" id="{FBA473C2-2052-41C7-A809-B7E9E6B593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x-none"/>
          </a:p>
        </p:txBody>
      </p:sp>
      <p:sp>
        <p:nvSpPr>
          <p:cNvPr id="4" name="Tijdelijke aanduiding voor tekst 3">
            <a:extLst>
              <a:ext uri="{FF2B5EF4-FFF2-40B4-BE49-F238E27FC236}">
                <a16:creationId xmlns:a16="http://schemas.microsoft.com/office/drawing/2014/main" id="{779741B4-CF17-4CDE-9ED1-F80A04B7377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B5F9FC9A-3C80-496F-93B5-83998914EE9C}"/>
              </a:ext>
            </a:extLst>
          </p:cNvPr>
          <p:cNvSpPr>
            <a:spLocks noGrp="1"/>
          </p:cNvSpPr>
          <p:nvPr>
            <p:ph type="dt" sz="half" idx="10"/>
          </p:nvPr>
        </p:nvSpPr>
        <p:spPr/>
        <p:txBody>
          <a:bodyPr/>
          <a:lstStyle/>
          <a:p>
            <a:fld id="{164025F6-C13D-4AAF-BAA5-30E1BD01C601}" type="datetimeFigureOut">
              <a:rPr lang="x-none" smtClean="0"/>
              <a:t>14/09/2021</a:t>
            </a:fld>
            <a:endParaRPr lang="x-none"/>
          </a:p>
        </p:txBody>
      </p:sp>
      <p:sp>
        <p:nvSpPr>
          <p:cNvPr id="6" name="Tijdelijke aanduiding voor voettekst 5">
            <a:extLst>
              <a:ext uri="{FF2B5EF4-FFF2-40B4-BE49-F238E27FC236}">
                <a16:creationId xmlns:a16="http://schemas.microsoft.com/office/drawing/2014/main" id="{CB5DBE73-27FF-4677-8384-D27D6F32D392}"/>
              </a:ext>
            </a:extLst>
          </p:cNvPr>
          <p:cNvSpPr>
            <a:spLocks noGrp="1"/>
          </p:cNvSpPr>
          <p:nvPr>
            <p:ph type="ftr" sz="quarter" idx="11"/>
          </p:nvPr>
        </p:nvSpPr>
        <p:spPr/>
        <p:txBody>
          <a:bodyPr/>
          <a:lstStyle/>
          <a:p>
            <a:endParaRPr lang="x-none"/>
          </a:p>
        </p:txBody>
      </p:sp>
      <p:sp>
        <p:nvSpPr>
          <p:cNvPr id="7" name="Tijdelijke aanduiding voor dianummer 6">
            <a:extLst>
              <a:ext uri="{FF2B5EF4-FFF2-40B4-BE49-F238E27FC236}">
                <a16:creationId xmlns:a16="http://schemas.microsoft.com/office/drawing/2014/main" id="{E7E56FD8-0BD7-4975-80FB-9E302CEE1D14}"/>
              </a:ext>
            </a:extLst>
          </p:cNvPr>
          <p:cNvSpPr>
            <a:spLocks noGrp="1"/>
          </p:cNvSpPr>
          <p:nvPr>
            <p:ph type="sldNum" sz="quarter" idx="12"/>
          </p:nvPr>
        </p:nvSpPr>
        <p:spPr/>
        <p:txBody>
          <a:bodyPr/>
          <a:lstStyle/>
          <a:p>
            <a:fld id="{21C74604-CC04-4123-B880-735538E47C4A}" type="slidenum">
              <a:rPr lang="x-none" smtClean="0"/>
              <a:t>‹#›</a:t>
            </a:fld>
            <a:endParaRPr lang="x-none"/>
          </a:p>
        </p:txBody>
      </p:sp>
    </p:spTree>
    <p:extLst>
      <p:ext uri="{BB962C8B-B14F-4D97-AF65-F5344CB8AC3E}">
        <p14:creationId xmlns:p14="http://schemas.microsoft.com/office/powerpoint/2010/main" val="32272827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9444AE-B5D9-4AC9-B171-9BB0B009C097}"/>
              </a:ext>
            </a:extLst>
          </p:cNvPr>
          <p:cNvSpPr>
            <a:spLocks noGrp="1"/>
          </p:cNvSpPr>
          <p:nvPr>
            <p:ph type="title"/>
          </p:nvPr>
        </p:nvSpPr>
        <p:spPr/>
        <p:txBody>
          <a:bodyPr/>
          <a:lstStyle/>
          <a:p>
            <a:r>
              <a:rPr lang="nl-NL"/>
              <a:t>Klik om stijl te bewerken</a:t>
            </a:r>
            <a:endParaRPr lang="x-none"/>
          </a:p>
        </p:txBody>
      </p:sp>
      <p:sp>
        <p:nvSpPr>
          <p:cNvPr id="3" name="Tijdelijke aanduiding voor verticale tekst 2">
            <a:extLst>
              <a:ext uri="{FF2B5EF4-FFF2-40B4-BE49-F238E27FC236}">
                <a16:creationId xmlns:a16="http://schemas.microsoft.com/office/drawing/2014/main" id="{79A0C092-4ABC-4AE3-9B3C-27204F2B245C}"/>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x-none"/>
          </a:p>
        </p:txBody>
      </p:sp>
      <p:sp>
        <p:nvSpPr>
          <p:cNvPr id="4" name="Tijdelijke aanduiding voor datum 3">
            <a:extLst>
              <a:ext uri="{FF2B5EF4-FFF2-40B4-BE49-F238E27FC236}">
                <a16:creationId xmlns:a16="http://schemas.microsoft.com/office/drawing/2014/main" id="{235E9F87-C0B3-4F40-9A46-ED0B20BA6007}"/>
              </a:ext>
            </a:extLst>
          </p:cNvPr>
          <p:cNvSpPr>
            <a:spLocks noGrp="1"/>
          </p:cNvSpPr>
          <p:nvPr>
            <p:ph type="dt" sz="half" idx="10"/>
          </p:nvPr>
        </p:nvSpPr>
        <p:spPr/>
        <p:txBody>
          <a:bodyPr/>
          <a:lstStyle/>
          <a:p>
            <a:fld id="{164025F6-C13D-4AAF-BAA5-30E1BD01C601}" type="datetimeFigureOut">
              <a:rPr lang="x-none" smtClean="0"/>
              <a:t>14/09/2021</a:t>
            </a:fld>
            <a:endParaRPr lang="x-none"/>
          </a:p>
        </p:txBody>
      </p:sp>
      <p:sp>
        <p:nvSpPr>
          <p:cNvPr id="5" name="Tijdelijke aanduiding voor voettekst 4">
            <a:extLst>
              <a:ext uri="{FF2B5EF4-FFF2-40B4-BE49-F238E27FC236}">
                <a16:creationId xmlns:a16="http://schemas.microsoft.com/office/drawing/2014/main" id="{884B46EF-A9D9-46E6-8B45-53422D2CDCC6}"/>
              </a:ext>
            </a:extLst>
          </p:cNvPr>
          <p:cNvSpPr>
            <a:spLocks noGrp="1"/>
          </p:cNvSpPr>
          <p:nvPr>
            <p:ph type="ftr" sz="quarter" idx="11"/>
          </p:nvPr>
        </p:nvSpPr>
        <p:spPr/>
        <p:txBody>
          <a:bodyPr/>
          <a:lstStyle/>
          <a:p>
            <a:endParaRPr lang="x-none"/>
          </a:p>
        </p:txBody>
      </p:sp>
      <p:sp>
        <p:nvSpPr>
          <p:cNvPr id="6" name="Tijdelijke aanduiding voor dianummer 5">
            <a:extLst>
              <a:ext uri="{FF2B5EF4-FFF2-40B4-BE49-F238E27FC236}">
                <a16:creationId xmlns:a16="http://schemas.microsoft.com/office/drawing/2014/main" id="{1E5BBFC2-3299-4C59-8523-E6943D6F3431}"/>
              </a:ext>
            </a:extLst>
          </p:cNvPr>
          <p:cNvSpPr>
            <a:spLocks noGrp="1"/>
          </p:cNvSpPr>
          <p:nvPr>
            <p:ph type="sldNum" sz="quarter" idx="12"/>
          </p:nvPr>
        </p:nvSpPr>
        <p:spPr/>
        <p:txBody>
          <a:bodyPr/>
          <a:lstStyle/>
          <a:p>
            <a:fld id="{21C74604-CC04-4123-B880-735538E47C4A}" type="slidenum">
              <a:rPr lang="x-none" smtClean="0"/>
              <a:t>‹#›</a:t>
            </a:fld>
            <a:endParaRPr lang="x-none"/>
          </a:p>
        </p:txBody>
      </p:sp>
    </p:spTree>
    <p:extLst>
      <p:ext uri="{BB962C8B-B14F-4D97-AF65-F5344CB8AC3E}">
        <p14:creationId xmlns:p14="http://schemas.microsoft.com/office/powerpoint/2010/main" val="4200987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48DDEE6A-A74E-4DE4-B1DE-958AC88308C1}"/>
              </a:ext>
            </a:extLst>
          </p:cNvPr>
          <p:cNvSpPr>
            <a:spLocks noGrp="1"/>
          </p:cNvSpPr>
          <p:nvPr>
            <p:ph type="title" orient="vert"/>
          </p:nvPr>
        </p:nvSpPr>
        <p:spPr>
          <a:xfrm>
            <a:off x="8724900" y="365125"/>
            <a:ext cx="2628900" cy="5811838"/>
          </a:xfrm>
        </p:spPr>
        <p:txBody>
          <a:bodyPr vert="eaVert"/>
          <a:lstStyle/>
          <a:p>
            <a:r>
              <a:rPr lang="nl-NL"/>
              <a:t>Klik om stijl te bewerken</a:t>
            </a:r>
            <a:endParaRPr lang="x-none"/>
          </a:p>
        </p:txBody>
      </p:sp>
      <p:sp>
        <p:nvSpPr>
          <p:cNvPr id="3" name="Tijdelijke aanduiding voor verticale tekst 2">
            <a:extLst>
              <a:ext uri="{FF2B5EF4-FFF2-40B4-BE49-F238E27FC236}">
                <a16:creationId xmlns:a16="http://schemas.microsoft.com/office/drawing/2014/main" id="{BE6606FC-C5E2-43DF-9CD3-17892A499CC5}"/>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x-none"/>
          </a:p>
        </p:txBody>
      </p:sp>
      <p:sp>
        <p:nvSpPr>
          <p:cNvPr id="4" name="Tijdelijke aanduiding voor datum 3">
            <a:extLst>
              <a:ext uri="{FF2B5EF4-FFF2-40B4-BE49-F238E27FC236}">
                <a16:creationId xmlns:a16="http://schemas.microsoft.com/office/drawing/2014/main" id="{8A5EA313-239A-43A5-A783-C0C6DD5864B1}"/>
              </a:ext>
            </a:extLst>
          </p:cNvPr>
          <p:cNvSpPr>
            <a:spLocks noGrp="1"/>
          </p:cNvSpPr>
          <p:nvPr>
            <p:ph type="dt" sz="half" idx="10"/>
          </p:nvPr>
        </p:nvSpPr>
        <p:spPr/>
        <p:txBody>
          <a:bodyPr/>
          <a:lstStyle/>
          <a:p>
            <a:fld id="{164025F6-C13D-4AAF-BAA5-30E1BD01C601}" type="datetimeFigureOut">
              <a:rPr lang="x-none" smtClean="0"/>
              <a:t>14/09/2021</a:t>
            </a:fld>
            <a:endParaRPr lang="x-none"/>
          </a:p>
        </p:txBody>
      </p:sp>
      <p:sp>
        <p:nvSpPr>
          <p:cNvPr id="5" name="Tijdelijke aanduiding voor voettekst 4">
            <a:extLst>
              <a:ext uri="{FF2B5EF4-FFF2-40B4-BE49-F238E27FC236}">
                <a16:creationId xmlns:a16="http://schemas.microsoft.com/office/drawing/2014/main" id="{0BE3F7CA-09E4-432F-8353-DD96ECFED8FB}"/>
              </a:ext>
            </a:extLst>
          </p:cNvPr>
          <p:cNvSpPr>
            <a:spLocks noGrp="1"/>
          </p:cNvSpPr>
          <p:nvPr>
            <p:ph type="ftr" sz="quarter" idx="11"/>
          </p:nvPr>
        </p:nvSpPr>
        <p:spPr/>
        <p:txBody>
          <a:bodyPr/>
          <a:lstStyle/>
          <a:p>
            <a:endParaRPr lang="x-none"/>
          </a:p>
        </p:txBody>
      </p:sp>
      <p:sp>
        <p:nvSpPr>
          <p:cNvPr id="6" name="Tijdelijke aanduiding voor dianummer 5">
            <a:extLst>
              <a:ext uri="{FF2B5EF4-FFF2-40B4-BE49-F238E27FC236}">
                <a16:creationId xmlns:a16="http://schemas.microsoft.com/office/drawing/2014/main" id="{FFCED3B2-402D-4864-A819-A9B5BFD19C1C}"/>
              </a:ext>
            </a:extLst>
          </p:cNvPr>
          <p:cNvSpPr>
            <a:spLocks noGrp="1"/>
          </p:cNvSpPr>
          <p:nvPr>
            <p:ph type="sldNum" sz="quarter" idx="12"/>
          </p:nvPr>
        </p:nvSpPr>
        <p:spPr/>
        <p:txBody>
          <a:bodyPr/>
          <a:lstStyle/>
          <a:p>
            <a:fld id="{21C74604-CC04-4123-B880-735538E47C4A}" type="slidenum">
              <a:rPr lang="x-none" smtClean="0"/>
              <a:t>‹#›</a:t>
            </a:fld>
            <a:endParaRPr lang="x-none"/>
          </a:p>
        </p:txBody>
      </p:sp>
    </p:spTree>
    <p:extLst>
      <p:ext uri="{BB962C8B-B14F-4D97-AF65-F5344CB8AC3E}">
        <p14:creationId xmlns:p14="http://schemas.microsoft.com/office/powerpoint/2010/main" val="9406930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mp; Bullets">
    <p:spTree>
      <p:nvGrpSpPr>
        <p:cNvPr id="1" name=""/>
        <p:cNvGrpSpPr/>
        <p:nvPr/>
      </p:nvGrpSpPr>
      <p:grpSpPr>
        <a:xfrm>
          <a:off x="0" y="0"/>
          <a:ext cx="0" cy="0"/>
          <a:chOff x="0" y="0"/>
          <a:chExt cx="0" cy="0"/>
        </a:xfrm>
      </p:grpSpPr>
      <p:sp>
        <p:nvSpPr>
          <p:cNvPr id="56" name="Title Text"/>
          <p:cNvSpPr txBox="1">
            <a:spLocks noGrp="1"/>
          </p:cNvSpPr>
          <p:nvPr>
            <p:ph type="title"/>
          </p:nvPr>
        </p:nvSpPr>
        <p:spPr>
          <a:xfrm>
            <a:off x="1" y="0"/>
            <a:ext cx="12192001" cy="759024"/>
          </a:xfrm>
          <a:prstGeom prst="rect">
            <a:avLst/>
          </a:prstGeom>
          <a:solidFill>
            <a:srgbClr val="D23200"/>
          </a:solidFill>
        </p:spPr>
        <p:txBody>
          <a:bodyPr lIns="0" tIns="0" rIns="0" bIns="0"/>
          <a:lstStyle/>
          <a:p>
            <a:r>
              <a:t>Title Text</a:t>
            </a:r>
          </a:p>
        </p:txBody>
      </p:sp>
      <p:sp>
        <p:nvSpPr>
          <p:cNvPr id="57" name="Body Level One…"/>
          <p:cNvSpPr txBox="1">
            <a:spLocks noGrp="1"/>
          </p:cNvSpPr>
          <p:nvPr>
            <p:ph type="body" idx="1"/>
          </p:nvPr>
        </p:nvSpPr>
        <p:spPr>
          <a:xfrm>
            <a:off x="1012031" y="1518048"/>
            <a:ext cx="10406063" cy="4420195"/>
          </a:xfrm>
          <a:prstGeom prst="rect">
            <a:avLst/>
          </a:prstGeom>
        </p:spPr>
        <p:txBody>
          <a:bodyPr lIns="0" tIns="0" rIns="0" bIns="0" anchor="t"/>
          <a:lstStyle/>
          <a:p>
            <a:r>
              <a:t>Body Level One</a:t>
            </a:r>
          </a:p>
          <a:p>
            <a:pPr lvl="1"/>
            <a:r>
              <a:t>Body Level Two</a:t>
            </a:r>
          </a:p>
          <a:p>
            <a:pPr lvl="2"/>
            <a:r>
              <a:t>Body Level Three</a:t>
            </a:r>
          </a:p>
          <a:p>
            <a:pPr lvl="3"/>
            <a:r>
              <a:t>Body Level Four</a:t>
            </a:r>
          </a:p>
          <a:p>
            <a:pPr lvl="4"/>
            <a:r>
              <a:t>Body Level Five</a:t>
            </a:r>
          </a:p>
        </p:txBody>
      </p:sp>
      <p:sp>
        <p:nvSpPr>
          <p:cNvPr id="5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37020882"/>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p:spTree>
      <p:nvGrpSpPr>
        <p:cNvPr id="1" name=""/>
        <p:cNvGrpSpPr/>
        <p:nvPr/>
      </p:nvGrpSpPr>
      <p:grpSpPr>
        <a:xfrm>
          <a:off x="0" y="0"/>
          <a:ext cx="0" cy="0"/>
          <a:chOff x="0" y="0"/>
          <a:chExt cx="0" cy="0"/>
        </a:xfrm>
      </p:grpSpPr>
      <p:sp>
        <p:nvSpPr>
          <p:cNvPr id="48" name="Title Text"/>
          <p:cNvSpPr txBox="1">
            <a:spLocks noGrp="1"/>
          </p:cNvSpPr>
          <p:nvPr>
            <p:ph type="title"/>
          </p:nvPr>
        </p:nvSpPr>
        <p:spPr>
          <a:xfrm>
            <a:off x="-1" y="0"/>
            <a:ext cx="12192001" cy="759024"/>
          </a:xfrm>
          <a:prstGeom prst="rect">
            <a:avLst/>
          </a:prstGeom>
          <a:solidFill>
            <a:srgbClr val="522401"/>
          </a:solidFill>
        </p:spPr>
        <p:txBody>
          <a:bodyPr/>
          <a:lstStyle/>
          <a:p>
            <a:r>
              <a:t>Title Text</a:t>
            </a:r>
          </a:p>
        </p:txBody>
      </p:sp>
      <p:sp>
        <p:nvSpPr>
          <p:cNvPr id="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1314613190"/>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p:cNvSpPr>
            <a:spLocks noGrp="1"/>
          </p:cNvSpPr>
          <p:nvPr>
            <p:ph type="ctrTitle"/>
          </p:nvPr>
        </p:nvSpPr>
        <p:spPr>
          <a:xfrm>
            <a:off x="914402" y="2130425"/>
            <a:ext cx="10363200" cy="1470025"/>
          </a:xfrm>
        </p:spPr>
        <p:txBody>
          <a:bodyPr/>
          <a:lstStyle/>
          <a:p>
            <a:r>
              <a:rPr lang="nl-NL"/>
              <a:t>Klik om de stijl te bewerken</a:t>
            </a:r>
          </a:p>
        </p:txBody>
      </p:sp>
      <p:sp>
        <p:nvSpPr>
          <p:cNvPr id="3" name="Ondertitel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29" indent="0" algn="ctr">
              <a:buNone/>
              <a:defRPr>
                <a:solidFill>
                  <a:schemeClr val="tx1">
                    <a:tint val="75000"/>
                  </a:schemeClr>
                </a:solidFill>
              </a:defRPr>
            </a:lvl2pPr>
            <a:lvl3pPr marL="914457" indent="0" algn="ctr">
              <a:buNone/>
              <a:defRPr>
                <a:solidFill>
                  <a:schemeClr val="tx1">
                    <a:tint val="75000"/>
                  </a:schemeClr>
                </a:solidFill>
              </a:defRPr>
            </a:lvl3pPr>
            <a:lvl4pPr marL="1371686" indent="0" algn="ctr">
              <a:buNone/>
              <a:defRPr>
                <a:solidFill>
                  <a:schemeClr val="tx1">
                    <a:tint val="75000"/>
                  </a:schemeClr>
                </a:solidFill>
              </a:defRPr>
            </a:lvl4pPr>
            <a:lvl5pPr marL="1828915" indent="0" algn="ctr">
              <a:buNone/>
              <a:defRPr>
                <a:solidFill>
                  <a:schemeClr val="tx1">
                    <a:tint val="75000"/>
                  </a:schemeClr>
                </a:solidFill>
              </a:defRPr>
            </a:lvl5pPr>
            <a:lvl6pPr marL="2286144" indent="0" algn="ctr">
              <a:buNone/>
              <a:defRPr>
                <a:solidFill>
                  <a:schemeClr val="tx1">
                    <a:tint val="75000"/>
                  </a:schemeClr>
                </a:solidFill>
              </a:defRPr>
            </a:lvl6pPr>
            <a:lvl7pPr marL="2743372" indent="0" algn="ctr">
              <a:buNone/>
              <a:defRPr>
                <a:solidFill>
                  <a:schemeClr val="tx1">
                    <a:tint val="75000"/>
                  </a:schemeClr>
                </a:solidFill>
              </a:defRPr>
            </a:lvl7pPr>
            <a:lvl8pPr marL="3200601" indent="0" algn="ctr">
              <a:buNone/>
              <a:defRPr>
                <a:solidFill>
                  <a:schemeClr val="tx1">
                    <a:tint val="75000"/>
                  </a:schemeClr>
                </a:solidFill>
              </a:defRPr>
            </a:lvl8pPr>
            <a:lvl9pPr marL="3657830" indent="0" algn="ctr">
              <a:buNone/>
              <a:defRPr>
                <a:solidFill>
                  <a:schemeClr val="tx1">
                    <a:tint val="75000"/>
                  </a:schemeClr>
                </a:solidFill>
              </a:defRPr>
            </a:lvl9pPr>
          </a:lstStyle>
          <a:p>
            <a:r>
              <a:rPr lang="nl-NL"/>
              <a:t>Klik om de ondertitelstijl van het model te bewerken</a:t>
            </a:r>
          </a:p>
        </p:txBody>
      </p:sp>
      <p:sp>
        <p:nvSpPr>
          <p:cNvPr id="4" name="Tijdelijke aanduiding voor datum 3"/>
          <p:cNvSpPr>
            <a:spLocks noGrp="1"/>
          </p:cNvSpPr>
          <p:nvPr>
            <p:ph type="dt" sz="half" idx="10"/>
          </p:nvPr>
        </p:nvSpPr>
        <p:spPr/>
        <p:txBody>
          <a:bodyPr/>
          <a:lstStyle/>
          <a:p>
            <a:fld id="{FE48A3F2-7AD1-4A6C-AEA3-EF59636D3FDE}" type="datetimeFigureOut">
              <a:rPr lang="nl-NL" smtClean="0"/>
              <a:t>14-9-2021</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6CB4B4D-7CA3-9044-876B-883B54F8677D}" type="slidenum">
              <a:rPr lang="nl-NL" smtClean="0"/>
              <a:t>‹#›</a:t>
            </a:fld>
            <a:endParaRPr lang="nl-NL"/>
          </a:p>
        </p:txBody>
      </p:sp>
    </p:spTree>
    <p:extLst>
      <p:ext uri="{BB962C8B-B14F-4D97-AF65-F5344CB8AC3E}">
        <p14:creationId xmlns:p14="http://schemas.microsoft.com/office/powerpoint/2010/main" val="3478106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idx="1"/>
          </p:nvPr>
        </p:nvSpPr>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FE48A3F2-7AD1-4A6C-AEA3-EF59636D3FDE}" type="datetimeFigureOut">
              <a:rPr lang="nl-NL" smtClean="0"/>
              <a:t>14-9-2021</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6CB4B4D-7CA3-9044-876B-883B54F8677D}" type="slidenum">
              <a:rPr lang="nl-NL" smtClean="0"/>
              <a:t>‹#›</a:t>
            </a:fld>
            <a:endParaRPr lang="nl-NL"/>
          </a:p>
        </p:txBody>
      </p:sp>
    </p:spTree>
    <p:extLst>
      <p:ext uri="{BB962C8B-B14F-4D97-AF65-F5344CB8AC3E}">
        <p14:creationId xmlns:p14="http://schemas.microsoft.com/office/powerpoint/2010/main" val="274299416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p:cNvSpPr>
            <a:spLocks noGrp="1"/>
          </p:cNvSpPr>
          <p:nvPr>
            <p:ph type="title"/>
          </p:nvPr>
        </p:nvSpPr>
        <p:spPr>
          <a:xfrm>
            <a:off x="963084" y="4406902"/>
            <a:ext cx="10363200" cy="1362075"/>
          </a:xfrm>
        </p:spPr>
        <p:txBody>
          <a:bodyPr anchor="t"/>
          <a:lstStyle>
            <a:lvl1pPr algn="l">
              <a:defRPr sz="4013" b="1" cap="all"/>
            </a:lvl1pPr>
          </a:lstStyle>
          <a:p>
            <a:r>
              <a:rPr lang="nl-NL"/>
              <a:t>Klik om de stijl te bewerken</a:t>
            </a:r>
          </a:p>
        </p:txBody>
      </p:sp>
      <p:sp>
        <p:nvSpPr>
          <p:cNvPr id="3" name="Tijdelijke aanduiding voor tekst 2"/>
          <p:cNvSpPr>
            <a:spLocks noGrp="1"/>
          </p:cNvSpPr>
          <p:nvPr>
            <p:ph type="body" idx="1"/>
          </p:nvPr>
        </p:nvSpPr>
        <p:spPr>
          <a:xfrm>
            <a:off x="963084" y="2906715"/>
            <a:ext cx="10363200" cy="1500187"/>
          </a:xfrm>
        </p:spPr>
        <p:txBody>
          <a:bodyPr anchor="b"/>
          <a:lstStyle>
            <a:lvl1pPr marL="0" indent="0">
              <a:buNone/>
              <a:defRPr sz="1971">
                <a:solidFill>
                  <a:schemeClr val="tx1">
                    <a:tint val="75000"/>
                  </a:schemeClr>
                </a:solidFill>
              </a:defRPr>
            </a:lvl1pPr>
            <a:lvl2pPr marL="457229" indent="0">
              <a:buNone/>
              <a:defRPr sz="1830">
                <a:solidFill>
                  <a:schemeClr val="tx1">
                    <a:tint val="75000"/>
                  </a:schemeClr>
                </a:solidFill>
              </a:defRPr>
            </a:lvl2pPr>
            <a:lvl3pPr marL="914457" indent="0">
              <a:buNone/>
              <a:defRPr sz="1619">
                <a:solidFill>
                  <a:schemeClr val="tx1">
                    <a:tint val="75000"/>
                  </a:schemeClr>
                </a:solidFill>
              </a:defRPr>
            </a:lvl3pPr>
            <a:lvl4pPr marL="1371686" indent="0">
              <a:buNone/>
              <a:defRPr sz="1408">
                <a:solidFill>
                  <a:schemeClr val="tx1">
                    <a:tint val="75000"/>
                  </a:schemeClr>
                </a:solidFill>
              </a:defRPr>
            </a:lvl4pPr>
            <a:lvl5pPr marL="1828915" indent="0">
              <a:buNone/>
              <a:defRPr sz="1408">
                <a:solidFill>
                  <a:schemeClr val="tx1">
                    <a:tint val="75000"/>
                  </a:schemeClr>
                </a:solidFill>
              </a:defRPr>
            </a:lvl5pPr>
            <a:lvl6pPr marL="2286144" indent="0">
              <a:buNone/>
              <a:defRPr sz="1408">
                <a:solidFill>
                  <a:schemeClr val="tx1">
                    <a:tint val="75000"/>
                  </a:schemeClr>
                </a:solidFill>
              </a:defRPr>
            </a:lvl6pPr>
            <a:lvl7pPr marL="2743372" indent="0">
              <a:buNone/>
              <a:defRPr sz="1408">
                <a:solidFill>
                  <a:schemeClr val="tx1">
                    <a:tint val="75000"/>
                  </a:schemeClr>
                </a:solidFill>
              </a:defRPr>
            </a:lvl7pPr>
            <a:lvl8pPr marL="3200601" indent="0">
              <a:buNone/>
              <a:defRPr sz="1408">
                <a:solidFill>
                  <a:schemeClr val="tx1">
                    <a:tint val="75000"/>
                  </a:schemeClr>
                </a:solidFill>
              </a:defRPr>
            </a:lvl8pPr>
            <a:lvl9pPr marL="3657830" indent="0">
              <a:buNone/>
              <a:defRPr sz="1408">
                <a:solidFill>
                  <a:schemeClr val="tx1">
                    <a:tint val="75000"/>
                  </a:schemeClr>
                </a:solidFill>
              </a:defRPr>
            </a:lvl9pPr>
          </a:lstStyle>
          <a:p>
            <a:pPr lvl="0"/>
            <a:r>
              <a:rPr lang="nl-NL"/>
              <a:t>Klik om de modelstijlen te bewerken</a:t>
            </a:r>
          </a:p>
        </p:txBody>
      </p:sp>
      <p:sp>
        <p:nvSpPr>
          <p:cNvPr id="4" name="Tijdelijke aanduiding voor datum 3"/>
          <p:cNvSpPr>
            <a:spLocks noGrp="1"/>
          </p:cNvSpPr>
          <p:nvPr>
            <p:ph type="dt" sz="half" idx="10"/>
          </p:nvPr>
        </p:nvSpPr>
        <p:spPr/>
        <p:txBody>
          <a:bodyPr/>
          <a:lstStyle/>
          <a:p>
            <a:fld id="{FE48A3F2-7AD1-4A6C-AEA3-EF59636D3FDE}" type="datetimeFigureOut">
              <a:rPr lang="nl-NL" smtClean="0"/>
              <a:t>14-9-2021</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6CB4B4D-7CA3-9044-876B-883B54F8677D}" type="slidenum">
              <a:rPr lang="nl-NL" smtClean="0"/>
              <a:t>‹#›</a:t>
            </a:fld>
            <a:endParaRPr lang="nl-NL"/>
          </a:p>
        </p:txBody>
      </p:sp>
    </p:spTree>
    <p:extLst>
      <p:ext uri="{BB962C8B-B14F-4D97-AF65-F5344CB8AC3E}">
        <p14:creationId xmlns:p14="http://schemas.microsoft.com/office/powerpoint/2010/main" val="23635178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inhoud 2"/>
          <p:cNvSpPr>
            <a:spLocks noGrp="1"/>
          </p:cNvSpPr>
          <p:nvPr>
            <p:ph sz="half" idx="1"/>
          </p:nvPr>
        </p:nvSpPr>
        <p:spPr>
          <a:xfrm>
            <a:off x="609600" y="1600200"/>
            <a:ext cx="5384800" cy="4525963"/>
          </a:xfrm>
        </p:spPr>
        <p:txBody>
          <a:bodyPr/>
          <a:lstStyle>
            <a:lvl1pPr>
              <a:defRPr sz="2816"/>
            </a:lvl1pPr>
            <a:lvl2pPr>
              <a:defRPr sz="2394"/>
            </a:lvl2pPr>
            <a:lvl3pPr>
              <a:defRPr sz="1971"/>
            </a:lvl3pPr>
            <a:lvl4pPr>
              <a:defRPr sz="1830"/>
            </a:lvl4pPr>
            <a:lvl5pPr>
              <a:defRPr sz="1830"/>
            </a:lvl5pPr>
            <a:lvl6pPr>
              <a:defRPr sz="1830"/>
            </a:lvl6pPr>
            <a:lvl7pPr>
              <a:defRPr sz="1830"/>
            </a:lvl7pPr>
            <a:lvl8pPr>
              <a:defRPr sz="1830"/>
            </a:lvl8pPr>
            <a:lvl9pPr>
              <a:defRPr sz="183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197600" y="1600200"/>
            <a:ext cx="5384800" cy="4525963"/>
          </a:xfrm>
        </p:spPr>
        <p:txBody>
          <a:bodyPr/>
          <a:lstStyle>
            <a:lvl1pPr>
              <a:defRPr sz="2816"/>
            </a:lvl1pPr>
            <a:lvl2pPr>
              <a:defRPr sz="2394"/>
            </a:lvl2pPr>
            <a:lvl3pPr>
              <a:defRPr sz="1971"/>
            </a:lvl3pPr>
            <a:lvl4pPr>
              <a:defRPr sz="1830"/>
            </a:lvl4pPr>
            <a:lvl5pPr>
              <a:defRPr sz="1830"/>
            </a:lvl5pPr>
            <a:lvl6pPr>
              <a:defRPr sz="1830"/>
            </a:lvl6pPr>
            <a:lvl7pPr>
              <a:defRPr sz="1830"/>
            </a:lvl7pPr>
            <a:lvl8pPr>
              <a:defRPr sz="1830"/>
            </a:lvl8pPr>
            <a:lvl9pPr>
              <a:defRPr sz="1830"/>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p:cNvSpPr>
            <a:spLocks noGrp="1"/>
          </p:cNvSpPr>
          <p:nvPr>
            <p:ph type="dt" sz="half" idx="10"/>
          </p:nvPr>
        </p:nvSpPr>
        <p:spPr/>
        <p:txBody>
          <a:bodyPr/>
          <a:lstStyle/>
          <a:p>
            <a:fld id="{FE48A3F2-7AD1-4A6C-AEA3-EF59636D3FDE}" type="datetimeFigureOut">
              <a:rPr lang="nl-NL" smtClean="0"/>
              <a:t>14-9-2021</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86CB4B4D-7CA3-9044-876B-883B54F8677D}" type="slidenum">
              <a:rPr lang="nl-NL" smtClean="0"/>
              <a:t>‹#›</a:t>
            </a:fld>
            <a:endParaRPr lang="nl-NL"/>
          </a:p>
        </p:txBody>
      </p:sp>
    </p:spTree>
    <p:extLst>
      <p:ext uri="{BB962C8B-B14F-4D97-AF65-F5344CB8AC3E}">
        <p14:creationId xmlns:p14="http://schemas.microsoft.com/office/powerpoint/2010/main" val="3777056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nl-NL"/>
              <a:t>Klik om de stijl te bewerken</a:t>
            </a:r>
          </a:p>
        </p:txBody>
      </p:sp>
      <p:sp>
        <p:nvSpPr>
          <p:cNvPr id="3" name="Tijdelijke aanduiding voor tekst 2"/>
          <p:cNvSpPr>
            <a:spLocks noGrp="1"/>
          </p:cNvSpPr>
          <p:nvPr>
            <p:ph type="body" idx="1"/>
          </p:nvPr>
        </p:nvSpPr>
        <p:spPr>
          <a:xfrm>
            <a:off x="609600" y="1535113"/>
            <a:ext cx="5386918" cy="639762"/>
          </a:xfrm>
        </p:spPr>
        <p:txBody>
          <a:bodyPr anchor="b"/>
          <a:lstStyle>
            <a:lvl1pPr marL="0" indent="0">
              <a:buNone/>
              <a:defRPr sz="2394" b="1"/>
            </a:lvl1pPr>
            <a:lvl2pPr marL="457229" indent="0">
              <a:buNone/>
              <a:defRPr sz="1971" b="1"/>
            </a:lvl2pPr>
            <a:lvl3pPr marL="914457" indent="0">
              <a:buNone/>
              <a:defRPr sz="1830" b="1"/>
            </a:lvl3pPr>
            <a:lvl4pPr marL="1371686" indent="0">
              <a:buNone/>
              <a:defRPr sz="1619" b="1"/>
            </a:lvl4pPr>
            <a:lvl5pPr marL="1828915" indent="0">
              <a:buNone/>
              <a:defRPr sz="1619" b="1"/>
            </a:lvl5pPr>
            <a:lvl6pPr marL="2286144" indent="0">
              <a:buNone/>
              <a:defRPr sz="1619" b="1"/>
            </a:lvl6pPr>
            <a:lvl7pPr marL="2743372" indent="0">
              <a:buNone/>
              <a:defRPr sz="1619" b="1"/>
            </a:lvl7pPr>
            <a:lvl8pPr marL="3200601" indent="0">
              <a:buNone/>
              <a:defRPr sz="1619" b="1"/>
            </a:lvl8pPr>
            <a:lvl9pPr marL="3657830" indent="0">
              <a:buNone/>
              <a:defRPr sz="1619" b="1"/>
            </a:lvl9pPr>
          </a:lstStyle>
          <a:p>
            <a:pPr lvl="0"/>
            <a:r>
              <a:rPr lang="nl-NL"/>
              <a:t>Klik om de modelstijlen te bewerken</a:t>
            </a:r>
          </a:p>
        </p:txBody>
      </p:sp>
      <p:sp>
        <p:nvSpPr>
          <p:cNvPr id="4" name="Tijdelijke aanduiding voor inhoud 3"/>
          <p:cNvSpPr>
            <a:spLocks noGrp="1"/>
          </p:cNvSpPr>
          <p:nvPr>
            <p:ph sz="half" idx="2"/>
          </p:nvPr>
        </p:nvSpPr>
        <p:spPr>
          <a:xfrm>
            <a:off x="609600" y="2174875"/>
            <a:ext cx="5386918" cy="3951288"/>
          </a:xfrm>
        </p:spPr>
        <p:txBody>
          <a:bodyPr/>
          <a:lstStyle>
            <a:lvl1pPr>
              <a:defRPr sz="2394"/>
            </a:lvl1pPr>
            <a:lvl2pPr>
              <a:defRPr sz="1971"/>
            </a:lvl2pPr>
            <a:lvl3pPr>
              <a:defRPr sz="1830"/>
            </a:lvl3pPr>
            <a:lvl4pPr>
              <a:defRPr sz="1619"/>
            </a:lvl4pPr>
            <a:lvl5pPr>
              <a:defRPr sz="1619"/>
            </a:lvl5pPr>
            <a:lvl6pPr>
              <a:defRPr sz="1619"/>
            </a:lvl6pPr>
            <a:lvl7pPr>
              <a:defRPr sz="1619"/>
            </a:lvl7pPr>
            <a:lvl8pPr>
              <a:defRPr sz="1619"/>
            </a:lvl8pPr>
            <a:lvl9pPr>
              <a:defRPr sz="1619"/>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p:cNvSpPr>
            <a:spLocks noGrp="1"/>
          </p:cNvSpPr>
          <p:nvPr>
            <p:ph type="body" sz="quarter" idx="3"/>
          </p:nvPr>
        </p:nvSpPr>
        <p:spPr>
          <a:xfrm>
            <a:off x="6193369" y="1535113"/>
            <a:ext cx="5389034" cy="639762"/>
          </a:xfrm>
        </p:spPr>
        <p:txBody>
          <a:bodyPr anchor="b"/>
          <a:lstStyle>
            <a:lvl1pPr marL="0" indent="0">
              <a:buNone/>
              <a:defRPr sz="2394" b="1"/>
            </a:lvl1pPr>
            <a:lvl2pPr marL="457229" indent="0">
              <a:buNone/>
              <a:defRPr sz="1971" b="1"/>
            </a:lvl2pPr>
            <a:lvl3pPr marL="914457" indent="0">
              <a:buNone/>
              <a:defRPr sz="1830" b="1"/>
            </a:lvl3pPr>
            <a:lvl4pPr marL="1371686" indent="0">
              <a:buNone/>
              <a:defRPr sz="1619" b="1"/>
            </a:lvl4pPr>
            <a:lvl5pPr marL="1828915" indent="0">
              <a:buNone/>
              <a:defRPr sz="1619" b="1"/>
            </a:lvl5pPr>
            <a:lvl6pPr marL="2286144" indent="0">
              <a:buNone/>
              <a:defRPr sz="1619" b="1"/>
            </a:lvl6pPr>
            <a:lvl7pPr marL="2743372" indent="0">
              <a:buNone/>
              <a:defRPr sz="1619" b="1"/>
            </a:lvl7pPr>
            <a:lvl8pPr marL="3200601" indent="0">
              <a:buNone/>
              <a:defRPr sz="1619" b="1"/>
            </a:lvl8pPr>
            <a:lvl9pPr marL="3657830" indent="0">
              <a:buNone/>
              <a:defRPr sz="1619" b="1"/>
            </a:lvl9pPr>
          </a:lstStyle>
          <a:p>
            <a:pPr lvl="0"/>
            <a:r>
              <a:rPr lang="nl-NL"/>
              <a:t>Klik om de modelstijlen te bewerken</a:t>
            </a:r>
          </a:p>
        </p:txBody>
      </p:sp>
      <p:sp>
        <p:nvSpPr>
          <p:cNvPr id="6" name="Tijdelijke aanduiding voor inhoud 5"/>
          <p:cNvSpPr>
            <a:spLocks noGrp="1"/>
          </p:cNvSpPr>
          <p:nvPr>
            <p:ph sz="quarter" idx="4"/>
          </p:nvPr>
        </p:nvSpPr>
        <p:spPr>
          <a:xfrm>
            <a:off x="6193369" y="2174875"/>
            <a:ext cx="5389034" cy="3951288"/>
          </a:xfrm>
        </p:spPr>
        <p:txBody>
          <a:bodyPr/>
          <a:lstStyle>
            <a:lvl1pPr>
              <a:defRPr sz="2394"/>
            </a:lvl1pPr>
            <a:lvl2pPr>
              <a:defRPr sz="1971"/>
            </a:lvl2pPr>
            <a:lvl3pPr>
              <a:defRPr sz="1830"/>
            </a:lvl3pPr>
            <a:lvl4pPr>
              <a:defRPr sz="1619"/>
            </a:lvl4pPr>
            <a:lvl5pPr>
              <a:defRPr sz="1619"/>
            </a:lvl5pPr>
            <a:lvl6pPr>
              <a:defRPr sz="1619"/>
            </a:lvl6pPr>
            <a:lvl7pPr>
              <a:defRPr sz="1619"/>
            </a:lvl7pPr>
            <a:lvl8pPr>
              <a:defRPr sz="1619"/>
            </a:lvl8pPr>
            <a:lvl9pPr>
              <a:defRPr sz="1619"/>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p:cNvSpPr>
            <a:spLocks noGrp="1"/>
          </p:cNvSpPr>
          <p:nvPr>
            <p:ph type="dt" sz="half" idx="10"/>
          </p:nvPr>
        </p:nvSpPr>
        <p:spPr/>
        <p:txBody>
          <a:bodyPr/>
          <a:lstStyle/>
          <a:p>
            <a:fld id="{FE48A3F2-7AD1-4A6C-AEA3-EF59636D3FDE}" type="datetimeFigureOut">
              <a:rPr lang="nl-NL" smtClean="0"/>
              <a:t>14-9-2021</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86CB4B4D-7CA3-9044-876B-883B54F8677D}" type="slidenum">
              <a:rPr lang="nl-NL" smtClean="0"/>
              <a:t>‹#›</a:t>
            </a:fld>
            <a:endParaRPr lang="nl-NL"/>
          </a:p>
        </p:txBody>
      </p:sp>
    </p:spTree>
    <p:extLst>
      <p:ext uri="{BB962C8B-B14F-4D97-AF65-F5344CB8AC3E}">
        <p14:creationId xmlns:p14="http://schemas.microsoft.com/office/powerpoint/2010/main" val="5066131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datum 2"/>
          <p:cNvSpPr>
            <a:spLocks noGrp="1"/>
          </p:cNvSpPr>
          <p:nvPr>
            <p:ph type="dt" sz="half" idx="10"/>
          </p:nvPr>
        </p:nvSpPr>
        <p:spPr/>
        <p:txBody>
          <a:bodyPr/>
          <a:lstStyle/>
          <a:p>
            <a:fld id="{FE48A3F2-7AD1-4A6C-AEA3-EF59636D3FDE}" type="datetimeFigureOut">
              <a:rPr lang="nl-NL" smtClean="0"/>
              <a:t>14-9-2021</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86CB4B4D-7CA3-9044-876B-883B54F8677D}" type="slidenum">
              <a:rPr lang="nl-NL" smtClean="0"/>
              <a:t>‹#›</a:t>
            </a:fld>
            <a:endParaRPr lang="nl-NL"/>
          </a:p>
        </p:txBody>
      </p:sp>
    </p:spTree>
    <p:extLst>
      <p:ext uri="{BB962C8B-B14F-4D97-AF65-F5344CB8AC3E}">
        <p14:creationId xmlns:p14="http://schemas.microsoft.com/office/powerpoint/2010/main" val="9212203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FE48A3F2-7AD1-4A6C-AEA3-EF59636D3FDE}" type="datetimeFigureOut">
              <a:rPr lang="nl-NL" smtClean="0"/>
              <a:t>14-9-2021</a:t>
            </a:fld>
            <a:endParaRPr lang="nl-NL"/>
          </a:p>
        </p:txBody>
      </p:sp>
      <p:sp>
        <p:nvSpPr>
          <p:cNvPr id="3" name="Tijdelijke aanduiding voor voettekst 2"/>
          <p:cNvSpPr>
            <a:spLocks noGrp="1"/>
          </p:cNvSpPr>
          <p:nvPr>
            <p:ph type="ftr" sz="quarter" idx="11"/>
          </p:nvPr>
        </p:nvSpPr>
        <p:spPr/>
        <p:txBody>
          <a:bodyPr/>
          <a:lstStyle/>
          <a:p>
            <a:endParaRPr lang="nl-NL"/>
          </a:p>
        </p:txBody>
      </p:sp>
      <p:sp>
        <p:nvSpPr>
          <p:cNvPr id="4" name="Tijdelijke aanduiding voor dianummer 3"/>
          <p:cNvSpPr>
            <a:spLocks noGrp="1"/>
          </p:cNvSpPr>
          <p:nvPr>
            <p:ph type="sldNum" sz="quarter" idx="12"/>
          </p:nvPr>
        </p:nvSpPr>
        <p:spPr/>
        <p:txBody>
          <a:bodyPr/>
          <a:lstStyle/>
          <a:p>
            <a:fld id="{86CB4B4D-7CA3-9044-876B-883B54F8677D}" type="slidenum">
              <a:rPr lang="nl-NL" smtClean="0"/>
              <a:t>‹#›</a:t>
            </a:fld>
            <a:endParaRPr lang="nl-NL"/>
          </a:p>
        </p:txBody>
      </p:sp>
    </p:spTree>
    <p:extLst>
      <p:ext uri="{BB962C8B-B14F-4D97-AF65-F5344CB8AC3E}">
        <p14:creationId xmlns:p14="http://schemas.microsoft.com/office/powerpoint/2010/main" val="38663522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609602" y="273050"/>
            <a:ext cx="4011084" cy="1162050"/>
          </a:xfrm>
        </p:spPr>
        <p:txBody>
          <a:bodyPr anchor="b"/>
          <a:lstStyle>
            <a:lvl1pPr algn="l">
              <a:defRPr sz="1971" b="1"/>
            </a:lvl1pPr>
          </a:lstStyle>
          <a:p>
            <a:r>
              <a:rPr lang="nl-NL"/>
              <a:t>Klik om de stijl te bewerken</a:t>
            </a:r>
          </a:p>
        </p:txBody>
      </p:sp>
      <p:sp>
        <p:nvSpPr>
          <p:cNvPr id="3" name="Tijdelijke aanduiding voor inhoud 2"/>
          <p:cNvSpPr>
            <a:spLocks noGrp="1"/>
          </p:cNvSpPr>
          <p:nvPr>
            <p:ph idx="1"/>
          </p:nvPr>
        </p:nvSpPr>
        <p:spPr>
          <a:xfrm>
            <a:off x="4766734" y="273051"/>
            <a:ext cx="6815667" cy="5853113"/>
          </a:xfrm>
        </p:spPr>
        <p:txBody>
          <a:bodyPr/>
          <a:lstStyle>
            <a:lvl1pPr>
              <a:defRPr sz="3168"/>
            </a:lvl1pPr>
            <a:lvl2pPr>
              <a:defRPr sz="2816"/>
            </a:lvl2pPr>
            <a:lvl3pPr>
              <a:defRPr sz="2394"/>
            </a:lvl3pPr>
            <a:lvl4pPr>
              <a:defRPr sz="1971"/>
            </a:lvl4pPr>
            <a:lvl5pPr>
              <a:defRPr sz="1971"/>
            </a:lvl5pPr>
            <a:lvl6pPr>
              <a:defRPr sz="1971"/>
            </a:lvl6pPr>
            <a:lvl7pPr>
              <a:defRPr sz="1971"/>
            </a:lvl7pPr>
            <a:lvl8pPr>
              <a:defRPr sz="1971"/>
            </a:lvl8pPr>
            <a:lvl9pPr>
              <a:defRPr sz="1971"/>
            </a:lvl9p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p:cNvSpPr>
            <a:spLocks noGrp="1"/>
          </p:cNvSpPr>
          <p:nvPr>
            <p:ph type="body" sz="half" idx="2"/>
          </p:nvPr>
        </p:nvSpPr>
        <p:spPr>
          <a:xfrm>
            <a:off x="609602" y="1435102"/>
            <a:ext cx="4011084" cy="4691063"/>
          </a:xfrm>
        </p:spPr>
        <p:txBody>
          <a:bodyPr/>
          <a:lstStyle>
            <a:lvl1pPr marL="0" indent="0">
              <a:buNone/>
              <a:defRPr sz="1408"/>
            </a:lvl1pPr>
            <a:lvl2pPr marL="457229" indent="0">
              <a:buNone/>
              <a:defRPr sz="1197"/>
            </a:lvl2pPr>
            <a:lvl3pPr marL="914457" indent="0">
              <a:buNone/>
              <a:defRPr sz="986"/>
            </a:lvl3pPr>
            <a:lvl4pPr marL="1371686" indent="0">
              <a:buNone/>
              <a:defRPr sz="915"/>
            </a:lvl4pPr>
            <a:lvl5pPr marL="1828915" indent="0">
              <a:buNone/>
              <a:defRPr sz="915"/>
            </a:lvl5pPr>
            <a:lvl6pPr marL="2286144" indent="0">
              <a:buNone/>
              <a:defRPr sz="915"/>
            </a:lvl6pPr>
            <a:lvl7pPr marL="2743372" indent="0">
              <a:buNone/>
              <a:defRPr sz="915"/>
            </a:lvl7pPr>
            <a:lvl8pPr marL="3200601" indent="0">
              <a:buNone/>
              <a:defRPr sz="915"/>
            </a:lvl8pPr>
            <a:lvl9pPr marL="3657830" indent="0">
              <a:buNone/>
              <a:defRPr sz="915"/>
            </a:lvl9pPr>
          </a:lstStyle>
          <a:p>
            <a:pPr lvl="0"/>
            <a:r>
              <a:rPr lang="nl-NL"/>
              <a:t>Klik om de modelstijlen te bewerken</a:t>
            </a:r>
          </a:p>
        </p:txBody>
      </p:sp>
      <p:sp>
        <p:nvSpPr>
          <p:cNvPr id="5" name="Tijdelijke aanduiding voor datum 4"/>
          <p:cNvSpPr>
            <a:spLocks noGrp="1"/>
          </p:cNvSpPr>
          <p:nvPr>
            <p:ph type="dt" sz="half" idx="10"/>
          </p:nvPr>
        </p:nvSpPr>
        <p:spPr/>
        <p:txBody>
          <a:bodyPr/>
          <a:lstStyle/>
          <a:p>
            <a:fld id="{FE48A3F2-7AD1-4A6C-AEA3-EF59636D3FDE}" type="datetimeFigureOut">
              <a:rPr lang="nl-NL" smtClean="0"/>
              <a:t>14-9-2021</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86CB4B4D-7CA3-9044-876B-883B54F8677D}" type="slidenum">
              <a:rPr lang="nl-NL" smtClean="0"/>
              <a:t>‹#›</a:t>
            </a:fld>
            <a:endParaRPr lang="nl-NL"/>
          </a:p>
        </p:txBody>
      </p:sp>
    </p:spTree>
    <p:extLst>
      <p:ext uri="{BB962C8B-B14F-4D97-AF65-F5344CB8AC3E}">
        <p14:creationId xmlns:p14="http://schemas.microsoft.com/office/powerpoint/2010/main" val="346901288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p:cNvSpPr>
            <a:spLocks noGrp="1"/>
          </p:cNvSpPr>
          <p:nvPr>
            <p:ph type="title"/>
          </p:nvPr>
        </p:nvSpPr>
        <p:spPr>
          <a:xfrm>
            <a:off x="2389718" y="4800600"/>
            <a:ext cx="7315200" cy="566738"/>
          </a:xfrm>
        </p:spPr>
        <p:txBody>
          <a:bodyPr anchor="b"/>
          <a:lstStyle>
            <a:lvl1pPr algn="l">
              <a:defRPr sz="1971" b="1"/>
            </a:lvl1pPr>
          </a:lstStyle>
          <a:p>
            <a:r>
              <a:rPr lang="nl-NL"/>
              <a:t>Klik om de stijl te bewerken</a:t>
            </a:r>
          </a:p>
        </p:txBody>
      </p:sp>
      <p:sp>
        <p:nvSpPr>
          <p:cNvPr id="3" name="Tijdelijke aanduiding voor afbeelding 2"/>
          <p:cNvSpPr>
            <a:spLocks noGrp="1"/>
          </p:cNvSpPr>
          <p:nvPr>
            <p:ph type="pic" idx="1"/>
          </p:nvPr>
        </p:nvSpPr>
        <p:spPr>
          <a:xfrm>
            <a:off x="2389718" y="612775"/>
            <a:ext cx="7315200" cy="4114800"/>
          </a:xfrm>
        </p:spPr>
        <p:txBody>
          <a:bodyPr/>
          <a:lstStyle>
            <a:lvl1pPr marL="0" indent="0">
              <a:buNone/>
              <a:defRPr sz="3168"/>
            </a:lvl1pPr>
            <a:lvl2pPr marL="457229" indent="0">
              <a:buNone/>
              <a:defRPr sz="2816"/>
            </a:lvl2pPr>
            <a:lvl3pPr marL="914457" indent="0">
              <a:buNone/>
              <a:defRPr sz="2394"/>
            </a:lvl3pPr>
            <a:lvl4pPr marL="1371686" indent="0">
              <a:buNone/>
              <a:defRPr sz="1971"/>
            </a:lvl4pPr>
            <a:lvl5pPr marL="1828915" indent="0">
              <a:buNone/>
              <a:defRPr sz="1971"/>
            </a:lvl5pPr>
            <a:lvl6pPr marL="2286144" indent="0">
              <a:buNone/>
              <a:defRPr sz="1971"/>
            </a:lvl6pPr>
            <a:lvl7pPr marL="2743372" indent="0">
              <a:buNone/>
              <a:defRPr sz="1971"/>
            </a:lvl7pPr>
            <a:lvl8pPr marL="3200601" indent="0">
              <a:buNone/>
              <a:defRPr sz="1971"/>
            </a:lvl8pPr>
            <a:lvl9pPr marL="3657830" indent="0">
              <a:buNone/>
              <a:defRPr sz="1971"/>
            </a:lvl9pPr>
          </a:lstStyle>
          <a:p>
            <a:endParaRPr lang="nl-NL"/>
          </a:p>
        </p:txBody>
      </p:sp>
      <p:sp>
        <p:nvSpPr>
          <p:cNvPr id="4" name="Tijdelijke aanduiding voor tekst 3"/>
          <p:cNvSpPr>
            <a:spLocks noGrp="1"/>
          </p:cNvSpPr>
          <p:nvPr>
            <p:ph type="body" sz="half" idx="2"/>
          </p:nvPr>
        </p:nvSpPr>
        <p:spPr>
          <a:xfrm>
            <a:off x="2389718" y="5367338"/>
            <a:ext cx="7315200" cy="804862"/>
          </a:xfrm>
        </p:spPr>
        <p:txBody>
          <a:bodyPr/>
          <a:lstStyle>
            <a:lvl1pPr marL="0" indent="0">
              <a:buNone/>
              <a:defRPr sz="1408"/>
            </a:lvl1pPr>
            <a:lvl2pPr marL="457229" indent="0">
              <a:buNone/>
              <a:defRPr sz="1197"/>
            </a:lvl2pPr>
            <a:lvl3pPr marL="914457" indent="0">
              <a:buNone/>
              <a:defRPr sz="986"/>
            </a:lvl3pPr>
            <a:lvl4pPr marL="1371686" indent="0">
              <a:buNone/>
              <a:defRPr sz="915"/>
            </a:lvl4pPr>
            <a:lvl5pPr marL="1828915" indent="0">
              <a:buNone/>
              <a:defRPr sz="915"/>
            </a:lvl5pPr>
            <a:lvl6pPr marL="2286144" indent="0">
              <a:buNone/>
              <a:defRPr sz="915"/>
            </a:lvl6pPr>
            <a:lvl7pPr marL="2743372" indent="0">
              <a:buNone/>
              <a:defRPr sz="915"/>
            </a:lvl7pPr>
            <a:lvl8pPr marL="3200601" indent="0">
              <a:buNone/>
              <a:defRPr sz="915"/>
            </a:lvl8pPr>
            <a:lvl9pPr marL="3657830" indent="0">
              <a:buNone/>
              <a:defRPr sz="915"/>
            </a:lvl9pPr>
          </a:lstStyle>
          <a:p>
            <a:pPr lvl="0"/>
            <a:r>
              <a:rPr lang="nl-NL"/>
              <a:t>Klik om de modelstijlen te bewerken</a:t>
            </a:r>
          </a:p>
        </p:txBody>
      </p:sp>
      <p:sp>
        <p:nvSpPr>
          <p:cNvPr id="5" name="Tijdelijke aanduiding voor datum 4"/>
          <p:cNvSpPr>
            <a:spLocks noGrp="1"/>
          </p:cNvSpPr>
          <p:nvPr>
            <p:ph type="dt" sz="half" idx="10"/>
          </p:nvPr>
        </p:nvSpPr>
        <p:spPr/>
        <p:txBody>
          <a:bodyPr/>
          <a:lstStyle/>
          <a:p>
            <a:fld id="{FE48A3F2-7AD1-4A6C-AEA3-EF59636D3FDE}" type="datetimeFigureOut">
              <a:rPr lang="nl-NL" smtClean="0"/>
              <a:t>14-9-2021</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86CB4B4D-7CA3-9044-876B-883B54F8677D}" type="slidenum">
              <a:rPr lang="nl-NL" smtClean="0"/>
              <a:t>‹#›</a:t>
            </a:fld>
            <a:endParaRPr lang="nl-NL"/>
          </a:p>
        </p:txBody>
      </p:sp>
    </p:spTree>
    <p:extLst>
      <p:ext uri="{BB962C8B-B14F-4D97-AF65-F5344CB8AC3E}">
        <p14:creationId xmlns:p14="http://schemas.microsoft.com/office/powerpoint/2010/main" val="253240231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Klik om de stijl te bewerken</a:t>
            </a:r>
          </a:p>
        </p:txBody>
      </p:sp>
      <p:sp>
        <p:nvSpPr>
          <p:cNvPr id="3" name="Tijdelijke aanduiding voor verticale tekst 2"/>
          <p:cNvSpPr>
            <a:spLocks noGrp="1"/>
          </p:cNvSpPr>
          <p:nvPr>
            <p:ph type="body" orient="vert" idx="1"/>
          </p:nvPr>
        </p:nvSpPr>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FE48A3F2-7AD1-4A6C-AEA3-EF59636D3FDE}" type="datetimeFigureOut">
              <a:rPr lang="nl-NL" smtClean="0"/>
              <a:t>14-9-2021</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6CB4B4D-7CA3-9044-876B-883B54F8677D}" type="slidenum">
              <a:rPr lang="nl-NL" smtClean="0"/>
              <a:t>‹#›</a:t>
            </a:fld>
            <a:endParaRPr lang="nl-NL"/>
          </a:p>
        </p:txBody>
      </p:sp>
    </p:spTree>
    <p:extLst>
      <p:ext uri="{BB962C8B-B14F-4D97-AF65-F5344CB8AC3E}">
        <p14:creationId xmlns:p14="http://schemas.microsoft.com/office/powerpoint/2010/main" val="236427223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p:cNvSpPr>
            <a:spLocks noGrp="1"/>
          </p:cNvSpPr>
          <p:nvPr>
            <p:ph type="title" orient="vert"/>
          </p:nvPr>
        </p:nvSpPr>
        <p:spPr>
          <a:xfrm>
            <a:off x="8839200" y="274640"/>
            <a:ext cx="2743200" cy="5851525"/>
          </a:xfrm>
        </p:spPr>
        <p:txBody>
          <a:bodyPr vert="eaVert"/>
          <a:lstStyle/>
          <a:p>
            <a:r>
              <a:rPr lang="nl-NL"/>
              <a:t>Klik om de stijl te bewerken</a:t>
            </a:r>
          </a:p>
        </p:txBody>
      </p:sp>
      <p:sp>
        <p:nvSpPr>
          <p:cNvPr id="3" name="Tijdelijke aanduiding voor verticale tekst 2"/>
          <p:cNvSpPr>
            <a:spLocks noGrp="1"/>
          </p:cNvSpPr>
          <p:nvPr>
            <p:ph type="body" orient="vert" idx="1"/>
          </p:nvPr>
        </p:nvSpPr>
        <p:spPr>
          <a:xfrm>
            <a:off x="609602" y="274640"/>
            <a:ext cx="8026400" cy="5851525"/>
          </a:xfrm>
        </p:spPr>
        <p:txBody>
          <a:bodyPr vert="eaVert"/>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10"/>
          </p:nvPr>
        </p:nvSpPr>
        <p:spPr/>
        <p:txBody>
          <a:bodyPr/>
          <a:lstStyle/>
          <a:p>
            <a:fld id="{FE48A3F2-7AD1-4A6C-AEA3-EF59636D3FDE}" type="datetimeFigureOut">
              <a:rPr lang="nl-NL" smtClean="0"/>
              <a:t>14-9-2021</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6CB4B4D-7CA3-9044-876B-883B54F8677D}" type="slidenum">
              <a:rPr lang="nl-NL" smtClean="0"/>
              <a:t>‹#›</a:t>
            </a:fld>
            <a:endParaRPr lang="nl-NL"/>
          </a:p>
        </p:txBody>
      </p:sp>
    </p:spTree>
    <p:extLst>
      <p:ext uri="{BB962C8B-B14F-4D97-AF65-F5344CB8AC3E}">
        <p14:creationId xmlns:p14="http://schemas.microsoft.com/office/powerpoint/2010/main" val="26802128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tx">
  <p:cSld name="Title and Content">
    <p:bg>
      <p:bgPr>
        <a:solidFill>
          <a:schemeClr val="accent3">
            <a:lumOff val="44000"/>
          </a:schemeClr>
        </a:solidFill>
        <a:effectLst/>
      </p:bgPr>
    </p:bg>
    <p:spTree>
      <p:nvGrpSpPr>
        <p:cNvPr id="1" name=""/>
        <p:cNvGrpSpPr/>
        <p:nvPr/>
      </p:nvGrpSpPr>
      <p:grpSpPr>
        <a:xfrm>
          <a:off x="0" y="0"/>
          <a:ext cx="0" cy="0"/>
          <a:chOff x="0" y="0"/>
          <a:chExt cx="0" cy="0"/>
        </a:xfrm>
      </p:grpSpPr>
      <p:sp>
        <p:nvSpPr>
          <p:cNvPr id="1054" name="Title Text"/>
          <p:cNvSpPr txBox="1">
            <a:spLocks noGrp="1"/>
          </p:cNvSpPr>
          <p:nvPr>
            <p:ph type="title"/>
          </p:nvPr>
        </p:nvSpPr>
        <p:spPr>
          <a:xfrm>
            <a:off x="610121" y="152575"/>
            <a:ext cx="10982187" cy="991731"/>
          </a:xfrm>
          <a:prstGeom prst="rect">
            <a:avLst/>
          </a:prstGeom>
        </p:spPr>
        <p:txBody>
          <a:bodyPr lIns="65008" tIns="65008" rIns="65008" bIns="65008" anchor="b"/>
          <a:lstStyle>
            <a:lvl1pPr algn="l" defTabSz="643687">
              <a:defRPr sz="3168" b="0">
                <a:solidFill>
                  <a:srgbClr val="464653"/>
                </a:solidFill>
                <a:latin typeface="Bookman Old Style"/>
                <a:ea typeface="Bookman Old Style"/>
                <a:cs typeface="Bookman Old Style"/>
                <a:sym typeface="Bookman Old Style"/>
              </a:defRPr>
            </a:lvl1pPr>
          </a:lstStyle>
          <a:p>
            <a:r>
              <a:t>Title Text</a:t>
            </a:r>
          </a:p>
        </p:txBody>
      </p:sp>
      <p:sp>
        <p:nvSpPr>
          <p:cNvPr id="1055" name="Body Level One…"/>
          <p:cNvSpPr txBox="1">
            <a:spLocks noGrp="1"/>
          </p:cNvSpPr>
          <p:nvPr>
            <p:ph type="body" idx="1"/>
          </p:nvPr>
        </p:nvSpPr>
        <p:spPr>
          <a:xfrm>
            <a:off x="610121" y="1220591"/>
            <a:ext cx="10982187" cy="4943394"/>
          </a:xfrm>
          <a:prstGeom prst="rect">
            <a:avLst/>
          </a:prstGeom>
        </p:spPr>
        <p:txBody>
          <a:bodyPr lIns="65008" tIns="65008" rIns="65008" bIns="65008"/>
          <a:lstStyle>
            <a:lvl1pPr marL="274596" indent="-274596" algn="l" defTabSz="643687">
              <a:spcBef>
                <a:spcPts val="563"/>
              </a:spcBef>
              <a:buClr>
                <a:srgbClr val="727CA3"/>
              </a:buClr>
              <a:buSzPct val="76000"/>
              <a:buChar char=""/>
              <a:defRPr sz="2605" b="0">
                <a:solidFill>
                  <a:srgbClr val="000000"/>
                </a:solidFill>
                <a:latin typeface="Gill Sans MT"/>
                <a:ea typeface="Gill Sans MT"/>
                <a:cs typeface="Gill Sans MT"/>
                <a:sym typeface="Gill Sans MT"/>
              </a:defRPr>
            </a:lvl1pPr>
            <a:lvl2pPr marL="582478" indent="-307880" algn="l" defTabSz="643687">
              <a:spcBef>
                <a:spcPts val="563"/>
              </a:spcBef>
              <a:buClr>
                <a:srgbClr val="727CA3"/>
              </a:buClr>
              <a:buSzPct val="76000"/>
              <a:buChar char=""/>
              <a:defRPr sz="2605" b="0">
                <a:solidFill>
                  <a:srgbClr val="000000"/>
                </a:solidFill>
                <a:latin typeface="Gill Sans MT"/>
                <a:ea typeface="Gill Sans MT"/>
                <a:cs typeface="Gill Sans MT"/>
                <a:sym typeface="Gill Sans MT"/>
              </a:defRPr>
            </a:lvl2pPr>
            <a:lvl3pPr marL="897342" indent="-302383" algn="l" defTabSz="643687">
              <a:spcBef>
                <a:spcPts val="563"/>
              </a:spcBef>
              <a:buClr>
                <a:srgbClr val="727CA3"/>
              </a:buClr>
              <a:buSzPct val="76000"/>
              <a:buChar char=""/>
              <a:defRPr sz="2605" b="0">
                <a:solidFill>
                  <a:srgbClr val="000000"/>
                </a:solidFill>
                <a:latin typeface="Gill Sans MT"/>
                <a:ea typeface="Gill Sans MT"/>
                <a:cs typeface="Gill Sans MT"/>
                <a:sym typeface="Gill Sans MT"/>
              </a:defRPr>
            </a:lvl3pPr>
            <a:lvl4pPr marL="1195198" indent="-325644" algn="l" defTabSz="643687">
              <a:spcBef>
                <a:spcPts val="563"/>
              </a:spcBef>
              <a:buClr>
                <a:srgbClr val="727CA3"/>
              </a:buClr>
              <a:buSzPct val="70000"/>
              <a:buChar char="◻"/>
              <a:defRPr sz="2605" b="0">
                <a:solidFill>
                  <a:srgbClr val="000000"/>
                </a:solidFill>
                <a:latin typeface="Gill Sans MT"/>
                <a:ea typeface="Gill Sans MT"/>
                <a:cs typeface="Gill Sans MT"/>
                <a:sym typeface="Gill Sans MT"/>
              </a:defRPr>
            </a:lvl4pPr>
            <a:lvl5pPr marL="1512271" indent="-368119" algn="l" defTabSz="643687">
              <a:spcBef>
                <a:spcPts val="563"/>
              </a:spcBef>
              <a:buClr>
                <a:srgbClr val="727CA3"/>
              </a:buClr>
              <a:buSzPct val="70000"/>
              <a:buChar char="◻"/>
              <a:defRPr sz="2605" b="0">
                <a:solidFill>
                  <a:srgbClr val="000000"/>
                </a:solidFill>
                <a:latin typeface="Gill Sans MT"/>
                <a:ea typeface="Gill Sans MT"/>
                <a:cs typeface="Gill Sans MT"/>
                <a:sym typeface="Gill Sans MT"/>
              </a:defRPr>
            </a:lvl5pPr>
          </a:lstStyle>
          <a:p>
            <a:r>
              <a:t>Body Level One</a:t>
            </a:r>
          </a:p>
          <a:p>
            <a:pPr lvl="1"/>
            <a:r>
              <a:t>Body Level Two</a:t>
            </a:r>
          </a:p>
          <a:p>
            <a:pPr lvl="2"/>
            <a:r>
              <a:t>Body Level Three</a:t>
            </a:r>
          </a:p>
          <a:p>
            <a:pPr lvl="3"/>
            <a:r>
              <a:t>Body Level Four</a:t>
            </a:r>
          </a:p>
          <a:p>
            <a:pPr lvl="4"/>
            <a:r>
              <a:t>Body Level Five</a:t>
            </a:r>
          </a:p>
        </p:txBody>
      </p:sp>
      <p:sp>
        <p:nvSpPr>
          <p:cNvPr id="1056" name="Slide Number"/>
          <p:cNvSpPr txBox="1">
            <a:spLocks noGrp="1"/>
          </p:cNvSpPr>
          <p:nvPr>
            <p:ph type="sldNum" sz="quarter" idx="2"/>
          </p:nvPr>
        </p:nvSpPr>
        <p:spPr>
          <a:xfrm>
            <a:off x="817564" y="6363603"/>
            <a:ext cx="388983" cy="315079"/>
          </a:xfrm>
          <a:prstGeom prst="rect">
            <a:avLst/>
          </a:prstGeom>
        </p:spPr>
        <p:txBody>
          <a:bodyPr lIns="65008" tIns="65008" rIns="65008" bIns="65008" anchor="t"/>
          <a:lstStyle>
            <a:lvl1pPr algn="l">
              <a:defRPr sz="1408">
                <a:solidFill>
                  <a:srgbClr val="464653"/>
                </a:solidFill>
              </a:defRPr>
            </a:lvl1pPr>
          </a:lstStyle>
          <a:p>
            <a:fld id="{86CB4B4D-7CA3-9044-876B-883B54F8677D}" type="slidenum">
              <a:t>‹#›</a:t>
            </a:fld>
            <a:endParaRPr/>
          </a:p>
        </p:txBody>
      </p:sp>
    </p:spTree>
    <p:extLst>
      <p:ext uri="{BB962C8B-B14F-4D97-AF65-F5344CB8AC3E}">
        <p14:creationId xmlns:p14="http://schemas.microsoft.com/office/powerpoint/2010/main" val="658765318"/>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50E04687-1B6B-4899-B6BB-090A1F76EBD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x-none"/>
          </a:p>
        </p:txBody>
      </p:sp>
      <p:sp>
        <p:nvSpPr>
          <p:cNvPr id="3" name="Tijdelijke aanduiding voor tekst 2">
            <a:extLst>
              <a:ext uri="{FF2B5EF4-FFF2-40B4-BE49-F238E27FC236}">
                <a16:creationId xmlns:a16="http://schemas.microsoft.com/office/drawing/2014/main" id="{DA4030F2-7EEE-4891-8376-177C9E1614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x-none"/>
          </a:p>
        </p:txBody>
      </p:sp>
      <p:sp>
        <p:nvSpPr>
          <p:cNvPr id="4" name="Tijdelijke aanduiding voor datum 3">
            <a:extLst>
              <a:ext uri="{FF2B5EF4-FFF2-40B4-BE49-F238E27FC236}">
                <a16:creationId xmlns:a16="http://schemas.microsoft.com/office/drawing/2014/main" id="{C652D5A3-91BA-4EA9-A62C-DEBF5D64C8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4025F6-C13D-4AAF-BAA5-30E1BD01C601}" type="datetimeFigureOut">
              <a:rPr lang="x-none" smtClean="0"/>
              <a:t>14/09/2021</a:t>
            </a:fld>
            <a:endParaRPr lang="x-none"/>
          </a:p>
        </p:txBody>
      </p:sp>
      <p:sp>
        <p:nvSpPr>
          <p:cNvPr id="5" name="Tijdelijke aanduiding voor voettekst 4">
            <a:extLst>
              <a:ext uri="{FF2B5EF4-FFF2-40B4-BE49-F238E27FC236}">
                <a16:creationId xmlns:a16="http://schemas.microsoft.com/office/drawing/2014/main" id="{A1DFAB46-944A-4877-B007-7CB81F62B2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x-none"/>
          </a:p>
        </p:txBody>
      </p:sp>
      <p:sp>
        <p:nvSpPr>
          <p:cNvPr id="6" name="Tijdelijke aanduiding voor dianummer 5">
            <a:extLst>
              <a:ext uri="{FF2B5EF4-FFF2-40B4-BE49-F238E27FC236}">
                <a16:creationId xmlns:a16="http://schemas.microsoft.com/office/drawing/2014/main" id="{A141B0BA-DD9F-47A8-B69E-86D0F679E90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1C74604-CC04-4123-B880-735538E47C4A}" type="slidenum">
              <a:rPr lang="x-none" smtClean="0"/>
              <a:t>‹#›</a:t>
            </a:fld>
            <a:endParaRPr lang="x-none"/>
          </a:p>
        </p:txBody>
      </p:sp>
    </p:spTree>
    <p:extLst>
      <p:ext uri="{BB962C8B-B14F-4D97-AF65-F5344CB8AC3E}">
        <p14:creationId xmlns:p14="http://schemas.microsoft.com/office/powerpoint/2010/main" val="145669419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b="0" i="0" u="none"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u="none"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x-non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p:cNvSpPr>
            <a:spLocks noGrp="1"/>
          </p:cNvSpPr>
          <p:nvPr>
            <p:ph type="title"/>
          </p:nvPr>
        </p:nvSpPr>
        <p:spPr>
          <a:xfrm>
            <a:off x="609600" y="274638"/>
            <a:ext cx="10972800" cy="1143000"/>
          </a:xfrm>
          <a:prstGeom prst="rect">
            <a:avLst/>
          </a:prstGeom>
        </p:spPr>
        <p:txBody>
          <a:bodyPr vert="horz" lIns="129895" tIns="64947" rIns="129895" bIns="64947" rtlCol="0" anchor="ctr">
            <a:normAutofit/>
          </a:bodyPr>
          <a:lstStyle/>
          <a:p>
            <a:r>
              <a:rPr lang="nl-NL"/>
              <a:t>Klik om de stijl te bewerken</a:t>
            </a:r>
          </a:p>
        </p:txBody>
      </p:sp>
      <p:sp>
        <p:nvSpPr>
          <p:cNvPr id="3" name="Tijdelijke aanduiding voor tekst 2"/>
          <p:cNvSpPr>
            <a:spLocks noGrp="1"/>
          </p:cNvSpPr>
          <p:nvPr>
            <p:ph type="body" idx="1"/>
          </p:nvPr>
        </p:nvSpPr>
        <p:spPr>
          <a:xfrm>
            <a:off x="609600" y="1600200"/>
            <a:ext cx="10972800" cy="4525963"/>
          </a:xfrm>
          <a:prstGeom prst="rect">
            <a:avLst/>
          </a:prstGeom>
        </p:spPr>
        <p:txBody>
          <a:bodyPr vert="horz" lIns="129895" tIns="64947" rIns="129895" bIns="64947" rtlCol="0">
            <a:normAutofit/>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p:cNvSpPr>
            <a:spLocks noGrp="1"/>
          </p:cNvSpPr>
          <p:nvPr>
            <p:ph type="dt" sz="half" idx="2"/>
          </p:nvPr>
        </p:nvSpPr>
        <p:spPr>
          <a:xfrm>
            <a:off x="609600" y="6356352"/>
            <a:ext cx="2844800" cy="365125"/>
          </a:xfrm>
          <a:prstGeom prst="rect">
            <a:avLst/>
          </a:prstGeom>
        </p:spPr>
        <p:txBody>
          <a:bodyPr vert="horz" lIns="129895" tIns="64947" rIns="129895" bIns="64947" rtlCol="0" anchor="ctr"/>
          <a:lstStyle>
            <a:lvl1pPr algn="l">
              <a:defRPr sz="1197">
                <a:solidFill>
                  <a:schemeClr val="tx1">
                    <a:tint val="75000"/>
                  </a:schemeClr>
                </a:solidFill>
              </a:defRPr>
            </a:lvl1pPr>
          </a:lstStyle>
          <a:p>
            <a:fld id="{FE48A3F2-7AD1-4A6C-AEA3-EF59636D3FDE}" type="datetimeFigureOut">
              <a:rPr lang="nl-NL" smtClean="0"/>
              <a:t>14-9-2021</a:t>
            </a:fld>
            <a:endParaRPr lang="nl-NL"/>
          </a:p>
        </p:txBody>
      </p:sp>
      <p:sp>
        <p:nvSpPr>
          <p:cNvPr id="5" name="Tijdelijke aanduiding voor voettekst 4"/>
          <p:cNvSpPr>
            <a:spLocks noGrp="1"/>
          </p:cNvSpPr>
          <p:nvPr>
            <p:ph type="ftr" sz="quarter" idx="3"/>
          </p:nvPr>
        </p:nvSpPr>
        <p:spPr>
          <a:xfrm>
            <a:off x="4165602" y="6356352"/>
            <a:ext cx="3860800" cy="365125"/>
          </a:xfrm>
          <a:prstGeom prst="rect">
            <a:avLst/>
          </a:prstGeom>
        </p:spPr>
        <p:txBody>
          <a:bodyPr vert="horz" lIns="129895" tIns="64947" rIns="129895" bIns="64947" rtlCol="0" anchor="ctr"/>
          <a:lstStyle>
            <a:lvl1pPr algn="ctr">
              <a:defRPr sz="1197">
                <a:solidFill>
                  <a:schemeClr val="tx1">
                    <a:tint val="75000"/>
                  </a:schemeClr>
                </a:solidFill>
              </a:defRPr>
            </a:lvl1pPr>
          </a:lstStyle>
          <a:p>
            <a:endParaRPr lang="nl-NL"/>
          </a:p>
        </p:txBody>
      </p:sp>
      <p:sp>
        <p:nvSpPr>
          <p:cNvPr id="6" name="Tijdelijke aanduiding voor dianummer 5"/>
          <p:cNvSpPr>
            <a:spLocks noGrp="1"/>
          </p:cNvSpPr>
          <p:nvPr>
            <p:ph type="sldNum" sz="quarter" idx="4"/>
          </p:nvPr>
        </p:nvSpPr>
        <p:spPr>
          <a:xfrm>
            <a:off x="8737600" y="6356352"/>
            <a:ext cx="2844800" cy="365125"/>
          </a:xfrm>
          <a:prstGeom prst="rect">
            <a:avLst/>
          </a:prstGeom>
        </p:spPr>
        <p:txBody>
          <a:bodyPr vert="horz" lIns="129895" tIns="64947" rIns="129895" bIns="64947" rtlCol="0" anchor="ctr"/>
          <a:lstStyle>
            <a:lvl1pPr algn="r">
              <a:defRPr sz="1197">
                <a:solidFill>
                  <a:schemeClr val="tx1">
                    <a:tint val="75000"/>
                  </a:schemeClr>
                </a:solidFill>
              </a:defRPr>
            </a:lvl1pPr>
          </a:lstStyle>
          <a:p>
            <a:fld id="{86CB4B4D-7CA3-9044-876B-883B54F8677D}" type="slidenum">
              <a:rPr lang="nl-NL" smtClean="0"/>
              <a:t>‹#›</a:t>
            </a:fld>
            <a:endParaRPr lang="nl-NL"/>
          </a:p>
        </p:txBody>
      </p:sp>
    </p:spTree>
    <p:extLst>
      <p:ext uri="{BB962C8B-B14F-4D97-AF65-F5344CB8AC3E}">
        <p14:creationId xmlns:p14="http://schemas.microsoft.com/office/powerpoint/2010/main" val="2822043819"/>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Lst>
  <p:txStyles>
    <p:titleStyle>
      <a:lvl1pPr algn="ctr" defTabSz="914457" rtl="0" eaLnBrk="1" latinLnBrk="0" hangingPunct="1">
        <a:spcBef>
          <a:spcPct val="0"/>
        </a:spcBef>
        <a:buNone/>
        <a:defRPr sz="4435" b="0" i="0" u="none" kern="1200">
          <a:solidFill>
            <a:schemeClr val="tx1"/>
          </a:solidFill>
          <a:latin typeface="+mj-lt"/>
          <a:ea typeface="+mj-ea"/>
          <a:cs typeface="+mj-cs"/>
        </a:defRPr>
      </a:lvl1pPr>
    </p:titleStyle>
    <p:bodyStyle>
      <a:lvl1pPr marL="342922" indent="-342922" algn="l" defTabSz="914457" rtl="0" eaLnBrk="1" latinLnBrk="0" hangingPunct="1">
        <a:spcBef>
          <a:spcPct val="20000"/>
        </a:spcBef>
        <a:buFont typeface="Arial" panose="020B0604020202020204" pitchFamily="34" charset="0"/>
        <a:buChar char="•"/>
        <a:defRPr sz="3168" kern="1200">
          <a:solidFill>
            <a:schemeClr val="tx1"/>
          </a:solidFill>
          <a:latin typeface="+mn-lt"/>
          <a:ea typeface="+mn-ea"/>
          <a:cs typeface="+mn-cs"/>
        </a:defRPr>
      </a:lvl1pPr>
      <a:lvl2pPr marL="742997" indent="-285767" algn="l" defTabSz="914457" rtl="0" eaLnBrk="1" latinLnBrk="0" hangingPunct="1">
        <a:spcBef>
          <a:spcPct val="20000"/>
        </a:spcBef>
        <a:buFont typeface="Arial" panose="020B0604020202020204" pitchFamily="34" charset="0"/>
        <a:buChar char="–"/>
        <a:defRPr sz="2816" b="0" i="0" u="none" kern="1200">
          <a:solidFill>
            <a:schemeClr val="tx1"/>
          </a:solidFill>
          <a:latin typeface="+mn-lt"/>
          <a:ea typeface="+mn-ea"/>
          <a:cs typeface="+mn-cs"/>
        </a:defRPr>
      </a:lvl2pPr>
      <a:lvl3pPr marL="1143072" indent="-228614" algn="l" defTabSz="914457" rtl="0" eaLnBrk="1" latinLnBrk="0" hangingPunct="1">
        <a:spcBef>
          <a:spcPct val="20000"/>
        </a:spcBef>
        <a:buFont typeface="Arial" panose="020B0604020202020204" pitchFamily="34" charset="0"/>
        <a:buChar char="•"/>
        <a:defRPr sz="2394" kern="1200">
          <a:solidFill>
            <a:schemeClr val="tx1"/>
          </a:solidFill>
          <a:latin typeface="+mn-lt"/>
          <a:ea typeface="+mn-ea"/>
          <a:cs typeface="+mn-cs"/>
        </a:defRPr>
      </a:lvl3pPr>
      <a:lvl4pPr marL="1600300" indent="-228614" algn="l" defTabSz="914457" rtl="0" eaLnBrk="1" latinLnBrk="0" hangingPunct="1">
        <a:spcBef>
          <a:spcPct val="20000"/>
        </a:spcBef>
        <a:buFont typeface="Arial" panose="020B0604020202020204" pitchFamily="34" charset="0"/>
        <a:buChar char="–"/>
        <a:defRPr sz="1971" kern="1200">
          <a:solidFill>
            <a:schemeClr val="tx1"/>
          </a:solidFill>
          <a:latin typeface="+mn-lt"/>
          <a:ea typeface="+mn-ea"/>
          <a:cs typeface="+mn-cs"/>
        </a:defRPr>
      </a:lvl4pPr>
      <a:lvl5pPr marL="2057529" indent="-228614" algn="l" defTabSz="914457" rtl="0" eaLnBrk="1" latinLnBrk="0" hangingPunct="1">
        <a:spcBef>
          <a:spcPct val="20000"/>
        </a:spcBef>
        <a:buFont typeface="Arial" panose="020B0604020202020204" pitchFamily="34" charset="0"/>
        <a:buChar char="»"/>
        <a:defRPr sz="1971" kern="1200">
          <a:solidFill>
            <a:schemeClr val="tx1"/>
          </a:solidFill>
          <a:latin typeface="+mn-lt"/>
          <a:ea typeface="+mn-ea"/>
          <a:cs typeface="+mn-cs"/>
        </a:defRPr>
      </a:lvl5pPr>
      <a:lvl6pPr marL="2514758" indent="-228614" algn="l" defTabSz="914457" rtl="0" eaLnBrk="1" latinLnBrk="0" hangingPunct="1">
        <a:spcBef>
          <a:spcPct val="20000"/>
        </a:spcBef>
        <a:buFont typeface="Arial" panose="020B0604020202020204" pitchFamily="34" charset="0"/>
        <a:buChar char="•"/>
        <a:defRPr sz="1971" kern="1200">
          <a:solidFill>
            <a:schemeClr val="tx1"/>
          </a:solidFill>
          <a:latin typeface="+mn-lt"/>
          <a:ea typeface="+mn-ea"/>
          <a:cs typeface="+mn-cs"/>
        </a:defRPr>
      </a:lvl6pPr>
      <a:lvl7pPr marL="2971986" indent="-228614" algn="l" defTabSz="914457" rtl="0" eaLnBrk="1" latinLnBrk="0" hangingPunct="1">
        <a:spcBef>
          <a:spcPct val="20000"/>
        </a:spcBef>
        <a:buFont typeface="Arial" panose="020B0604020202020204" pitchFamily="34" charset="0"/>
        <a:buChar char="•"/>
        <a:defRPr sz="1971" kern="1200">
          <a:solidFill>
            <a:schemeClr val="tx1"/>
          </a:solidFill>
          <a:latin typeface="+mn-lt"/>
          <a:ea typeface="+mn-ea"/>
          <a:cs typeface="+mn-cs"/>
        </a:defRPr>
      </a:lvl7pPr>
      <a:lvl8pPr marL="3429215" indent="-228614" algn="l" defTabSz="914457" rtl="0" eaLnBrk="1" latinLnBrk="0" hangingPunct="1">
        <a:spcBef>
          <a:spcPct val="20000"/>
        </a:spcBef>
        <a:buFont typeface="Arial" panose="020B0604020202020204" pitchFamily="34" charset="0"/>
        <a:buChar char="•"/>
        <a:defRPr sz="1971" kern="1200">
          <a:solidFill>
            <a:schemeClr val="tx1"/>
          </a:solidFill>
          <a:latin typeface="+mn-lt"/>
          <a:ea typeface="+mn-ea"/>
          <a:cs typeface="+mn-cs"/>
        </a:defRPr>
      </a:lvl8pPr>
      <a:lvl9pPr marL="3886444" indent="-228614" algn="l" defTabSz="914457" rtl="0" eaLnBrk="1" latinLnBrk="0" hangingPunct="1">
        <a:spcBef>
          <a:spcPct val="20000"/>
        </a:spcBef>
        <a:buFont typeface="Arial" panose="020B0604020202020204" pitchFamily="34" charset="0"/>
        <a:buChar char="•"/>
        <a:defRPr sz="1971" kern="1200">
          <a:solidFill>
            <a:schemeClr val="tx1"/>
          </a:solidFill>
          <a:latin typeface="+mn-lt"/>
          <a:ea typeface="+mn-ea"/>
          <a:cs typeface="+mn-cs"/>
        </a:defRPr>
      </a:lvl9pPr>
    </p:bodyStyle>
    <p:otherStyle>
      <a:defPPr>
        <a:defRPr lang="nl-NL"/>
      </a:defPPr>
      <a:lvl1pPr marL="0" algn="l" defTabSz="914457" rtl="0" eaLnBrk="1" latinLnBrk="0" hangingPunct="1">
        <a:defRPr sz="1830" kern="1200">
          <a:solidFill>
            <a:schemeClr val="tx1"/>
          </a:solidFill>
          <a:latin typeface="+mn-lt"/>
          <a:ea typeface="+mn-ea"/>
          <a:cs typeface="+mn-cs"/>
        </a:defRPr>
      </a:lvl1pPr>
      <a:lvl2pPr marL="457229" algn="l" defTabSz="914457" rtl="0" eaLnBrk="1" latinLnBrk="0" hangingPunct="1">
        <a:defRPr sz="1830" kern="1200">
          <a:solidFill>
            <a:schemeClr val="tx1"/>
          </a:solidFill>
          <a:latin typeface="+mn-lt"/>
          <a:ea typeface="+mn-ea"/>
          <a:cs typeface="+mn-cs"/>
        </a:defRPr>
      </a:lvl2pPr>
      <a:lvl3pPr marL="914457" algn="l" defTabSz="914457" rtl="0" eaLnBrk="1" latinLnBrk="0" hangingPunct="1">
        <a:defRPr sz="1830" kern="1200">
          <a:solidFill>
            <a:schemeClr val="tx1"/>
          </a:solidFill>
          <a:latin typeface="+mn-lt"/>
          <a:ea typeface="+mn-ea"/>
          <a:cs typeface="+mn-cs"/>
        </a:defRPr>
      </a:lvl3pPr>
      <a:lvl4pPr marL="1371686" algn="l" defTabSz="914457" rtl="0" eaLnBrk="1" latinLnBrk="0" hangingPunct="1">
        <a:defRPr sz="1830" kern="1200">
          <a:solidFill>
            <a:schemeClr val="tx1"/>
          </a:solidFill>
          <a:latin typeface="+mn-lt"/>
          <a:ea typeface="+mn-ea"/>
          <a:cs typeface="+mn-cs"/>
        </a:defRPr>
      </a:lvl4pPr>
      <a:lvl5pPr marL="1828915" algn="l" defTabSz="914457" rtl="0" eaLnBrk="1" latinLnBrk="0" hangingPunct="1">
        <a:defRPr sz="1830" kern="1200">
          <a:solidFill>
            <a:schemeClr val="tx1"/>
          </a:solidFill>
          <a:latin typeface="+mn-lt"/>
          <a:ea typeface="+mn-ea"/>
          <a:cs typeface="+mn-cs"/>
        </a:defRPr>
      </a:lvl5pPr>
      <a:lvl6pPr marL="2286144" algn="l" defTabSz="914457" rtl="0" eaLnBrk="1" latinLnBrk="0" hangingPunct="1">
        <a:defRPr sz="1830" kern="1200">
          <a:solidFill>
            <a:schemeClr val="tx1"/>
          </a:solidFill>
          <a:latin typeface="+mn-lt"/>
          <a:ea typeface="+mn-ea"/>
          <a:cs typeface="+mn-cs"/>
        </a:defRPr>
      </a:lvl6pPr>
      <a:lvl7pPr marL="2743372" algn="l" defTabSz="914457" rtl="0" eaLnBrk="1" latinLnBrk="0" hangingPunct="1">
        <a:defRPr sz="1830" kern="1200">
          <a:solidFill>
            <a:schemeClr val="tx1"/>
          </a:solidFill>
          <a:latin typeface="+mn-lt"/>
          <a:ea typeface="+mn-ea"/>
          <a:cs typeface="+mn-cs"/>
        </a:defRPr>
      </a:lvl7pPr>
      <a:lvl8pPr marL="3200601" algn="l" defTabSz="914457" rtl="0" eaLnBrk="1" latinLnBrk="0" hangingPunct="1">
        <a:defRPr sz="1830" kern="1200">
          <a:solidFill>
            <a:schemeClr val="tx1"/>
          </a:solidFill>
          <a:latin typeface="+mn-lt"/>
          <a:ea typeface="+mn-ea"/>
          <a:cs typeface="+mn-cs"/>
        </a:defRPr>
      </a:lvl8pPr>
      <a:lvl9pPr marL="3657830" algn="l" defTabSz="914457" rtl="0" eaLnBrk="1" latinLnBrk="0" hangingPunct="1">
        <a:defRPr sz="183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3.webp"/><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5.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5.xml"/></Relationships>
</file>

<file path=ppt/slides/_rels/slide1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webp"/><Relationship Id="rId1" Type="http://schemas.openxmlformats.org/officeDocument/2006/relationships/slideLayout" Target="../slideLayouts/slideLayout2.xml"/><Relationship Id="rId5" Type="http://schemas.openxmlformats.org/officeDocument/2006/relationships/image" Target="../media/image15.jpg"/><Relationship Id="rId4" Type="http://schemas.openxmlformats.org/officeDocument/2006/relationships/image" Target="../media/image14.jpg"/></Relationships>
</file>

<file path=ppt/slides/_rels/slide2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3.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library.fora.tv/2012/10/14/Stuart_Armstrong_How_Were_Predicting_AI"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jpg"/><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4.gif"/><Relationship Id="rId2" Type="http://schemas.openxmlformats.org/officeDocument/2006/relationships/image" Target="../media/image23.png"/><Relationship Id="rId1" Type="http://schemas.openxmlformats.org/officeDocument/2006/relationships/slideLayout" Target="../slideLayouts/slideLayout6.xml"/><Relationship Id="rId5" Type="http://schemas.openxmlformats.org/officeDocument/2006/relationships/image" Target="../media/image26.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webp"/></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en.wikipedia.org/wiki/Fact" TargetMode="External"/><Relationship Id="rId7" Type="http://schemas.openxmlformats.org/officeDocument/2006/relationships/hyperlink" Target="https://en.wikipedia.org/wiki/Information" TargetMode="External"/><Relationship Id="rId2" Type="http://schemas.openxmlformats.org/officeDocument/2006/relationships/hyperlink" Target="https://en.wikipedia.org/wiki/Consciousness" TargetMode="External"/><Relationship Id="rId1" Type="http://schemas.openxmlformats.org/officeDocument/2006/relationships/slideLayout" Target="../slideLayouts/slideLayout2.xml"/><Relationship Id="rId6" Type="http://schemas.openxmlformats.org/officeDocument/2006/relationships/hyperlink" Target="https://en.wikipedia.org/wiki/Belief" TargetMode="External"/><Relationship Id="rId5" Type="http://schemas.openxmlformats.org/officeDocument/2006/relationships/hyperlink" Target="https://en.wikipedia.org/wiki/Institution" TargetMode="External"/><Relationship Id="rId4" Type="http://schemas.openxmlformats.org/officeDocument/2006/relationships/hyperlink" Target="https://en.wikipedia.org/wiki/Logic"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hyperlink" Target="https://en.wikipedia.org/wiki/Algorithm" TargetMode="External"/><Relationship Id="rId2" Type="http://schemas.openxmlformats.org/officeDocument/2006/relationships/hyperlink" Target="https://en.wikipedia.org/wiki/Branches_of_science" TargetMode="External"/><Relationship Id="rId1" Type="http://schemas.openxmlformats.org/officeDocument/2006/relationships/slideLayout" Target="../slideLayouts/slideLayout2.xml"/><Relationship Id="rId6" Type="http://schemas.openxmlformats.org/officeDocument/2006/relationships/hyperlink" Target="https://en.wikipedia.org/wiki/Inference" TargetMode="External"/><Relationship Id="rId5" Type="http://schemas.openxmlformats.org/officeDocument/2006/relationships/hyperlink" Target="https://en.wikipedia.org/wiki/Computer_systems" TargetMode="External"/><Relationship Id="rId4" Type="http://schemas.openxmlformats.org/officeDocument/2006/relationships/hyperlink" Target="https://en.wikipedia.org/wiki/Statistical_model" TargetMode="External"/></Relationships>
</file>

<file path=ppt/slides/_rels/slide37.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32.png"/><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image" Target="../media/image31.bmp"/><Relationship Id="rId5" Type="http://schemas.openxmlformats.org/officeDocument/2006/relationships/hyperlink" Target="https://www.youtube.com/watch?v=oEqakLERMbQ&amp;feature=youtu.be" TargetMode="External"/><Relationship Id="rId4" Type="http://schemas.openxmlformats.org/officeDocument/2006/relationships/image" Target="../media/image30.png"/></Relationships>
</file>

<file path=ppt/slides/_rels/slide3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hyperlink" Target="https://en.wikipedia.org/wiki/Strategy" TargetMode="Externa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s://en.wikipedia.org/wiki/Video" TargetMode="External"/><Relationship Id="rId2" Type="http://schemas.openxmlformats.org/officeDocument/2006/relationships/hyperlink" Target="https://en.wikipedia.org/wiki/Digital_image"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image" Target="../media/image35.jp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9.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https://www.menti.com/"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Weak AI"/>
          <p:cNvSpPr txBox="1">
            <a:spLocks noGrp="1"/>
          </p:cNvSpPr>
          <p:nvPr>
            <p:ph type="ctrTitle"/>
          </p:nvPr>
        </p:nvSpPr>
        <p:spPr>
          <a:prstGeom prst="rect">
            <a:avLst/>
          </a:prstGeom>
        </p:spPr>
        <p:txBody>
          <a:bodyPr>
            <a:normAutofit/>
          </a:bodyPr>
          <a:lstStyle/>
          <a:p>
            <a:r>
              <a:rPr lang="x-none" dirty="0"/>
              <a:t>What is AI? </a:t>
            </a:r>
            <a:br>
              <a:rPr lang="x-none" dirty="0"/>
            </a:br>
            <a:r>
              <a:rPr lang="de-DE" dirty="0"/>
              <a:t>W</a:t>
            </a:r>
            <a:r>
              <a:rPr lang="x-none" dirty="0"/>
              <a:t>h</a:t>
            </a:r>
            <a:r>
              <a:rPr lang="de-DE" dirty="0"/>
              <a:t>a</a:t>
            </a:r>
            <a:r>
              <a:rPr lang="x-none" dirty="0"/>
              <a:t>t </a:t>
            </a:r>
            <a:r>
              <a:rPr lang="de-DE" dirty="0"/>
              <a:t>a</a:t>
            </a:r>
            <a:r>
              <a:rPr lang="x-none" dirty="0"/>
              <a:t>r</a:t>
            </a:r>
            <a:r>
              <a:rPr lang="de-DE" dirty="0"/>
              <a:t>e</a:t>
            </a:r>
            <a:r>
              <a:rPr lang="x-none" dirty="0"/>
              <a:t> </a:t>
            </a:r>
            <a:r>
              <a:rPr lang="de-DE" dirty="0"/>
              <a:t>A</a:t>
            </a:r>
            <a:r>
              <a:rPr lang="x-none" dirty="0"/>
              <a:t>I </a:t>
            </a:r>
            <a:r>
              <a:rPr lang="de-DE" dirty="0"/>
              <a:t>s</a:t>
            </a:r>
            <a:r>
              <a:rPr lang="x-none" dirty="0"/>
              <a:t>o</a:t>
            </a:r>
            <a:r>
              <a:rPr lang="de-DE" dirty="0"/>
              <a:t>l</a:t>
            </a:r>
            <a:r>
              <a:rPr lang="x-none" dirty="0"/>
              <a:t>u</a:t>
            </a:r>
            <a:r>
              <a:rPr lang="de-DE" dirty="0"/>
              <a:t>t</a:t>
            </a:r>
            <a:r>
              <a:rPr lang="x-none" dirty="0" err="1"/>
              <a:t>i</a:t>
            </a:r>
            <a:r>
              <a:rPr lang="de-DE" dirty="0"/>
              <a:t>o</a:t>
            </a:r>
            <a:r>
              <a:rPr lang="x-none" dirty="0"/>
              <a:t>n</a:t>
            </a:r>
            <a:r>
              <a:rPr lang="de-DE" dirty="0"/>
              <a:t>s</a:t>
            </a:r>
            <a:r>
              <a:rPr lang="x-none" dirty="0"/>
              <a:t>?</a:t>
            </a:r>
            <a:endParaRPr dirty="0"/>
          </a:p>
        </p:txBody>
      </p:sp>
      <p:sp>
        <p:nvSpPr>
          <p:cNvPr id="130" name="Can machines behave Intelligently in specific domains?…"/>
          <p:cNvSpPr txBox="1">
            <a:spLocks noGrp="1"/>
          </p:cNvSpPr>
          <p:nvPr>
            <p:ph type="subTitle" idx="1"/>
          </p:nvPr>
        </p:nvSpPr>
        <p:spPr>
          <a:prstGeom prst="rect">
            <a:avLst/>
          </a:prstGeom>
        </p:spPr>
        <p:txBody>
          <a:bodyPr>
            <a:normAutofit/>
          </a:bodyPr>
          <a:lstStyle/>
          <a:p>
            <a:r>
              <a:rPr lang="de-DE" dirty="0"/>
              <a:t>S</a:t>
            </a:r>
            <a:r>
              <a:rPr lang="x-none" dirty="0"/>
              <a:t>t</a:t>
            </a:r>
            <a:r>
              <a:rPr lang="de-DE" dirty="0"/>
              <a:t>e</a:t>
            </a:r>
            <a:r>
              <a:rPr lang="x-none" dirty="0"/>
              <a:t>f</a:t>
            </a:r>
            <a:r>
              <a:rPr lang="de-DE" dirty="0"/>
              <a:t>a</a:t>
            </a:r>
            <a:r>
              <a:rPr lang="x-none" dirty="0"/>
              <a:t>n </a:t>
            </a:r>
            <a:r>
              <a:rPr lang="de-DE" dirty="0"/>
              <a:t>S</a:t>
            </a:r>
            <a:r>
              <a:rPr lang="x-none" dirty="0"/>
              <a:t>c</a:t>
            </a:r>
            <a:r>
              <a:rPr lang="de-DE" dirty="0"/>
              <a:t>h</a:t>
            </a:r>
            <a:r>
              <a:rPr lang="x-none" dirty="0" err="1"/>
              <a:t>lobach</a:t>
            </a:r>
            <a:r>
              <a:rPr lang="x-none" dirty="0"/>
              <a:t> </a:t>
            </a:r>
          </a:p>
          <a:p>
            <a:r>
              <a:rPr lang="nl-NL" dirty="0"/>
              <a:t>September 14, 2021</a:t>
            </a:r>
            <a:endParaRPr dirty="0"/>
          </a:p>
        </p:txBody>
      </p:sp>
      <p:sp>
        <p:nvSpPr>
          <p:cNvPr id="131" name="Slide Number"/>
          <p:cNvSpPr txBox="1">
            <a:spLocks noGrp="1"/>
          </p:cNvSpPr>
          <p:nvPr>
            <p:ph type="sldNum" sz="quarter" idx="12"/>
          </p:nvPr>
        </p:nvSpPr>
        <p:spPr>
          <a:prstGeom prst="rect">
            <a:avLst/>
          </a:prstGeom>
          <a:extLst>
            <a:ext uri="{C572A759-6A51-4108-AA02-DFA0A04FC94B}">
              <ma14:wrappingTextBoxFlag xmlns:ma14="http://schemas.microsoft.com/office/mac/drawingml/2011/main" xmlns="" val="1"/>
            </a:ext>
          </a:extLst>
        </p:spPr>
        <p:txBody>
          <a:bodyPr/>
          <a:lstStyle/>
          <a:p>
            <a:fld id="{86CB4B4D-7CA3-9044-876B-883B54F8677D}" type="slidenum">
              <a:t>1</a:t>
            </a:fld>
            <a:endParaRPr/>
          </a:p>
        </p:txBody>
      </p:sp>
    </p:spTree>
    <p:extLst>
      <p:ext uri="{BB962C8B-B14F-4D97-AF65-F5344CB8AC3E}">
        <p14:creationId xmlns:p14="http://schemas.microsoft.com/office/powerpoint/2010/main" val="36299997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919745-783C-47EF-9968-3B85933C19F0}"/>
              </a:ext>
            </a:extLst>
          </p:cNvPr>
          <p:cNvSpPr>
            <a:spLocks noGrp="1"/>
          </p:cNvSpPr>
          <p:nvPr>
            <p:ph type="title"/>
          </p:nvPr>
        </p:nvSpPr>
        <p:spPr/>
        <p:txBody>
          <a:bodyPr/>
          <a:lstStyle/>
          <a:p>
            <a:r>
              <a:rPr lang="x-none" dirty="0"/>
              <a:t>Organisational Matters</a:t>
            </a:r>
          </a:p>
        </p:txBody>
      </p:sp>
      <p:sp>
        <p:nvSpPr>
          <p:cNvPr id="5" name="Tijdelijke aanduiding voor tekst 4">
            <a:extLst>
              <a:ext uri="{FF2B5EF4-FFF2-40B4-BE49-F238E27FC236}">
                <a16:creationId xmlns:a16="http://schemas.microsoft.com/office/drawing/2014/main" id="{867F6FB4-23C2-41CE-90DD-2B8178D191FD}"/>
              </a:ext>
            </a:extLst>
          </p:cNvPr>
          <p:cNvSpPr>
            <a:spLocks noGrp="1"/>
          </p:cNvSpPr>
          <p:nvPr>
            <p:ph type="body" idx="1"/>
          </p:nvPr>
        </p:nvSpPr>
        <p:spPr/>
        <p:txBody>
          <a:bodyPr/>
          <a:lstStyle/>
          <a:p>
            <a:r>
              <a:rPr lang="de-DE" dirty="0"/>
              <a:t>P</a:t>
            </a:r>
            <a:r>
              <a:rPr lang="x-none" dirty="0"/>
              <a:t>a</a:t>
            </a:r>
            <a:r>
              <a:rPr lang="de-DE" dirty="0"/>
              <a:t>r</a:t>
            </a:r>
            <a:r>
              <a:rPr lang="x-none" dirty="0"/>
              <a:t>t 1</a:t>
            </a:r>
          </a:p>
        </p:txBody>
      </p:sp>
    </p:spTree>
    <p:extLst>
      <p:ext uri="{BB962C8B-B14F-4D97-AF65-F5344CB8AC3E}">
        <p14:creationId xmlns:p14="http://schemas.microsoft.com/office/powerpoint/2010/main" val="25094020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E919745-783C-47EF-9968-3B85933C19F0}"/>
              </a:ext>
            </a:extLst>
          </p:cNvPr>
          <p:cNvSpPr>
            <a:spLocks noGrp="1"/>
          </p:cNvSpPr>
          <p:nvPr>
            <p:ph type="title"/>
          </p:nvPr>
        </p:nvSpPr>
        <p:spPr/>
        <p:txBody>
          <a:bodyPr/>
          <a:lstStyle/>
          <a:p>
            <a:r>
              <a:rPr lang="x-none" dirty="0"/>
              <a:t>Gu</a:t>
            </a:r>
            <a:r>
              <a:rPr lang="de-DE" dirty="0"/>
              <a:t>e</a:t>
            </a:r>
            <a:r>
              <a:rPr lang="x-none" dirty="0"/>
              <a:t>s</a:t>
            </a:r>
            <a:r>
              <a:rPr lang="de-DE" dirty="0"/>
              <a:t>t</a:t>
            </a:r>
            <a:r>
              <a:rPr lang="x-none" dirty="0"/>
              <a:t> </a:t>
            </a:r>
            <a:r>
              <a:rPr lang="de-DE" dirty="0"/>
              <a:t>L</a:t>
            </a:r>
            <a:r>
              <a:rPr lang="x-none" dirty="0"/>
              <a:t>e</a:t>
            </a:r>
            <a:r>
              <a:rPr lang="de-DE" dirty="0"/>
              <a:t>c</a:t>
            </a:r>
            <a:r>
              <a:rPr lang="x-none" dirty="0"/>
              <a:t>t</a:t>
            </a:r>
            <a:r>
              <a:rPr lang="de-DE" dirty="0"/>
              <a:t>u</a:t>
            </a:r>
            <a:r>
              <a:rPr lang="x-none" dirty="0"/>
              <a:t>r</a:t>
            </a:r>
            <a:r>
              <a:rPr lang="de-DE" dirty="0"/>
              <a:t>e</a:t>
            </a:r>
            <a:r>
              <a:rPr lang="x-none" dirty="0"/>
              <a:t>s: Summaries </a:t>
            </a:r>
            <a:r>
              <a:rPr lang="de-DE" dirty="0"/>
              <a:t>a</a:t>
            </a:r>
            <a:r>
              <a:rPr lang="x-none" dirty="0"/>
              <a:t>n</a:t>
            </a:r>
            <a:r>
              <a:rPr lang="de-DE" dirty="0"/>
              <a:t>d</a:t>
            </a:r>
            <a:r>
              <a:rPr lang="x-none" dirty="0"/>
              <a:t> </a:t>
            </a:r>
            <a:r>
              <a:rPr lang="de-DE" dirty="0"/>
              <a:t>r</a:t>
            </a:r>
            <a:r>
              <a:rPr lang="x-none" dirty="0" err="1"/>
              <a:t>eflections</a:t>
            </a:r>
            <a:endParaRPr lang="x-none" dirty="0"/>
          </a:p>
        </p:txBody>
      </p:sp>
      <p:sp>
        <p:nvSpPr>
          <p:cNvPr id="5" name="Text Placeholder 4">
            <a:extLst>
              <a:ext uri="{FF2B5EF4-FFF2-40B4-BE49-F238E27FC236}">
                <a16:creationId xmlns:a16="http://schemas.microsoft.com/office/drawing/2014/main" id="{FC9C2860-3429-4FF0-BFA7-9BBA58BF49DD}"/>
              </a:ext>
            </a:extLst>
          </p:cNvPr>
          <p:cNvSpPr>
            <a:spLocks noGrp="1"/>
          </p:cNvSpPr>
          <p:nvPr>
            <p:ph type="body" idx="1"/>
          </p:nvPr>
        </p:nvSpPr>
        <p:spPr/>
        <p:txBody>
          <a:bodyPr>
            <a:normAutofit fontScale="92500"/>
          </a:bodyPr>
          <a:lstStyle/>
          <a:p>
            <a:r>
              <a:rPr lang="de-DE" i="1" dirty="0"/>
              <a:t>Guest</a:t>
            </a:r>
            <a:r>
              <a:rPr lang="de-DE" dirty="0"/>
              <a:t> </a:t>
            </a:r>
            <a:r>
              <a:rPr lang="de-DE" dirty="0" err="1"/>
              <a:t>lectures</a:t>
            </a:r>
            <a:r>
              <a:rPr lang="de-DE" dirty="0"/>
              <a:t>: </a:t>
            </a:r>
            <a:r>
              <a:rPr lang="de-DE" dirty="0" err="1"/>
              <a:t>summaries</a:t>
            </a:r>
            <a:r>
              <a:rPr lang="de-DE" dirty="0"/>
              <a:t> and </a:t>
            </a:r>
            <a:r>
              <a:rPr lang="de-DE" dirty="0" err="1"/>
              <a:t>reflections</a:t>
            </a:r>
            <a:endParaRPr lang="de-DE" dirty="0"/>
          </a:p>
          <a:p>
            <a:r>
              <a:rPr lang="nl-NL" dirty="0"/>
              <a:t>2 Points per </a:t>
            </a:r>
            <a:r>
              <a:rPr lang="nl-NL" dirty="0" err="1"/>
              <a:t>reflection</a:t>
            </a:r>
            <a:r>
              <a:rPr lang="nl-NL" dirty="0"/>
              <a:t> (16 points in </a:t>
            </a:r>
            <a:r>
              <a:rPr lang="nl-NL" dirty="0" err="1"/>
              <a:t>total</a:t>
            </a:r>
            <a:r>
              <a:rPr lang="nl-NL" dirty="0"/>
              <a:t>)</a:t>
            </a:r>
          </a:p>
        </p:txBody>
      </p:sp>
      <p:sp>
        <p:nvSpPr>
          <p:cNvPr id="3" name="Tijdelijke aanduiding voor inhoud 2">
            <a:extLst>
              <a:ext uri="{FF2B5EF4-FFF2-40B4-BE49-F238E27FC236}">
                <a16:creationId xmlns:a16="http://schemas.microsoft.com/office/drawing/2014/main" id="{DD58E3EB-E910-4F94-9AB4-DA62BCA66CBD}"/>
              </a:ext>
            </a:extLst>
          </p:cNvPr>
          <p:cNvSpPr>
            <a:spLocks noGrp="1"/>
          </p:cNvSpPr>
          <p:nvPr>
            <p:ph sz="half" idx="2"/>
          </p:nvPr>
        </p:nvSpPr>
        <p:spPr/>
        <p:txBody>
          <a:bodyPr>
            <a:normAutofit fontScale="77500" lnSpcReduction="20000"/>
          </a:bodyPr>
          <a:lstStyle/>
          <a:p>
            <a:pPr marL="0" indent="0">
              <a:buNone/>
            </a:pPr>
            <a:endParaRPr lang="nl-NL" dirty="0"/>
          </a:p>
          <a:p>
            <a:pPr marL="0" indent="0">
              <a:buNone/>
            </a:pPr>
            <a:r>
              <a:rPr lang="nl-NL" dirty="0" err="1"/>
              <a:t>Still</a:t>
            </a:r>
            <a:r>
              <a:rPr lang="nl-NL" dirty="0"/>
              <a:t> </a:t>
            </a:r>
            <a:r>
              <a:rPr lang="nl-NL" dirty="0" err="1"/>
              <a:t>to</a:t>
            </a:r>
            <a:r>
              <a:rPr lang="nl-NL" dirty="0"/>
              <a:t> </a:t>
            </a:r>
            <a:r>
              <a:rPr lang="nl-NL" dirty="0" err="1"/>
              <a:t>come</a:t>
            </a:r>
            <a:r>
              <a:rPr lang="nl-NL" dirty="0"/>
              <a:t>: </a:t>
            </a:r>
          </a:p>
          <a:p>
            <a:r>
              <a:rPr lang="nl-NL" dirty="0"/>
              <a:t>Mark </a:t>
            </a:r>
            <a:r>
              <a:rPr lang="nl-NL" dirty="0" err="1"/>
              <a:t>Hoogendoon</a:t>
            </a:r>
            <a:r>
              <a:rPr lang="nl-NL" dirty="0"/>
              <a:t> (ML) </a:t>
            </a:r>
          </a:p>
          <a:p>
            <a:r>
              <a:rPr lang="nl-NL" dirty="0"/>
              <a:t>Koen Hindriks (</a:t>
            </a:r>
            <a:r>
              <a:rPr lang="nl-NL" dirty="0" err="1"/>
              <a:t>Social</a:t>
            </a:r>
            <a:r>
              <a:rPr lang="nl-NL" dirty="0"/>
              <a:t> AI)</a:t>
            </a:r>
          </a:p>
          <a:p>
            <a:r>
              <a:rPr lang="nl-NL" dirty="0" err="1"/>
              <a:t>Guszti</a:t>
            </a:r>
            <a:r>
              <a:rPr lang="nl-NL" dirty="0"/>
              <a:t> </a:t>
            </a:r>
            <a:r>
              <a:rPr lang="nl-NL" dirty="0" err="1"/>
              <a:t>Eiben</a:t>
            </a:r>
            <a:r>
              <a:rPr lang="nl-NL" dirty="0"/>
              <a:t> (</a:t>
            </a:r>
            <a:r>
              <a:rPr lang="nl-NL" dirty="0" err="1"/>
              <a:t>Compt</a:t>
            </a:r>
            <a:r>
              <a:rPr lang="nl-NL" dirty="0"/>
              <a:t> Intelligence) </a:t>
            </a:r>
          </a:p>
          <a:p>
            <a:r>
              <a:rPr lang="nl-NL" dirty="0" err="1"/>
              <a:t>Ilaria</a:t>
            </a:r>
            <a:r>
              <a:rPr lang="nl-NL" dirty="0"/>
              <a:t> </a:t>
            </a:r>
            <a:r>
              <a:rPr lang="nl-NL" dirty="0" err="1"/>
              <a:t>Tiddi</a:t>
            </a:r>
            <a:r>
              <a:rPr lang="nl-NL" dirty="0"/>
              <a:t> (</a:t>
            </a:r>
            <a:r>
              <a:rPr lang="nl-NL" dirty="0" err="1"/>
              <a:t>Hybrid</a:t>
            </a:r>
            <a:r>
              <a:rPr lang="nl-NL" dirty="0"/>
              <a:t> Intelligence) </a:t>
            </a:r>
          </a:p>
          <a:p>
            <a:r>
              <a:rPr lang="nl-NL" dirty="0"/>
              <a:t>Marieke van Erp (AI in Digital </a:t>
            </a:r>
            <a:r>
              <a:rPr lang="nl-NL" dirty="0" err="1"/>
              <a:t>Humanities</a:t>
            </a:r>
            <a:r>
              <a:rPr lang="nl-NL" dirty="0"/>
              <a:t>)</a:t>
            </a:r>
          </a:p>
          <a:p>
            <a:r>
              <a:rPr lang="nl-NL" dirty="0"/>
              <a:t>Paul Groth (Data Engineering) </a:t>
            </a:r>
          </a:p>
          <a:p>
            <a:r>
              <a:rPr lang="nl-NL" dirty="0"/>
              <a:t>Emma </a:t>
            </a:r>
            <a:r>
              <a:rPr lang="nl-NL" dirty="0" err="1"/>
              <a:t>Beauxis-Aussalet</a:t>
            </a:r>
            <a:r>
              <a:rPr lang="nl-NL" dirty="0"/>
              <a:t> (AI </a:t>
            </a:r>
            <a:r>
              <a:rPr lang="nl-NL" dirty="0" err="1"/>
              <a:t>and</a:t>
            </a:r>
            <a:r>
              <a:rPr lang="nl-NL" dirty="0"/>
              <a:t> </a:t>
            </a:r>
            <a:r>
              <a:rPr lang="nl-NL" dirty="0" err="1"/>
              <a:t>Ethics</a:t>
            </a:r>
            <a:r>
              <a:rPr lang="nl-NL" dirty="0"/>
              <a:t>)</a:t>
            </a:r>
          </a:p>
          <a:p>
            <a:endParaRPr lang="x-none" dirty="0"/>
          </a:p>
        </p:txBody>
      </p:sp>
      <p:sp>
        <p:nvSpPr>
          <p:cNvPr id="6" name="Text Placeholder 5">
            <a:extLst>
              <a:ext uri="{FF2B5EF4-FFF2-40B4-BE49-F238E27FC236}">
                <a16:creationId xmlns:a16="http://schemas.microsoft.com/office/drawing/2014/main" id="{DB0178E2-34C3-42D9-A225-2BC73BDC0BC0}"/>
              </a:ext>
            </a:extLst>
          </p:cNvPr>
          <p:cNvSpPr>
            <a:spLocks noGrp="1"/>
          </p:cNvSpPr>
          <p:nvPr>
            <p:ph type="body" sz="quarter" idx="3"/>
          </p:nvPr>
        </p:nvSpPr>
        <p:spPr>
          <a:xfrm>
            <a:off x="6172200" y="1681162"/>
            <a:ext cx="5706374" cy="823913"/>
          </a:xfrm>
        </p:spPr>
        <p:txBody>
          <a:bodyPr>
            <a:normAutofit fontScale="92500"/>
          </a:bodyPr>
          <a:lstStyle/>
          <a:p>
            <a:r>
              <a:rPr lang="en-GB" dirty="0"/>
              <a:t>Methodological Lectures: no summaries and reflections (but apply in projects)</a:t>
            </a:r>
            <a:endParaRPr lang="en-NL" dirty="0"/>
          </a:p>
        </p:txBody>
      </p:sp>
      <p:sp>
        <p:nvSpPr>
          <p:cNvPr id="7" name="Content Placeholder 6">
            <a:extLst>
              <a:ext uri="{FF2B5EF4-FFF2-40B4-BE49-F238E27FC236}">
                <a16:creationId xmlns:a16="http://schemas.microsoft.com/office/drawing/2014/main" id="{BE422B2B-72EC-4617-84C8-65C7A2BDE925}"/>
              </a:ext>
            </a:extLst>
          </p:cNvPr>
          <p:cNvSpPr>
            <a:spLocks noGrp="1"/>
          </p:cNvSpPr>
          <p:nvPr>
            <p:ph sz="quarter" idx="4"/>
          </p:nvPr>
        </p:nvSpPr>
        <p:spPr/>
        <p:txBody>
          <a:bodyPr>
            <a:normAutofit fontScale="77500" lnSpcReduction="20000"/>
          </a:bodyPr>
          <a:lstStyle/>
          <a:p>
            <a:endParaRPr lang="en-GB" dirty="0"/>
          </a:p>
          <a:p>
            <a:r>
              <a:rPr lang="en-GB" dirty="0"/>
              <a:t>Determining the problem (</a:t>
            </a:r>
            <a:r>
              <a:rPr lang="nl-NL" dirty="0" err="1"/>
              <a:t>Ilaria</a:t>
            </a:r>
            <a:r>
              <a:rPr lang="nl-NL" dirty="0"/>
              <a:t> </a:t>
            </a:r>
            <a:r>
              <a:rPr lang="nl-NL" dirty="0" err="1"/>
              <a:t>Tiddi</a:t>
            </a:r>
            <a:r>
              <a:rPr lang="nl-NL" dirty="0"/>
              <a:t>)</a:t>
            </a:r>
            <a:endParaRPr lang="en-GB" dirty="0"/>
          </a:p>
          <a:p>
            <a:r>
              <a:rPr lang="en-GB" dirty="0"/>
              <a:t>Finding Literature (</a:t>
            </a:r>
            <a:r>
              <a:rPr lang="nl-NL" dirty="0" err="1"/>
              <a:t>Ilaria</a:t>
            </a:r>
            <a:r>
              <a:rPr lang="nl-NL" dirty="0"/>
              <a:t> </a:t>
            </a:r>
            <a:r>
              <a:rPr lang="nl-NL" dirty="0" err="1"/>
              <a:t>Tiddi</a:t>
            </a:r>
            <a:r>
              <a:rPr lang="nl-NL" dirty="0"/>
              <a:t>)</a:t>
            </a:r>
            <a:endParaRPr lang="en-GB" dirty="0"/>
          </a:p>
          <a:p>
            <a:r>
              <a:rPr lang="en-GB" dirty="0"/>
              <a:t>Knowledge Elicitation (</a:t>
            </a:r>
            <a:r>
              <a:rPr lang="nl-NL" dirty="0" err="1"/>
              <a:t>Ilaria</a:t>
            </a:r>
            <a:r>
              <a:rPr lang="nl-NL" dirty="0"/>
              <a:t> </a:t>
            </a:r>
            <a:r>
              <a:rPr lang="nl-NL" dirty="0" err="1"/>
              <a:t>Tiddi</a:t>
            </a:r>
            <a:r>
              <a:rPr lang="nl-NL" dirty="0"/>
              <a:t>)</a:t>
            </a:r>
            <a:endParaRPr lang="en-GB" dirty="0"/>
          </a:p>
          <a:p>
            <a:r>
              <a:rPr lang="en-GB" dirty="0"/>
              <a:t>Solutions (Stefan </a:t>
            </a:r>
            <a:r>
              <a:rPr lang="en-GB" dirty="0" err="1"/>
              <a:t>Schlobach</a:t>
            </a:r>
            <a:r>
              <a:rPr lang="en-GB" dirty="0"/>
              <a:t>)</a:t>
            </a:r>
          </a:p>
          <a:p>
            <a:r>
              <a:rPr lang="en-GB" dirty="0"/>
              <a:t>Evaluation (Sara </a:t>
            </a:r>
            <a:r>
              <a:rPr lang="en-GB" dirty="0" err="1"/>
              <a:t>Lusini</a:t>
            </a:r>
            <a:r>
              <a:rPr lang="en-GB" dirty="0"/>
              <a:t>)</a:t>
            </a:r>
            <a:endParaRPr lang="en-NL" dirty="0"/>
          </a:p>
        </p:txBody>
      </p:sp>
      <p:pic>
        <p:nvPicPr>
          <p:cNvPr id="4" name="Afbeelding 3">
            <a:extLst>
              <a:ext uri="{FF2B5EF4-FFF2-40B4-BE49-F238E27FC236}">
                <a16:creationId xmlns:a16="http://schemas.microsoft.com/office/drawing/2014/main" id="{77072A39-825C-432A-AE2D-A716A0084F37}"/>
              </a:ext>
            </a:extLst>
          </p:cNvPr>
          <p:cNvPicPr>
            <a:picLocks noChangeAspect="1"/>
          </p:cNvPicPr>
          <p:nvPr/>
        </p:nvPicPr>
        <p:blipFill>
          <a:blip r:embed="rId2"/>
          <a:stretch>
            <a:fillRect/>
          </a:stretch>
        </p:blipFill>
        <p:spPr>
          <a:xfrm>
            <a:off x="9108750" y="4673294"/>
            <a:ext cx="2928257" cy="2057194"/>
          </a:xfrm>
          <a:prstGeom prst="rect">
            <a:avLst/>
          </a:prstGeom>
        </p:spPr>
      </p:pic>
    </p:spTree>
    <p:extLst>
      <p:ext uri="{BB962C8B-B14F-4D97-AF65-F5344CB8AC3E}">
        <p14:creationId xmlns:p14="http://schemas.microsoft.com/office/powerpoint/2010/main" val="20770373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BE2B492-B1F3-4C20-A196-1C3845EEB382}"/>
              </a:ext>
            </a:extLst>
          </p:cNvPr>
          <p:cNvSpPr>
            <a:spLocks noGrp="1"/>
          </p:cNvSpPr>
          <p:nvPr>
            <p:ph type="title"/>
          </p:nvPr>
        </p:nvSpPr>
        <p:spPr/>
        <p:txBody>
          <a:bodyPr/>
          <a:lstStyle/>
          <a:p>
            <a:r>
              <a:rPr lang="de-DE" dirty="0"/>
              <a:t>F</a:t>
            </a:r>
            <a:r>
              <a:rPr lang="x-none" dirty="0" err="1"/>
              <a:t>i</a:t>
            </a:r>
            <a:r>
              <a:rPr lang="de-DE" dirty="0"/>
              <a:t>n</a:t>
            </a:r>
            <a:r>
              <a:rPr lang="x-none" dirty="0"/>
              <a:t>a</a:t>
            </a:r>
            <a:r>
              <a:rPr lang="de-DE" dirty="0"/>
              <a:t>l</a:t>
            </a:r>
            <a:r>
              <a:rPr lang="x-none" dirty="0"/>
              <a:t> </a:t>
            </a:r>
            <a:r>
              <a:rPr lang="de-DE" dirty="0"/>
              <a:t>A</a:t>
            </a:r>
            <a:r>
              <a:rPr lang="x-none" dirty="0"/>
              <a:t>s</a:t>
            </a:r>
            <a:r>
              <a:rPr lang="de-DE" dirty="0"/>
              <a:t>s</a:t>
            </a:r>
            <a:r>
              <a:rPr lang="x-none" dirty="0" err="1"/>
              <a:t>i</a:t>
            </a:r>
            <a:r>
              <a:rPr lang="de-DE" dirty="0"/>
              <a:t>g</a:t>
            </a:r>
            <a:r>
              <a:rPr lang="x-none" dirty="0"/>
              <a:t>n</a:t>
            </a:r>
            <a:r>
              <a:rPr lang="de-DE" dirty="0"/>
              <a:t>m</a:t>
            </a:r>
            <a:r>
              <a:rPr lang="x-none" dirty="0"/>
              <a:t>e</a:t>
            </a:r>
            <a:r>
              <a:rPr lang="de-DE" dirty="0"/>
              <a:t>n</a:t>
            </a:r>
            <a:r>
              <a:rPr lang="x-none" dirty="0"/>
              <a:t>t </a:t>
            </a:r>
          </a:p>
        </p:txBody>
      </p:sp>
      <p:sp>
        <p:nvSpPr>
          <p:cNvPr id="3" name="Tijdelijke aanduiding voor inhoud 2">
            <a:extLst>
              <a:ext uri="{FF2B5EF4-FFF2-40B4-BE49-F238E27FC236}">
                <a16:creationId xmlns:a16="http://schemas.microsoft.com/office/drawing/2014/main" id="{1ECFA676-0F2F-4CFD-A2C4-758868332197}"/>
              </a:ext>
            </a:extLst>
          </p:cNvPr>
          <p:cNvSpPr>
            <a:spLocks noGrp="1"/>
          </p:cNvSpPr>
          <p:nvPr>
            <p:ph idx="1"/>
          </p:nvPr>
        </p:nvSpPr>
        <p:spPr/>
        <p:txBody>
          <a:bodyPr>
            <a:normAutofit/>
          </a:bodyPr>
          <a:lstStyle/>
          <a:p>
            <a:pPr marL="0" indent="0">
              <a:buNone/>
            </a:pPr>
            <a:r>
              <a:rPr lang="en-US" dirty="0"/>
              <a:t>A 12 pages (in English) scientific report 		60 Points/100</a:t>
            </a:r>
          </a:p>
          <a:p>
            <a:r>
              <a:rPr lang="en-US" dirty="0"/>
              <a:t>Introduction (1 page) 					</a:t>
            </a:r>
          </a:p>
          <a:p>
            <a:r>
              <a:rPr lang="en-US" dirty="0"/>
              <a:t>What is the problem? (2 pages)      			</a:t>
            </a:r>
          </a:p>
          <a:p>
            <a:r>
              <a:rPr lang="en-US" dirty="0"/>
              <a:t>What has been done? (3 pages) 			</a:t>
            </a:r>
          </a:p>
          <a:p>
            <a:r>
              <a:rPr lang="en-US" dirty="0"/>
              <a:t>How can the problem be solved? (3 pages)  	</a:t>
            </a:r>
          </a:p>
          <a:p>
            <a:r>
              <a:rPr lang="en-US" dirty="0"/>
              <a:t>Is the solution valid? (2 pages) 			</a:t>
            </a:r>
          </a:p>
          <a:p>
            <a:r>
              <a:rPr lang="en-US" dirty="0"/>
              <a:t>Conclusion (1page) 	</a:t>
            </a:r>
          </a:p>
        </p:txBody>
      </p:sp>
    </p:spTree>
    <p:extLst>
      <p:ext uri="{BB962C8B-B14F-4D97-AF65-F5344CB8AC3E}">
        <p14:creationId xmlns:p14="http://schemas.microsoft.com/office/powerpoint/2010/main" val="1850894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18C60C-7554-46C8-BF73-A7647FE1F361}"/>
              </a:ext>
            </a:extLst>
          </p:cNvPr>
          <p:cNvSpPr>
            <a:spLocks noGrp="1"/>
          </p:cNvSpPr>
          <p:nvPr>
            <p:ph type="title"/>
          </p:nvPr>
        </p:nvSpPr>
        <p:spPr/>
        <p:txBody>
          <a:bodyPr/>
          <a:lstStyle/>
          <a:p>
            <a:r>
              <a:rPr lang="nl-NL" dirty="0" err="1"/>
              <a:t>Final</a:t>
            </a:r>
            <a:r>
              <a:rPr lang="nl-NL" dirty="0"/>
              <a:t> </a:t>
            </a:r>
            <a:r>
              <a:rPr lang="nl-NL" dirty="0" err="1"/>
              <a:t>Assignment</a:t>
            </a:r>
            <a:r>
              <a:rPr lang="nl-NL" dirty="0"/>
              <a:t> (</a:t>
            </a:r>
            <a:r>
              <a:rPr lang="nl-NL" dirty="0" err="1"/>
              <a:t>cont</a:t>
            </a:r>
            <a:r>
              <a:rPr lang="nl-NL" dirty="0"/>
              <a:t>) </a:t>
            </a:r>
            <a:endParaRPr lang="x-none" dirty="0"/>
          </a:p>
        </p:txBody>
      </p:sp>
      <p:sp>
        <p:nvSpPr>
          <p:cNvPr id="3" name="Tijdelijke aanduiding voor inhoud 2">
            <a:extLst>
              <a:ext uri="{FF2B5EF4-FFF2-40B4-BE49-F238E27FC236}">
                <a16:creationId xmlns:a16="http://schemas.microsoft.com/office/drawing/2014/main" id="{F5357EC7-D6C4-4024-B87C-98184160102A}"/>
              </a:ext>
            </a:extLst>
          </p:cNvPr>
          <p:cNvSpPr>
            <a:spLocks noGrp="1"/>
          </p:cNvSpPr>
          <p:nvPr>
            <p:ph idx="1"/>
          </p:nvPr>
        </p:nvSpPr>
        <p:spPr/>
        <p:txBody>
          <a:bodyPr/>
          <a:lstStyle/>
          <a:p>
            <a:r>
              <a:rPr lang="nl-NL" dirty="0"/>
              <a:t>Video  (90 </a:t>
            </a:r>
            <a:r>
              <a:rPr lang="nl-NL" dirty="0" err="1"/>
              <a:t>Seconds</a:t>
            </a:r>
            <a:r>
              <a:rPr lang="nl-NL" dirty="0"/>
              <a:t>)		15 Points </a:t>
            </a:r>
          </a:p>
          <a:p>
            <a:pPr marL="0" indent="0">
              <a:buNone/>
            </a:pPr>
            <a:r>
              <a:rPr lang="nl-NL" dirty="0"/>
              <a:t> </a:t>
            </a:r>
          </a:p>
          <a:p>
            <a:r>
              <a:rPr lang="nl-NL" dirty="0"/>
              <a:t>Poster (A3)				9 Points </a:t>
            </a:r>
          </a:p>
          <a:p>
            <a:pPr marL="0" indent="0">
              <a:buNone/>
            </a:pPr>
            <a:endParaRPr lang="nl-NL" dirty="0"/>
          </a:p>
        </p:txBody>
      </p:sp>
    </p:spTree>
    <p:extLst>
      <p:ext uri="{BB962C8B-B14F-4D97-AF65-F5344CB8AC3E}">
        <p14:creationId xmlns:p14="http://schemas.microsoft.com/office/powerpoint/2010/main" val="41941446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99FCB7C-4468-49CD-97FF-B078BAE9FCD6}"/>
              </a:ext>
            </a:extLst>
          </p:cNvPr>
          <p:cNvSpPr>
            <a:spLocks noGrp="1"/>
          </p:cNvSpPr>
          <p:nvPr>
            <p:ph type="title"/>
          </p:nvPr>
        </p:nvSpPr>
        <p:spPr/>
        <p:txBody>
          <a:bodyPr/>
          <a:lstStyle/>
          <a:p>
            <a:r>
              <a:rPr lang="de-DE" dirty="0"/>
              <a:t>B</a:t>
            </a:r>
            <a:r>
              <a:rPr lang="x-none" dirty="0"/>
              <a:t>e</a:t>
            </a:r>
            <a:r>
              <a:rPr lang="de-DE" dirty="0"/>
              <a:t>s</a:t>
            </a:r>
            <a:r>
              <a:rPr lang="x-none" dirty="0"/>
              <a:t>t “</a:t>
            </a:r>
            <a:r>
              <a:rPr lang="de-DE" dirty="0"/>
              <a:t>I</a:t>
            </a:r>
            <a:r>
              <a:rPr lang="x-none" dirty="0"/>
              <a:t>n</a:t>
            </a:r>
            <a:r>
              <a:rPr lang="de-DE" dirty="0"/>
              <a:t>t</a:t>
            </a:r>
            <a:r>
              <a:rPr lang="x-none" dirty="0"/>
              <a:t>r</a:t>
            </a:r>
            <a:r>
              <a:rPr lang="de-DE" dirty="0"/>
              <a:t>o</a:t>
            </a:r>
            <a:r>
              <a:rPr lang="x-none" dirty="0"/>
              <a:t> </a:t>
            </a:r>
            <a:r>
              <a:rPr lang="de-DE" dirty="0"/>
              <a:t>A</a:t>
            </a:r>
            <a:r>
              <a:rPr lang="x-none" dirty="0"/>
              <a:t>I </a:t>
            </a:r>
            <a:r>
              <a:rPr lang="de-DE" dirty="0"/>
              <a:t>p</a:t>
            </a:r>
            <a:r>
              <a:rPr lang="x-none" dirty="0"/>
              <a:t>r</a:t>
            </a:r>
            <a:r>
              <a:rPr lang="de-DE" dirty="0"/>
              <a:t>o</a:t>
            </a:r>
            <a:r>
              <a:rPr lang="x-none" dirty="0"/>
              <a:t>j</a:t>
            </a:r>
            <a:r>
              <a:rPr lang="de-DE" dirty="0"/>
              <a:t>e</a:t>
            </a:r>
            <a:r>
              <a:rPr lang="x-none" dirty="0"/>
              <a:t>c</a:t>
            </a:r>
            <a:r>
              <a:rPr lang="de-DE" dirty="0"/>
              <a:t>t</a:t>
            </a:r>
            <a:r>
              <a:rPr lang="x-none" dirty="0"/>
              <a:t>” </a:t>
            </a:r>
            <a:r>
              <a:rPr lang="nl-NL" dirty="0" err="1"/>
              <a:t>price</a:t>
            </a:r>
            <a:endParaRPr lang="x-none" dirty="0"/>
          </a:p>
        </p:txBody>
      </p:sp>
      <p:sp>
        <p:nvSpPr>
          <p:cNvPr id="3" name="Tijdelijke aanduiding voor inhoud 2">
            <a:extLst>
              <a:ext uri="{FF2B5EF4-FFF2-40B4-BE49-F238E27FC236}">
                <a16:creationId xmlns:a16="http://schemas.microsoft.com/office/drawing/2014/main" id="{031862B8-E9E7-4DA0-9B91-5B7CAA3C45FF}"/>
              </a:ext>
            </a:extLst>
          </p:cNvPr>
          <p:cNvSpPr>
            <a:spLocks noGrp="1"/>
          </p:cNvSpPr>
          <p:nvPr>
            <p:ph idx="1"/>
          </p:nvPr>
        </p:nvSpPr>
        <p:spPr/>
        <p:txBody>
          <a:bodyPr/>
          <a:lstStyle/>
          <a:p>
            <a:r>
              <a:rPr lang="nl-NL" dirty="0" err="1"/>
              <a:t>To</a:t>
            </a:r>
            <a:r>
              <a:rPr lang="nl-NL" dirty="0"/>
              <a:t> </a:t>
            </a:r>
            <a:r>
              <a:rPr lang="nl-NL" dirty="0" err="1"/>
              <a:t>be</a:t>
            </a:r>
            <a:r>
              <a:rPr lang="nl-NL" dirty="0"/>
              <a:t> </a:t>
            </a:r>
            <a:r>
              <a:rPr lang="nl-NL" dirty="0" err="1"/>
              <a:t>determined</a:t>
            </a:r>
            <a:r>
              <a:rPr lang="nl-NL" dirty="0"/>
              <a:t> </a:t>
            </a:r>
          </a:p>
          <a:p>
            <a:endParaRPr lang="x-none" dirty="0"/>
          </a:p>
        </p:txBody>
      </p:sp>
    </p:spTree>
    <p:extLst>
      <p:ext uri="{BB962C8B-B14F-4D97-AF65-F5344CB8AC3E}">
        <p14:creationId xmlns:p14="http://schemas.microsoft.com/office/powerpoint/2010/main" val="8015020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F0CB1-C1E2-491D-A84B-003222585824}"/>
              </a:ext>
            </a:extLst>
          </p:cNvPr>
          <p:cNvSpPr>
            <a:spLocks noGrp="1"/>
          </p:cNvSpPr>
          <p:nvPr>
            <p:ph type="title"/>
          </p:nvPr>
        </p:nvSpPr>
        <p:spPr/>
        <p:txBody>
          <a:bodyPr/>
          <a:lstStyle/>
          <a:p>
            <a:r>
              <a:rPr lang="en-GB" dirty="0"/>
              <a:t>Academic integrity</a:t>
            </a:r>
          </a:p>
        </p:txBody>
      </p:sp>
      <p:sp>
        <p:nvSpPr>
          <p:cNvPr id="9" name="Text Placeholder 8">
            <a:extLst>
              <a:ext uri="{FF2B5EF4-FFF2-40B4-BE49-F238E27FC236}">
                <a16:creationId xmlns:a16="http://schemas.microsoft.com/office/drawing/2014/main" id="{AB627FB6-E11F-48F6-BFC3-CDCD7A77FAC9}"/>
              </a:ext>
            </a:extLst>
          </p:cNvPr>
          <p:cNvSpPr>
            <a:spLocks noGrp="1"/>
          </p:cNvSpPr>
          <p:nvPr>
            <p:ph type="body" idx="1"/>
          </p:nvPr>
        </p:nvSpPr>
        <p:spPr/>
        <p:txBody>
          <a:bodyPr/>
          <a:lstStyle/>
          <a:p>
            <a:r>
              <a:rPr lang="en-GB" dirty="0"/>
              <a:t>Part 2</a:t>
            </a:r>
          </a:p>
        </p:txBody>
      </p:sp>
      <p:pic>
        <p:nvPicPr>
          <p:cNvPr id="5" name="Content Placeholder 4">
            <a:extLst>
              <a:ext uri="{FF2B5EF4-FFF2-40B4-BE49-F238E27FC236}">
                <a16:creationId xmlns:a16="http://schemas.microsoft.com/office/drawing/2014/main" id="{15B33B9A-06A9-455A-84AD-BAF4C7943824}"/>
              </a:ext>
            </a:extLst>
          </p:cNvPr>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4730044" y="-135731"/>
            <a:ext cx="7278688" cy="3690937"/>
          </a:xfrm>
        </p:spPr>
      </p:pic>
      <p:sp>
        <p:nvSpPr>
          <p:cNvPr id="7" name="TextBox 6">
            <a:extLst>
              <a:ext uri="{FF2B5EF4-FFF2-40B4-BE49-F238E27FC236}">
                <a16:creationId xmlns:a16="http://schemas.microsoft.com/office/drawing/2014/main" id="{381CCDCA-FE31-4493-95ED-B239F19D91B1}"/>
              </a:ext>
            </a:extLst>
          </p:cNvPr>
          <p:cNvSpPr txBox="1"/>
          <p:nvPr/>
        </p:nvSpPr>
        <p:spPr>
          <a:xfrm>
            <a:off x="1038578" y="6308209"/>
            <a:ext cx="6096000" cy="369332"/>
          </a:xfrm>
          <a:prstGeom prst="rect">
            <a:avLst/>
          </a:prstGeom>
          <a:noFill/>
        </p:spPr>
        <p:txBody>
          <a:bodyPr wrap="square">
            <a:spAutoFit/>
          </a:bodyPr>
          <a:lstStyle/>
          <a:p>
            <a:r>
              <a:rPr lang="en-GB" dirty="0"/>
              <a:t>https://lo.unisa.edu.au/mod/book/view.php?id=252142</a:t>
            </a:r>
          </a:p>
        </p:txBody>
      </p:sp>
    </p:spTree>
    <p:extLst>
      <p:ext uri="{BB962C8B-B14F-4D97-AF65-F5344CB8AC3E}">
        <p14:creationId xmlns:p14="http://schemas.microsoft.com/office/powerpoint/2010/main" val="25793876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F955C-B662-4956-BC4A-D43055775674}"/>
              </a:ext>
            </a:extLst>
          </p:cNvPr>
          <p:cNvSpPr>
            <a:spLocks noGrp="1"/>
          </p:cNvSpPr>
          <p:nvPr>
            <p:ph type="title"/>
          </p:nvPr>
        </p:nvSpPr>
        <p:spPr/>
        <p:txBody>
          <a:bodyPr/>
          <a:lstStyle/>
          <a:p>
            <a:r>
              <a:rPr lang="en-GB" dirty="0"/>
              <a:t>Academic integrity</a:t>
            </a:r>
          </a:p>
        </p:txBody>
      </p:sp>
      <p:sp>
        <p:nvSpPr>
          <p:cNvPr id="3" name="Content Placeholder 2">
            <a:extLst>
              <a:ext uri="{FF2B5EF4-FFF2-40B4-BE49-F238E27FC236}">
                <a16:creationId xmlns:a16="http://schemas.microsoft.com/office/drawing/2014/main" id="{5502B337-D1E9-4D63-8E83-BEE04B5F86A3}"/>
              </a:ext>
            </a:extLst>
          </p:cNvPr>
          <p:cNvSpPr>
            <a:spLocks noGrp="1"/>
          </p:cNvSpPr>
          <p:nvPr>
            <p:ph idx="1"/>
          </p:nvPr>
        </p:nvSpPr>
        <p:spPr>
          <a:xfrm>
            <a:off x="838200" y="1825624"/>
            <a:ext cx="10515600" cy="4879975"/>
          </a:xfrm>
        </p:spPr>
        <p:txBody>
          <a:bodyPr>
            <a:normAutofit fontScale="85000" lnSpcReduction="10000"/>
          </a:bodyPr>
          <a:lstStyle/>
          <a:p>
            <a:pPr marL="0" indent="0">
              <a:buNone/>
            </a:pPr>
            <a:r>
              <a:rPr lang="en-US" sz="3300" b="1" dirty="0"/>
              <a:t>1. Honesty: </a:t>
            </a:r>
            <a:r>
              <a:rPr lang="en-US" sz="3300" dirty="0"/>
              <a:t>“Academic communities of integrity advance the quest for truth and knowledge through intellectual and personal honesty in learning, teaching, research, and service” </a:t>
            </a:r>
          </a:p>
          <a:p>
            <a:pPr marL="0" indent="0">
              <a:buNone/>
            </a:pPr>
            <a:r>
              <a:rPr lang="en-US" sz="3300" b="1" dirty="0"/>
              <a:t>2. Trust </a:t>
            </a:r>
            <a:r>
              <a:rPr lang="en-US" sz="3300" dirty="0"/>
              <a:t>“Academic communities of integrity both foster and rely upon climates of mutual trust. Climates of trust encourage and support the free exchange of ideas which in turn allows scholarly inquiry to reach its fullest potential” </a:t>
            </a:r>
          </a:p>
          <a:p>
            <a:pPr marL="0" indent="0">
              <a:buNone/>
            </a:pPr>
            <a:r>
              <a:rPr lang="en-US" sz="3300" b="1" dirty="0"/>
              <a:t>3. Fairness </a:t>
            </a:r>
            <a:r>
              <a:rPr lang="en-US" sz="3300" dirty="0"/>
              <a:t>“Academic communities of integrity establish clear and transparent expectations, standards, and practices to support fairness in the interactions of students, faculty and administrators”</a:t>
            </a:r>
          </a:p>
          <a:p>
            <a:pPr marL="0" indent="0">
              <a:buNone/>
            </a:pPr>
            <a:endParaRPr lang="en-US" sz="3500" dirty="0"/>
          </a:p>
          <a:p>
            <a:pPr marL="0" indent="0">
              <a:buNone/>
            </a:pPr>
            <a:r>
              <a:rPr lang="en-US" sz="1700" b="1" dirty="0"/>
              <a:t>References:</a:t>
            </a:r>
            <a:r>
              <a:rPr lang="en-US" sz="1700" dirty="0"/>
              <a:t> International Centre for Academic Integrity. (2013). The fundamental values of academic integrity. Retrieved from https://healthsciences.humber.ca/current-students/academic-integrity/six-values.html</a:t>
            </a:r>
          </a:p>
          <a:p>
            <a:pPr marL="0" indent="0">
              <a:buNone/>
            </a:pPr>
            <a:endParaRPr lang="en-US" dirty="0"/>
          </a:p>
          <a:p>
            <a:pPr marL="0" indent="0">
              <a:buNone/>
            </a:pPr>
            <a:endParaRPr lang="en-US" dirty="0"/>
          </a:p>
          <a:p>
            <a:endParaRPr lang="en-GB" dirty="0"/>
          </a:p>
        </p:txBody>
      </p:sp>
    </p:spTree>
    <p:extLst>
      <p:ext uri="{BB962C8B-B14F-4D97-AF65-F5344CB8AC3E}">
        <p14:creationId xmlns:p14="http://schemas.microsoft.com/office/powerpoint/2010/main" val="6337150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EF955C-B662-4956-BC4A-D43055775674}"/>
              </a:ext>
            </a:extLst>
          </p:cNvPr>
          <p:cNvSpPr>
            <a:spLocks noGrp="1"/>
          </p:cNvSpPr>
          <p:nvPr>
            <p:ph type="title"/>
          </p:nvPr>
        </p:nvSpPr>
        <p:spPr/>
        <p:txBody>
          <a:bodyPr/>
          <a:lstStyle/>
          <a:p>
            <a:r>
              <a:rPr lang="en-GB" dirty="0"/>
              <a:t>Academic integrity 2</a:t>
            </a:r>
          </a:p>
        </p:txBody>
      </p:sp>
      <p:sp>
        <p:nvSpPr>
          <p:cNvPr id="3" name="Content Placeholder 2">
            <a:extLst>
              <a:ext uri="{FF2B5EF4-FFF2-40B4-BE49-F238E27FC236}">
                <a16:creationId xmlns:a16="http://schemas.microsoft.com/office/drawing/2014/main" id="{5502B337-D1E9-4D63-8E83-BEE04B5F86A3}"/>
              </a:ext>
            </a:extLst>
          </p:cNvPr>
          <p:cNvSpPr>
            <a:spLocks noGrp="1"/>
          </p:cNvSpPr>
          <p:nvPr>
            <p:ph idx="1"/>
          </p:nvPr>
        </p:nvSpPr>
        <p:spPr>
          <a:xfrm>
            <a:off x="838200" y="1486957"/>
            <a:ext cx="10515600" cy="4879975"/>
          </a:xfrm>
        </p:spPr>
        <p:txBody>
          <a:bodyPr>
            <a:normAutofit/>
          </a:bodyPr>
          <a:lstStyle/>
          <a:p>
            <a:pPr marL="0" indent="0">
              <a:buNone/>
            </a:pPr>
            <a:r>
              <a:rPr lang="en-US" b="1" dirty="0"/>
              <a:t>4. Respect </a:t>
            </a:r>
            <a:r>
              <a:rPr lang="en-US" dirty="0"/>
              <a:t>“Academic communities of integrity value the interactive, cooperative, participatory nature of learning. They </a:t>
            </a:r>
            <a:r>
              <a:rPr lang="en-US" dirty="0" err="1"/>
              <a:t>honour</a:t>
            </a:r>
            <a:r>
              <a:rPr lang="en-US" dirty="0"/>
              <a:t>, value, and consider diverse opinions and ideas”</a:t>
            </a:r>
          </a:p>
          <a:p>
            <a:pPr marL="0" indent="0">
              <a:buNone/>
            </a:pPr>
            <a:r>
              <a:rPr lang="en-US" b="1" dirty="0"/>
              <a:t>5. Responsibility </a:t>
            </a:r>
            <a:r>
              <a:rPr lang="en-US" dirty="0"/>
              <a:t>“Academic communities of integrity rest upon foundations of personal accountability coupled with the willingness of individuals and groups to lead by example, uphold mutually agreed-upon standards, and take action when they encounter wrongdoing” </a:t>
            </a:r>
          </a:p>
          <a:p>
            <a:pPr marL="0" indent="0">
              <a:buNone/>
            </a:pPr>
            <a:r>
              <a:rPr lang="en-US" b="1" dirty="0"/>
              <a:t>6. Courage </a:t>
            </a:r>
            <a:r>
              <a:rPr lang="en-US" dirty="0"/>
              <a:t>“Translating the values from talking points into action—standing up for them in the face of pressure and adversity—requires determination, commitment, and courage”</a:t>
            </a:r>
          </a:p>
          <a:p>
            <a:pPr marL="0" indent="0">
              <a:buNone/>
            </a:pPr>
            <a:r>
              <a:rPr lang="en-US" sz="1700" b="1" dirty="0"/>
              <a:t>References:</a:t>
            </a:r>
            <a:r>
              <a:rPr lang="en-US" sz="1700" dirty="0"/>
              <a:t> International Centre for Academic Integrity. (2013). The fundamental values of academic integrity. Retrieved from https://healthsciences.humber.ca/current-students/academic-integrity/six-values.html</a:t>
            </a:r>
          </a:p>
          <a:p>
            <a:pPr marL="0" indent="0">
              <a:buNone/>
            </a:pPr>
            <a:endParaRPr lang="en-US" dirty="0"/>
          </a:p>
          <a:p>
            <a:pPr marL="0" indent="0">
              <a:buNone/>
            </a:pPr>
            <a:endParaRPr lang="en-US" dirty="0"/>
          </a:p>
          <a:p>
            <a:endParaRPr lang="en-GB" dirty="0"/>
          </a:p>
        </p:txBody>
      </p:sp>
    </p:spTree>
    <p:extLst>
      <p:ext uri="{BB962C8B-B14F-4D97-AF65-F5344CB8AC3E}">
        <p14:creationId xmlns:p14="http://schemas.microsoft.com/office/powerpoint/2010/main" val="14311349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C3E161B-C5F1-43F3-9046-310962B5298C}"/>
              </a:ext>
            </a:extLst>
          </p:cNvPr>
          <p:cNvSpPr>
            <a:spLocks noGrp="1"/>
          </p:cNvSpPr>
          <p:nvPr>
            <p:ph type="title"/>
          </p:nvPr>
        </p:nvSpPr>
        <p:spPr/>
        <p:txBody>
          <a:bodyPr/>
          <a:lstStyle/>
          <a:p>
            <a:r>
              <a:rPr lang="nl-NL" dirty="0" err="1"/>
              <a:t>Taking</a:t>
            </a:r>
            <a:r>
              <a:rPr lang="nl-NL" dirty="0"/>
              <a:t> Stock: </a:t>
            </a:r>
            <a:r>
              <a:rPr lang="nl-NL" dirty="0" err="1"/>
              <a:t>where</a:t>
            </a:r>
            <a:r>
              <a:rPr lang="nl-NL" dirty="0"/>
              <a:t> are we? </a:t>
            </a:r>
            <a:endParaRPr lang="x-none" dirty="0"/>
          </a:p>
        </p:txBody>
      </p:sp>
      <p:sp>
        <p:nvSpPr>
          <p:cNvPr id="4" name="Tijdelijke aanduiding voor tekst 3">
            <a:extLst>
              <a:ext uri="{FF2B5EF4-FFF2-40B4-BE49-F238E27FC236}">
                <a16:creationId xmlns:a16="http://schemas.microsoft.com/office/drawing/2014/main" id="{FB8D1B40-46EC-4C2D-80CB-CAEDDFB68399}"/>
              </a:ext>
            </a:extLst>
          </p:cNvPr>
          <p:cNvSpPr>
            <a:spLocks noGrp="1"/>
          </p:cNvSpPr>
          <p:nvPr>
            <p:ph type="body" idx="1"/>
          </p:nvPr>
        </p:nvSpPr>
        <p:spPr/>
        <p:txBody>
          <a:bodyPr/>
          <a:lstStyle/>
          <a:p>
            <a:r>
              <a:rPr lang="nl-NL" dirty="0"/>
              <a:t>Part 3</a:t>
            </a:r>
            <a:endParaRPr lang="x-none" dirty="0"/>
          </a:p>
        </p:txBody>
      </p:sp>
    </p:spTree>
    <p:extLst>
      <p:ext uri="{BB962C8B-B14F-4D97-AF65-F5344CB8AC3E}">
        <p14:creationId xmlns:p14="http://schemas.microsoft.com/office/powerpoint/2010/main" val="952541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E37E461-DA75-4A1B-8CC2-0544A355AC11}"/>
              </a:ext>
            </a:extLst>
          </p:cNvPr>
          <p:cNvSpPr>
            <a:spLocks noGrp="1"/>
          </p:cNvSpPr>
          <p:nvPr>
            <p:ph type="title"/>
          </p:nvPr>
        </p:nvSpPr>
        <p:spPr/>
        <p:txBody>
          <a:bodyPr/>
          <a:lstStyle/>
          <a:p>
            <a:r>
              <a:rPr lang="en-GB" dirty="0"/>
              <a:t>Defining the problem</a:t>
            </a:r>
          </a:p>
        </p:txBody>
      </p:sp>
      <p:pic>
        <p:nvPicPr>
          <p:cNvPr id="11" name="Picture 10">
            <a:extLst>
              <a:ext uri="{FF2B5EF4-FFF2-40B4-BE49-F238E27FC236}">
                <a16:creationId xmlns:a16="http://schemas.microsoft.com/office/drawing/2014/main" id="{F0AA5D6E-FE7B-47B3-AE50-2E3460C70F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9267" y="1526371"/>
            <a:ext cx="6022622" cy="4456741"/>
          </a:xfrm>
          <a:prstGeom prst="rect">
            <a:avLst/>
          </a:prstGeom>
        </p:spPr>
      </p:pic>
      <p:sp>
        <p:nvSpPr>
          <p:cNvPr id="13" name="TextBox 12">
            <a:extLst>
              <a:ext uri="{FF2B5EF4-FFF2-40B4-BE49-F238E27FC236}">
                <a16:creationId xmlns:a16="http://schemas.microsoft.com/office/drawing/2014/main" id="{238152BA-3B44-4750-8504-06BED3CC19BC}"/>
              </a:ext>
            </a:extLst>
          </p:cNvPr>
          <p:cNvSpPr txBox="1"/>
          <p:nvPr/>
        </p:nvSpPr>
        <p:spPr>
          <a:xfrm>
            <a:off x="2336800" y="6401773"/>
            <a:ext cx="6096000" cy="369332"/>
          </a:xfrm>
          <a:prstGeom prst="rect">
            <a:avLst/>
          </a:prstGeom>
          <a:noFill/>
        </p:spPr>
        <p:txBody>
          <a:bodyPr wrap="square">
            <a:spAutoFit/>
          </a:bodyPr>
          <a:lstStyle/>
          <a:p>
            <a:r>
              <a:rPr lang="en-GB" dirty="0"/>
              <a:t>https://txm.com/learning-to-define-the-problem/</a:t>
            </a:r>
          </a:p>
        </p:txBody>
      </p:sp>
    </p:spTree>
    <p:extLst>
      <p:ext uri="{BB962C8B-B14F-4D97-AF65-F5344CB8AC3E}">
        <p14:creationId xmlns:p14="http://schemas.microsoft.com/office/powerpoint/2010/main" val="27227340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BAF607A-9490-4357-BC0E-742D9E0DFB80}"/>
              </a:ext>
            </a:extLst>
          </p:cNvPr>
          <p:cNvSpPr>
            <a:spLocks noGrp="1"/>
          </p:cNvSpPr>
          <p:nvPr>
            <p:ph type="title"/>
          </p:nvPr>
        </p:nvSpPr>
        <p:spPr/>
        <p:txBody>
          <a:bodyPr/>
          <a:lstStyle/>
          <a:p>
            <a:r>
              <a:rPr lang="en-GB" dirty="0" err="1"/>
              <a:t>Sota</a:t>
            </a:r>
            <a:r>
              <a:rPr lang="en-GB" dirty="0"/>
              <a:t>: Finding Literature </a:t>
            </a:r>
          </a:p>
        </p:txBody>
      </p:sp>
      <p:pic>
        <p:nvPicPr>
          <p:cNvPr id="7" name="Content Placeholder 6">
            <a:extLst>
              <a:ext uri="{FF2B5EF4-FFF2-40B4-BE49-F238E27FC236}">
                <a16:creationId xmlns:a16="http://schemas.microsoft.com/office/drawing/2014/main" id="{8A8238E8-3AE4-4754-B14C-ABAEB31A263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24317" y="1825625"/>
            <a:ext cx="6543365" cy="4351338"/>
          </a:xfrm>
        </p:spPr>
      </p:pic>
      <p:sp>
        <p:nvSpPr>
          <p:cNvPr id="9" name="TextBox 8">
            <a:extLst>
              <a:ext uri="{FF2B5EF4-FFF2-40B4-BE49-F238E27FC236}">
                <a16:creationId xmlns:a16="http://schemas.microsoft.com/office/drawing/2014/main" id="{02FE63F3-F6EA-4F14-A5B3-0F76194D9918}"/>
              </a:ext>
            </a:extLst>
          </p:cNvPr>
          <p:cNvSpPr txBox="1"/>
          <p:nvPr/>
        </p:nvSpPr>
        <p:spPr>
          <a:xfrm>
            <a:off x="1817510" y="6483527"/>
            <a:ext cx="11717867" cy="369332"/>
          </a:xfrm>
          <a:prstGeom prst="rect">
            <a:avLst/>
          </a:prstGeom>
          <a:noFill/>
        </p:spPr>
        <p:txBody>
          <a:bodyPr wrap="square">
            <a:spAutoFit/>
          </a:bodyPr>
          <a:lstStyle/>
          <a:p>
            <a:r>
              <a:rPr lang="en-GB" dirty="0"/>
              <a:t>https://www.iamexpat.nl/lifestyle/lifestyle-news/most-beautiful-libraries-netherlands</a:t>
            </a:r>
          </a:p>
        </p:txBody>
      </p:sp>
    </p:spTree>
    <p:extLst>
      <p:ext uri="{BB962C8B-B14F-4D97-AF65-F5344CB8AC3E}">
        <p14:creationId xmlns:p14="http://schemas.microsoft.com/office/powerpoint/2010/main" val="1071595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a:bodyPr>
          <a:lstStyle/>
          <a:p>
            <a:r>
              <a:rPr lang="nl-NL" dirty="0" err="1">
                <a:latin typeface="Calibri Light" panose="020F0302020204030204" pitchFamily="34" charset="0"/>
                <a:cs typeface="Calibri Light" panose="020F0302020204030204" pitchFamily="34" charset="0"/>
              </a:rPr>
              <a:t>Sota</a:t>
            </a:r>
            <a:r>
              <a:rPr lang="nl-NL" dirty="0">
                <a:latin typeface="Calibri Light" panose="020F0302020204030204" pitchFamily="34" charset="0"/>
                <a:cs typeface="Calibri Light" panose="020F0302020204030204" pitchFamily="34" charset="0"/>
              </a:rPr>
              <a:t>: </a:t>
            </a:r>
            <a:r>
              <a:rPr lang="nl-NL" dirty="0" err="1">
                <a:latin typeface="Calibri Light" panose="020F0302020204030204" pitchFamily="34" charset="0"/>
                <a:cs typeface="Calibri Light" panose="020F0302020204030204" pitchFamily="34" charset="0"/>
              </a:rPr>
              <a:t>Literature</a:t>
            </a:r>
            <a:r>
              <a:rPr lang="nl-NL" dirty="0">
                <a:latin typeface="Calibri Light" panose="020F0302020204030204" pitchFamily="34" charset="0"/>
                <a:cs typeface="Calibri Light" panose="020F0302020204030204" pitchFamily="34" charset="0"/>
              </a:rPr>
              <a:t> is </a:t>
            </a:r>
            <a:r>
              <a:rPr lang="nl-NL" dirty="0" err="1">
                <a:latin typeface="Calibri Light" panose="020F0302020204030204" pitchFamily="34" charset="0"/>
                <a:cs typeface="Calibri Light" panose="020F0302020204030204" pitchFamily="34" charset="0"/>
              </a:rPr>
              <a:t>not</a:t>
            </a:r>
            <a:r>
              <a:rPr lang="nl-NL" dirty="0">
                <a:latin typeface="Calibri Light" panose="020F0302020204030204" pitchFamily="34" charset="0"/>
                <a:cs typeface="Calibri Light" panose="020F0302020204030204" pitchFamily="34" charset="0"/>
              </a:rPr>
              <a:t> </a:t>
            </a:r>
            <a:r>
              <a:rPr lang="nl-NL" dirty="0" err="1">
                <a:latin typeface="Calibri Light" panose="020F0302020204030204" pitchFamily="34" charset="0"/>
                <a:cs typeface="Calibri Light" panose="020F0302020204030204" pitchFamily="34" charset="0"/>
              </a:rPr>
              <a:t>all</a:t>
            </a:r>
            <a:r>
              <a:rPr lang="nl-NL" dirty="0">
                <a:latin typeface="Calibri Light" panose="020F0302020204030204" pitchFamily="34" charset="0"/>
                <a:cs typeface="Calibri Light" panose="020F0302020204030204" pitchFamily="34" charset="0"/>
              </a:rPr>
              <a:t>…Knowledge </a:t>
            </a:r>
            <a:r>
              <a:rPr lang="nl-NL" dirty="0" err="1">
                <a:latin typeface="Calibri Light" panose="020F0302020204030204" pitchFamily="34" charset="0"/>
                <a:cs typeface="Calibri Light" panose="020F0302020204030204" pitchFamily="34" charset="0"/>
              </a:rPr>
              <a:t>Elication</a:t>
            </a:r>
            <a:endParaRPr lang="nl-NL" dirty="0">
              <a:latin typeface="Calibri Light" panose="020F0302020204030204" pitchFamily="34" charset="0"/>
              <a:cs typeface="Calibri Light" panose="020F0302020204030204" pitchFamily="34" charset="0"/>
            </a:endParaRPr>
          </a:p>
        </p:txBody>
      </p:sp>
      <p:pic>
        <p:nvPicPr>
          <p:cNvPr id="8" name="Picture 7">
            <a:extLst>
              <a:ext uri="{FF2B5EF4-FFF2-40B4-BE49-F238E27FC236}">
                <a16:creationId xmlns:a16="http://schemas.microsoft.com/office/drawing/2014/main" id="{3258BB30-2C09-4771-BFF6-5ABB2E9CF236}"/>
              </a:ext>
            </a:extLst>
          </p:cNvPr>
          <p:cNvPicPr>
            <a:picLocks noChangeAspect="1"/>
          </p:cNvPicPr>
          <p:nvPr/>
        </p:nvPicPr>
        <p:blipFill>
          <a:blip r:embed="rId2"/>
          <a:stretch>
            <a:fillRect/>
          </a:stretch>
        </p:blipFill>
        <p:spPr>
          <a:xfrm>
            <a:off x="1264353" y="1477808"/>
            <a:ext cx="9482667" cy="4609897"/>
          </a:xfrm>
          <a:prstGeom prst="rect">
            <a:avLst/>
          </a:prstGeom>
        </p:spPr>
      </p:pic>
    </p:spTree>
    <p:extLst>
      <p:ext uri="{BB962C8B-B14F-4D97-AF65-F5344CB8AC3E}">
        <p14:creationId xmlns:p14="http://schemas.microsoft.com/office/powerpoint/2010/main" val="3672975700"/>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734BCC-375C-4623-99AB-F790277210E5}"/>
              </a:ext>
            </a:extLst>
          </p:cNvPr>
          <p:cNvSpPr>
            <a:spLocks noGrp="1"/>
          </p:cNvSpPr>
          <p:nvPr>
            <p:ph type="title"/>
          </p:nvPr>
        </p:nvSpPr>
        <p:spPr/>
        <p:txBody>
          <a:bodyPr/>
          <a:lstStyle/>
          <a:p>
            <a:r>
              <a:rPr lang="en-GB" dirty="0"/>
              <a:t>Next: Building AI Systems</a:t>
            </a:r>
          </a:p>
        </p:txBody>
      </p:sp>
      <p:pic>
        <p:nvPicPr>
          <p:cNvPr id="5" name="Picture 4">
            <a:extLst>
              <a:ext uri="{FF2B5EF4-FFF2-40B4-BE49-F238E27FC236}">
                <a16:creationId xmlns:a16="http://schemas.microsoft.com/office/drawing/2014/main" id="{B2D9537A-A149-468E-906E-7C8D96FA5B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1822" y="1337970"/>
            <a:ext cx="7693111" cy="5117085"/>
          </a:xfrm>
          <a:prstGeom prst="rect">
            <a:avLst/>
          </a:prstGeom>
        </p:spPr>
      </p:pic>
    </p:spTree>
    <p:extLst>
      <p:ext uri="{BB962C8B-B14F-4D97-AF65-F5344CB8AC3E}">
        <p14:creationId xmlns:p14="http://schemas.microsoft.com/office/powerpoint/2010/main" val="85956713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E53930-746D-4B75-99AD-7A5F6849C34D}"/>
              </a:ext>
            </a:extLst>
          </p:cNvPr>
          <p:cNvSpPr>
            <a:spLocks noGrp="1"/>
          </p:cNvSpPr>
          <p:nvPr>
            <p:ph type="title"/>
          </p:nvPr>
        </p:nvSpPr>
        <p:spPr/>
        <p:txBody>
          <a:bodyPr/>
          <a:lstStyle/>
          <a:p>
            <a:r>
              <a:rPr lang="en-GB" dirty="0"/>
              <a:t>Still to come: Evaluation of (AI) Systems </a:t>
            </a:r>
          </a:p>
        </p:txBody>
      </p:sp>
      <p:pic>
        <p:nvPicPr>
          <p:cNvPr id="5" name="Picture 4">
            <a:extLst>
              <a:ext uri="{FF2B5EF4-FFF2-40B4-BE49-F238E27FC236}">
                <a16:creationId xmlns:a16="http://schemas.microsoft.com/office/drawing/2014/main" id="{3AE2FDB4-9470-4995-A129-16E0930596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3395" y="1734255"/>
            <a:ext cx="10137320" cy="3153833"/>
          </a:xfrm>
          <a:prstGeom prst="rect">
            <a:avLst/>
          </a:prstGeom>
        </p:spPr>
      </p:pic>
      <p:sp>
        <p:nvSpPr>
          <p:cNvPr id="7" name="TextBox 6">
            <a:extLst>
              <a:ext uri="{FF2B5EF4-FFF2-40B4-BE49-F238E27FC236}">
                <a16:creationId xmlns:a16="http://schemas.microsoft.com/office/drawing/2014/main" id="{8319FC87-8ECE-43CC-99B5-59EB0369D8AD}"/>
              </a:ext>
            </a:extLst>
          </p:cNvPr>
          <p:cNvSpPr txBox="1"/>
          <p:nvPr/>
        </p:nvSpPr>
        <p:spPr>
          <a:xfrm>
            <a:off x="610121" y="6336093"/>
            <a:ext cx="10982187" cy="369332"/>
          </a:xfrm>
          <a:prstGeom prst="rect">
            <a:avLst/>
          </a:prstGeom>
          <a:noFill/>
        </p:spPr>
        <p:txBody>
          <a:bodyPr wrap="square">
            <a:spAutoFit/>
          </a:bodyPr>
          <a:lstStyle/>
          <a:p>
            <a:r>
              <a:rPr lang="en-GB" dirty="0"/>
              <a:t>https://www.datasciencecentral.com/profiles/blogs/enterprise-ai-learning-from-the-evolution-of-robotic-process</a:t>
            </a:r>
          </a:p>
        </p:txBody>
      </p:sp>
    </p:spTree>
    <p:extLst>
      <p:ext uri="{BB962C8B-B14F-4D97-AF65-F5344CB8AC3E}">
        <p14:creationId xmlns:p14="http://schemas.microsoft.com/office/powerpoint/2010/main" val="664977381"/>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A68BC84-9BCA-4A42-A33B-98999FD3DE15}"/>
              </a:ext>
            </a:extLst>
          </p:cNvPr>
          <p:cNvSpPr>
            <a:spLocks noGrp="1"/>
          </p:cNvSpPr>
          <p:nvPr>
            <p:ph type="title"/>
          </p:nvPr>
        </p:nvSpPr>
        <p:spPr/>
        <p:txBody>
          <a:bodyPr/>
          <a:lstStyle/>
          <a:p>
            <a:r>
              <a:rPr lang="de-DE" dirty="0"/>
              <a:t>W</a:t>
            </a:r>
            <a:r>
              <a:rPr lang="x-none" dirty="0"/>
              <a:t>h</a:t>
            </a:r>
            <a:r>
              <a:rPr lang="de-DE" dirty="0"/>
              <a:t>a</a:t>
            </a:r>
            <a:r>
              <a:rPr lang="x-none" dirty="0"/>
              <a:t>t </a:t>
            </a:r>
            <a:r>
              <a:rPr lang="de-DE" dirty="0"/>
              <a:t>i</a:t>
            </a:r>
            <a:r>
              <a:rPr lang="x-none" dirty="0"/>
              <a:t>s </a:t>
            </a:r>
            <a:r>
              <a:rPr lang="de-DE" dirty="0"/>
              <a:t>A</a:t>
            </a:r>
            <a:r>
              <a:rPr lang="x-none" dirty="0"/>
              <a:t>I?</a:t>
            </a:r>
          </a:p>
        </p:txBody>
      </p:sp>
      <p:sp>
        <p:nvSpPr>
          <p:cNvPr id="5" name="Tijdelijke aanduiding voor tekst 4">
            <a:extLst>
              <a:ext uri="{FF2B5EF4-FFF2-40B4-BE49-F238E27FC236}">
                <a16:creationId xmlns:a16="http://schemas.microsoft.com/office/drawing/2014/main" id="{3E8BCAF5-4BAD-4F6E-B796-2DA5B955B74E}"/>
              </a:ext>
            </a:extLst>
          </p:cNvPr>
          <p:cNvSpPr>
            <a:spLocks noGrp="1"/>
          </p:cNvSpPr>
          <p:nvPr>
            <p:ph type="body" idx="1"/>
          </p:nvPr>
        </p:nvSpPr>
        <p:spPr/>
        <p:txBody>
          <a:bodyPr/>
          <a:lstStyle/>
          <a:p>
            <a:r>
              <a:rPr lang="de-DE" dirty="0"/>
              <a:t>P</a:t>
            </a:r>
            <a:r>
              <a:rPr lang="x-none" dirty="0"/>
              <a:t>a</a:t>
            </a:r>
            <a:r>
              <a:rPr lang="de-DE" dirty="0"/>
              <a:t>r</a:t>
            </a:r>
            <a:r>
              <a:rPr lang="x-none" dirty="0"/>
              <a:t>t </a:t>
            </a:r>
            <a:r>
              <a:rPr lang="nl-NL" dirty="0"/>
              <a:t>4</a:t>
            </a:r>
            <a:endParaRPr lang="x-none" dirty="0"/>
          </a:p>
        </p:txBody>
      </p:sp>
    </p:spTree>
    <p:extLst>
      <p:ext uri="{BB962C8B-B14F-4D97-AF65-F5344CB8AC3E}">
        <p14:creationId xmlns:p14="http://schemas.microsoft.com/office/powerpoint/2010/main" val="35251654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2F505C1-6178-41FF-B0D7-6127EAF796D4}"/>
              </a:ext>
            </a:extLst>
          </p:cNvPr>
          <p:cNvSpPr>
            <a:spLocks noGrp="1"/>
          </p:cNvSpPr>
          <p:nvPr>
            <p:ph type="title"/>
          </p:nvPr>
        </p:nvSpPr>
        <p:spPr/>
        <p:txBody>
          <a:bodyPr>
            <a:normAutofit/>
          </a:bodyPr>
          <a:lstStyle/>
          <a:p>
            <a:r>
              <a:rPr lang="en-GB" sz="4800" dirty="0"/>
              <a:t>Quiz: who is this guy? </a:t>
            </a:r>
          </a:p>
        </p:txBody>
      </p:sp>
      <p:pic>
        <p:nvPicPr>
          <p:cNvPr id="7" name="Content Placeholder 6">
            <a:extLst>
              <a:ext uri="{FF2B5EF4-FFF2-40B4-BE49-F238E27FC236}">
                <a16:creationId xmlns:a16="http://schemas.microsoft.com/office/drawing/2014/main" id="{DFA6C2A4-4328-480B-917A-BEF836FE02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374832" y="1690688"/>
            <a:ext cx="3267402" cy="4351338"/>
          </a:xfrm>
        </p:spPr>
      </p:pic>
      <p:sp>
        <p:nvSpPr>
          <p:cNvPr id="9" name="TextBox 8">
            <a:extLst>
              <a:ext uri="{FF2B5EF4-FFF2-40B4-BE49-F238E27FC236}">
                <a16:creationId xmlns:a16="http://schemas.microsoft.com/office/drawing/2014/main" id="{1C11D6A7-7971-4DCA-86EF-CAFB37A0C828}"/>
              </a:ext>
            </a:extLst>
          </p:cNvPr>
          <p:cNvSpPr txBox="1"/>
          <p:nvPr/>
        </p:nvSpPr>
        <p:spPr>
          <a:xfrm>
            <a:off x="923050" y="3312359"/>
            <a:ext cx="6096000" cy="646331"/>
          </a:xfrm>
          <a:prstGeom prst="rect">
            <a:avLst/>
          </a:prstGeom>
          <a:noFill/>
        </p:spPr>
        <p:txBody>
          <a:bodyPr wrap="square">
            <a:spAutoFit/>
          </a:bodyPr>
          <a:lstStyle/>
          <a:p>
            <a:r>
              <a:rPr lang="en-GB" sz="3600" dirty="0">
                <a:latin typeface="+mj-lt"/>
              </a:rPr>
              <a:t>And why should you know him? </a:t>
            </a:r>
          </a:p>
        </p:txBody>
      </p:sp>
    </p:spTree>
    <p:extLst>
      <p:ext uri="{BB962C8B-B14F-4D97-AF65-F5344CB8AC3E}">
        <p14:creationId xmlns:p14="http://schemas.microsoft.com/office/powerpoint/2010/main" val="1001182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7385500-02FF-4C21-808C-920C4EF20577}"/>
              </a:ext>
            </a:extLst>
          </p:cNvPr>
          <p:cNvSpPr>
            <a:spLocks noGrp="1"/>
          </p:cNvSpPr>
          <p:nvPr>
            <p:ph type="title"/>
          </p:nvPr>
        </p:nvSpPr>
        <p:spPr/>
        <p:txBody>
          <a:bodyPr/>
          <a:lstStyle/>
          <a:p>
            <a:r>
              <a:rPr lang="en-US" dirty="0"/>
              <a:t>Human Intelligence </a:t>
            </a:r>
          </a:p>
        </p:txBody>
      </p:sp>
      <p:pic>
        <p:nvPicPr>
          <p:cNvPr id="4" name="Picture 5" descr="airplan-bird">
            <a:extLst>
              <a:ext uri="{FF2B5EF4-FFF2-40B4-BE49-F238E27FC236}">
                <a16:creationId xmlns:a16="http://schemas.microsoft.com/office/drawing/2014/main" id="{59BF59F4-BF7B-4BFF-B451-C6DB554B3DE1}"/>
              </a:ext>
            </a:extLst>
          </p:cNvPr>
          <p:cNvPicPr>
            <a:picLocks noChangeAspect="1" noChangeArrowheads="1"/>
          </p:cNvPicPr>
          <p:nvPr/>
        </p:nvPicPr>
        <p:blipFill>
          <a:blip r:embed="rId3" cstate="print"/>
          <a:srcRect/>
          <a:stretch>
            <a:fillRect/>
          </a:stretch>
        </p:blipFill>
        <p:spPr bwMode="auto">
          <a:xfrm>
            <a:off x="6769102" y="2500294"/>
            <a:ext cx="4851398" cy="3240041"/>
          </a:xfrm>
          <a:prstGeom prst="rect">
            <a:avLst/>
          </a:prstGeom>
          <a:noFill/>
          <a:ln w="9525">
            <a:noFill/>
            <a:miter lim="800000"/>
            <a:headEnd/>
            <a:tailEnd/>
          </a:ln>
        </p:spPr>
      </p:pic>
      <p:pic>
        <p:nvPicPr>
          <p:cNvPr id="6" name="Afbeelding 5">
            <a:extLst>
              <a:ext uri="{FF2B5EF4-FFF2-40B4-BE49-F238E27FC236}">
                <a16:creationId xmlns:a16="http://schemas.microsoft.com/office/drawing/2014/main" id="{601A7CEF-9DE3-4B54-B506-3B1244E5AEE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8200" y="2244588"/>
            <a:ext cx="4584700" cy="3495747"/>
          </a:xfrm>
          <a:prstGeom prst="rect">
            <a:avLst/>
          </a:prstGeom>
        </p:spPr>
      </p:pic>
    </p:spTree>
    <p:extLst>
      <p:ext uri="{BB962C8B-B14F-4D97-AF65-F5344CB8AC3E}">
        <p14:creationId xmlns:p14="http://schemas.microsoft.com/office/powerpoint/2010/main" val="1519392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499"/>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646A5787-FD12-4404-95E6-8F7616E3600E}"/>
              </a:ext>
            </a:extLst>
          </p:cNvPr>
          <p:cNvSpPr>
            <a:spLocks noGrp="1"/>
          </p:cNvSpPr>
          <p:nvPr>
            <p:ph type="title"/>
          </p:nvPr>
        </p:nvSpPr>
        <p:spPr/>
        <p:txBody>
          <a:bodyPr>
            <a:normAutofit/>
          </a:bodyPr>
          <a:lstStyle/>
          <a:p>
            <a:r>
              <a:rPr lang="de-DE" dirty="0"/>
              <a:t>C</a:t>
            </a:r>
            <a:r>
              <a:rPr lang="x-none" dirty="0" err="1"/>
              <a:t>omplex</a:t>
            </a:r>
            <a:r>
              <a:rPr lang="x-none" dirty="0"/>
              <a:t> algorithmics</a:t>
            </a:r>
          </a:p>
        </p:txBody>
      </p:sp>
      <p:sp>
        <p:nvSpPr>
          <p:cNvPr id="9" name="Tijdelijke aanduiding voor inhoud 8">
            <a:extLst>
              <a:ext uri="{FF2B5EF4-FFF2-40B4-BE49-F238E27FC236}">
                <a16:creationId xmlns:a16="http://schemas.microsoft.com/office/drawing/2014/main" id="{A99DA8B9-BCC9-4491-8B58-D10A39309D1B}"/>
              </a:ext>
            </a:extLst>
          </p:cNvPr>
          <p:cNvSpPr>
            <a:spLocks noGrp="1"/>
          </p:cNvSpPr>
          <p:nvPr>
            <p:ph idx="1"/>
          </p:nvPr>
        </p:nvSpPr>
        <p:spPr>
          <a:xfrm>
            <a:off x="5101936" y="2376343"/>
            <a:ext cx="6251864" cy="4351338"/>
          </a:xfrm>
        </p:spPr>
        <p:txBody>
          <a:bodyPr>
            <a:normAutofit/>
          </a:bodyPr>
          <a:lstStyle/>
          <a:p>
            <a:r>
              <a:rPr lang="de-DE" sz="2400" dirty="0"/>
              <a:t>I</a:t>
            </a:r>
            <a:r>
              <a:rPr lang="x-none" sz="2400" dirty="0"/>
              <a:t>f </a:t>
            </a:r>
            <a:r>
              <a:rPr lang="de-DE" sz="2400" dirty="0"/>
              <a:t>t</a:t>
            </a:r>
            <a:r>
              <a:rPr lang="x-none" sz="2400" dirty="0"/>
              <a:t>w</a:t>
            </a:r>
            <a:r>
              <a:rPr lang="de-DE" sz="2400" dirty="0"/>
              <a:t>o</a:t>
            </a:r>
            <a:r>
              <a:rPr lang="x-none" sz="2400" dirty="0"/>
              <a:t> </a:t>
            </a:r>
            <a:r>
              <a:rPr lang="de-DE" sz="2400" dirty="0"/>
              <a:t>i</a:t>
            </a:r>
            <a:r>
              <a:rPr lang="x-none" sz="2400" dirty="0"/>
              <a:t>n </a:t>
            </a:r>
            <a:r>
              <a:rPr lang="de-DE" sz="2400" dirty="0"/>
              <a:t>a</a:t>
            </a:r>
            <a:r>
              <a:rPr lang="x-none" sz="2400" dirty="0"/>
              <a:t> </a:t>
            </a:r>
            <a:r>
              <a:rPr lang="de-DE" sz="2400" dirty="0"/>
              <a:t>r</a:t>
            </a:r>
            <a:r>
              <a:rPr lang="x-none" sz="2400" dirty="0"/>
              <a:t>o</a:t>
            </a:r>
            <a:r>
              <a:rPr lang="de-DE" sz="2400" dirty="0"/>
              <a:t>w</a:t>
            </a:r>
            <a:r>
              <a:rPr lang="x-none" sz="2400" dirty="0"/>
              <a:t>/column/</a:t>
            </a:r>
            <a:r>
              <a:rPr lang="x-none" sz="2400" dirty="0" err="1"/>
              <a:t>diag</a:t>
            </a:r>
            <a:r>
              <a:rPr lang="x-none" sz="2400" dirty="0"/>
              <a:t>, take remaining</a:t>
            </a:r>
          </a:p>
          <a:p>
            <a:r>
              <a:rPr lang="de-DE" sz="2400" dirty="0"/>
              <a:t>E</a:t>
            </a:r>
            <a:r>
              <a:rPr lang="x-none" sz="2400" dirty="0"/>
              <a:t>l</a:t>
            </a:r>
            <a:r>
              <a:rPr lang="de-DE" sz="2400" dirty="0"/>
              <a:t>s</a:t>
            </a:r>
            <a:r>
              <a:rPr lang="x-none" sz="2400" dirty="0"/>
              <a:t>e, </a:t>
            </a:r>
            <a:r>
              <a:rPr lang="de-DE" sz="2400" dirty="0"/>
              <a:t>i</a:t>
            </a:r>
            <a:r>
              <a:rPr lang="x-none" sz="2400" dirty="0"/>
              <a:t>f a move creates 2 </a:t>
            </a:r>
            <a:r>
              <a:rPr lang="x-none" sz="2400" dirty="0" err="1"/>
              <a:t>i</a:t>
            </a:r>
            <a:r>
              <a:rPr lang="de-DE" sz="2400" dirty="0"/>
              <a:t>n</a:t>
            </a:r>
            <a:r>
              <a:rPr lang="x-none" sz="2400" dirty="0"/>
              <a:t> </a:t>
            </a:r>
            <a:r>
              <a:rPr lang="de-DE" sz="2400" dirty="0"/>
              <a:t>a</a:t>
            </a:r>
            <a:r>
              <a:rPr lang="x-none" sz="2400" dirty="0"/>
              <a:t> r/c/d twice, play</a:t>
            </a:r>
          </a:p>
          <a:p>
            <a:r>
              <a:rPr lang="x-none" sz="2400" dirty="0"/>
              <a:t>E</a:t>
            </a:r>
            <a:r>
              <a:rPr lang="de-DE" sz="2400" dirty="0"/>
              <a:t>l</a:t>
            </a:r>
            <a:r>
              <a:rPr lang="x-none" sz="2400" dirty="0"/>
              <a:t>s</a:t>
            </a:r>
            <a:r>
              <a:rPr lang="de-DE" sz="2400" dirty="0"/>
              <a:t>e</a:t>
            </a:r>
            <a:r>
              <a:rPr lang="x-none" sz="2400" dirty="0"/>
              <a:t>, take the </a:t>
            </a:r>
            <a:r>
              <a:rPr lang="x-none" sz="2400" dirty="0" err="1"/>
              <a:t>center</a:t>
            </a:r>
            <a:r>
              <a:rPr lang="x-none" sz="2400" dirty="0"/>
              <a:t> if free</a:t>
            </a:r>
          </a:p>
          <a:p>
            <a:r>
              <a:rPr lang="x-none" sz="2400" dirty="0"/>
              <a:t>E</a:t>
            </a:r>
            <a:r>
              <a:rPr lang="de-DE" sz="2400" dirty="0"/>
              <a:t>l</a:t>
            </a:r>
            <a:r>
              <a:rPr lang="x-none" sz="2400" dirty="0"/>
              <a:t>s</a:t>
            </a:r>
            <a:r>
              <a:rPr lang="de-DE" sz="2400" dirty="0"/>
              <a:t>e</a:t>
            </a:r>
            <a:r>
              <a:rPr lang="x-none" sz="2400" dirty="0"/>
              <a:t> if opponent has played in a corner, take opposite corner</a:t>
            </a:r>
          </a:p>
          <a:p>
            <a:r>
              <a:rPr lang="de-DE" sz="2400" dirty="0"/>
              <a:t>E</a:t>
            </a:r>
            <a:r>
              <a:rPr lang="x-none" sz="2400" dirty="0"/>
              <a:t>l</a:t>
            </a:r>
            <a:r>
              <a:rPr lang="de-DE" sz="2400" dirty="0"/>
              <a:t>s</a:t>
            </a:r>
            <a:r>
              <a:rPr lang="x-none" sz="2400" dirty="0"/>
              <a:t>e, take empty corner if exist, </a:t>
            </a:r>
          </a:p>
          <a:p>
            <a:r>
              <a:rPr lang="x-none" sz="2400" dirty="0"/>
              <a:t>Else take any empty s</a:t>
            </a:r>
            <a:r>
              <a:rPr lang="de-DE" sz="2400" dirty="0"/>
              <a:t>q</a:t>
            </a:r>
            <a:r>
              <a:rPr lang="x-none" sz="2400" dirty="0"/>
              <a:t>u</a:t>
            </a:r>
            <a:r>
              <a:rPr lang="de-DE" sz="2400" dirty="0"/>
              <a:t>a</a:t>
            </a:r>
            <a:r>
              <a:rPr lang="x-none" sz="2400" dirty="0"/>
              <a:t>r</a:t>
            </a:r>
            <a:r>
              <a:rPr lang="de-DE" sz="2400" dirty="0"/>
              <a:t>e</a:t>
            </a:r>
            <a:r>
              <a:rPr lang="x-none" sz="2400" dirty="0"/>
              <a:t> </a:t>
            </a:r>
          </a:p>
        </p:txBody>
      </p:sp>
      <p:pic>
        <p:nvPicPr>
          <p:cNvPr id="1026" name="Picture 2" descr="Afbeeldingsresultaat voor tic tac toe recipe">
            <a:extLst>
              <a:ext uri="{FF2B5EF4-FFF2-40B4-BE49-F238E27FC236}">
                <a16:creationId xmlns:a16="http://schemas.microsoft.com/office/drawing/2014/main" id="{84798970-0B00-40BD-BFC2-7847E75EEF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1373958"/>
            <a:ext cx="3834246" cy="51189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24054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F32BEE-3080-4AD3-9E06-C3B4B55AAE95}"/>
              </a:ext>
            </a:extLst>
          </p:cNvPr>
          <p:cNvSpPr>
            <a:spLocks noGrp="1"/>
          </p:cNvSpPr>
          <p:nvPr>
            <p:ph type="title"/>
          </p:nvPr>
        </p:nvSpPr>
        <p:spPr/>
        <p:txBody>
          <a:bodyPr/>
          <a:lstStyle/>
          <a:p>
            <a:r>
              <a:rPr lang="de-DE" dirty="0"/>
              <a:t>C</a:t>
            </a:r>
            <a:r>
              <a:rPr lang="x-none" dirty="0" err="1"/>
              <a:t>omplex</a:t>
            </a:r>
            <a:r>
              <a:rPr lang="x-none" dirty="0"/>
              <a:t> algorithmics</a:t>
            </a:r>
          </a:p>
        </p:txBody>
      </p:sp>
      <p:pic>
        <p:nvPicPr>
          <p:cNvPr id="4" name="Afbeelding 3">
            <a:extLst>
              <a:ext uri="{FF2B5EF4-FFF2-40B4-BE49-F238E27FC236}">
                <a16:creationId xmlns:a16="http://schemas.microsoft.com/office/drawing/2014/main" id="{53A3BD16-33B0-405B-97ED-CA61E7364B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486" y="1549513"/>
            <a:ext cx="3962400" cy="2162175"/>
          </a:xfrm>
          <a:prstGeom prst="rect">
            <a:avLst/>
          </a:prstGeom>
        </p:spPr>
      </p:pic>
      <p:pic>
        <p:nvPicPr>
          <p:cNvPr id="7" name="Afbeelding 6">
            <a:extLst>
              <a:ext uri="{FF2B5EF4-FFF2-40B4-BE49-F238E27FC236}">
                <a16:creationId xmlns:a16="http://schemas.microsoft.com/office/drawing/2014/main" id="{8BB63E04-D79E-4048-8FB3-5DB82522504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156857" y="3570513"/>
            <a:ext cx="2688771" cy="2688771"/>
          </a:xfrm>
          <a:prstGeom prst="rect">
            <a:avLst/>
          </a:prstGeom>
        </p:spPr>
      </p:pic>
      <p:sp>
        <p:nvSpPr>
          <p:cNvPr id="8" name="Tijdelijke aanduiding voor inhoud 7">
            <a:extLst>
              <a:ext uri="{FF2B5EF4-FFF2-40B4-BE49-F238E27FC236}">
                <a16:creationId xmlns:a16="http://schemas.microsoft.com/office/drawing/2014/main" id="{FD5F3189-AA75-4950-BDBA-B92B14AF63E6}"/>
              </a:ext>
            </a:extLst>
          </p:cNvPr>
          <p:cNvSpPr>
            <a:spLocks noGrp="1"/>
          </p:cNvSpPr>
          <p:nvPr>
            <p:ph idx="1"/>
          </p:nvPr>
        </p:nvSpPr>
        <p:spPr/>
        <p:txBody>
          <a:bodyPr/>
          <a:lstStyle/>
          <a:p>
            <a:endParaRPr lang="nl-NL" dirty="0"/>
          </a:p>
        </p:txBody>
      </p:sp>
      <p:pic>
        <p:nvPicPr>
          <p:cNvPr id="9" name="Tijdelijke aanduiding voor inhoud 2">
            <a:extLst>
              <a:ext uri="{FF2B5EF4-FFF2-40B4-BE49-F238E27FC236}">
                <a16:creationId xmlns:a16="http://schemas.microsoft.com/office/drawing/2014/main" id="{F91E6E2F-3787-4457-9723-BC244D1895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49785" y="1282358"/>
            <a:ext cx="2779775" cy="2288155"/>
          </a:xfrm>
          <a:prstGeom prst="rect">
            <a:avLst/>
          </a:prstGeom>
        </p:spPr>
      </p:pic>
      <p:pic>
        <p:nvPicPr>
          <p:cNvPr id="10" name="Afbeelding 9">
            <a:extLst>
              <a:ext uri="{FF2B5EF4-FFF2-40B4-BE49-F238E27FC236}">
                <a16:creationId xmlns:a16="http://schemas.microsoft.com/office/drawing/2014/main" id="{28A0BAE6-013B-4FA7-AB55-D70E17D6EE8B}"/>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532012" y="3570513"/>
            <a:ext cx="3039502" cy="3799378"/>
          </a:xfrm>
          <a:prstGeom prst="rect">
            <a:avLst/>
          </a:prstGeom>
        </p:spPr>
      </p:pic>
    </p:spTree>
    <p:extLst>
      <p:ext uri="{BB962C8B-B14F-4D97-AF65-F5344CB8AC3E}">
        <p14:creationId xmlns:p14="http://schemas.microsoft.com/office/powerpoint/2010/main" val="3518391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1D84C2D-72F0-4FF4-968A-34FFCC4B611A}"/>
              </a:ext>
            </a:extLst>
          </p:cNvPr>
          <p:cNvSpPr>
            <a:spLocks noGrp="1"/>
          </p:cNvSpPr>
          <p:nvPr>
            <p:ph type="title"/>
          </p:nvPr>
        </p:nvSpPr>
        <p:spPr/>
        <p:txBody>
          <a:bodyPr/>
          <a:lstStyle/>
          <a:p>
            <a:r>
              <a:rPr lang="x-none" dirty="0"/>
              <a:t>Horizon effect </a:t>
            </a:r>
            <a:r>
              <a:rPr lang="de-DE" dirty="0"/>
              <a:t>o</a:t>
            </a:r>
            <a:r>
              <a:rPr lang="x-none" dirty="0"/>
              <a:t>f </a:t>
            </a:r>
            <a:r>
              <a:rPr lang="de-DE" dirty="0"/>
              <a:t>A</a:t>
            </a:r>
            <a:r>
              <a:rPr lang="x-none" dirty="0"/>
              <a:t>I </a:t>
            </a:r>
          </a:p>
        </p:txBody>
      </p:sp>
      <p:pic>
        <p:nvPicPr>
          <p:cNvPr id="7" name="Afbeelding 6">
            <a:extLst>
              <a:ext uri="{FF2B5EF4-FFF2-40B4-BE49-F238E27FC236}">
                <a16:creationId xmlns:a16="http://schemas.microsoft.com/office/drawing/2014/main" id="{D7DF07B1-CBD6-458B-B6F8-92005943B5C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9029" y="1493158"/>
            <a:ext cx="6350000" cy="4241800"/>
          </a:xfrm>
          <a:prstGeom prst="rect">
            <a:avLst/>
          </a:prstGeom>
        </p:spPr>
      </p:pic>
      <p:sp>
        <p:nvSpPr>
          <p:cNvPr id="9" name="Tijdelijke aanduiding voor inhoud 8">
            <a:extLst>
              <a:ext uri="{FF2B5EF4-FFF2-40B4-BE49-F238E27FC236}">
                <a16:creationId xmlns:a16="http://schemas.microsoft.com/office/drawing/2014/main" id="{6CEB6C7C-F352-410D-A571-E4928BA7DAC3}"/>
              </a:ext>
            </a:extLst>
          </p:cNvPr>
          <p:cNvSpPr>
            <a:spLocks noGrp="1"/>
          </p:cNvSpPr>
          <p:nvPr>
            <p:ph idx="1"/>
          </p:nvPr>
        </p:nvSpPr>
        <p:spPr/>
        <p:txBody>
          <a:bodyPr/>
          <a:lstStyle/>
          <a:p>
            <a:endParaRPr lang="nl-NL" dirty="0"/>
          </a:p>
        </p:txBody>
      </p:sp>
    </p:spTree>
    <p:extLst>
      <p:ext uri="{BB962C8B-B14F-4D97-AF65-F5344CB8AC3E}">
        <p14:creationId xmlns:p14="http://schemas.microsoft.com/office/powerpoint/2010/main" val="17849219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EDA4F2-753C-4FC5-933B-D707833ED81C}"/>
              </a:ext>
            </a:extLst>
          </p:cNvPr>
          <p:cNvSpPr>
            <a:spLocks noGrp="1"/>
          </p:cNvSpPr>
          <p:nvPr>
            <p:ph type="title"/>
          </p:nvPr>
        </p:nvSpPr>
        <p:spPr/>
        <p:txBody>
          <a:bodyPr/>
          <a:lstStyle/>
          <a:p>
            <a:r>
              <a:rPr lang="de-DE" dirty="0"/>
              <a:t>R</a:t>
            </a:r>
            <a:r>
              <a:rPr lang="x-none" dirty="0" err="1"/>
              <a:t>ationality</a:t>
            </a:r>
            <a:endParaRPr lang="x-none" dirty="0"/>
          </a:p>
        </p:txBody>
      </p:sp>
      <p:sp>
        <p:nvSpPr>
          <p:cNvPr id="3" name="Tijdelijke aanduiding voor inhoud 2">
            <a:extLst>
              <a:ext uri="{FF2B5EF4-FFF2-40B4-BE49-F238E27FC236}">
                <a16:creationId xmlns:a16="http://schemas.microsoft.com/office/drawing/2014/main" id="{F38A9A7E-282E-472E-A4C0-5C3AD03001A2}"/>
              </a:ext>
            </a:extLst>
          </p:cNvPr>
          <p:cNvSpPr>
            <a:spLocks noGrp="1"/>
          </p:cNvSpPr>
          <p:nvPr>
            <p:ph idx="1"/>
          </p:nvPr>
        </p:nvSpPr>
        <p:spPr/>
        <p:txBody>
          <a:bodyPr/>
          <a:lstStyle/>
          <a:p>
            <a:r>
              <a:rPr lang="x-none" dirty="0"/>
              <a:t>An “Intelligent Agent” is a device that </a:t>
            </a:r>
            <a:r>
              <a:rPr lang="x-none" b="1" dirty="0"/>
              <a:t>perceives</a:t>
            </a:r>
            <a:r>
              <a:rPr lang="x-none" dirty="0"/>
              <a:t> its environment and </a:t>
            </a:r>
            <a:r>
              <a:rPr lang="x-none" b="1" dirty="0"/>
              <a:t>takes actions </a:t>
            </a:r>
            <a:r>
              <a:rPr lang="x-none" dirty="0"/>
              <a:t>that </a:t>
            </a:r>
            <a:r>
              <a:rPr lang="x-none" b="1" dirty="0"/>
              <a:t>maximize</a:t>
            </a:r>
            <a:r>
              <a:rPr lang="x-none" dirty="0"/>
              <a:t> its chance of </a:t>
            </a:r>
            <a:r>
              <a:rPr lang="x-none" b="1" dirty="0"/>
              <a:t>successfully achieving its goals</a:t>
            </a:r>
            <a:r>
              <a:rPr lang="x-none" dirty="0"/>
              <a:t>. </a:t>
            </a:r>
            <a:endParaRPr lang="en-US" dirty="0"/>
          </a:p>
          <a:p>
            <a:endParaRPr lang="x-none" dirty="0"/>
          </a:p>
        </p:txBody>
      </p:sp>
    </p:spTree>
    <p:extLst>
      <p:ext uri="{BB962C8B-B14F-4D97-AF65-F5344CB8AC3E}">
        <p14:creationId xmlns:p14="http://schemas.microsoft.com/office/powerpoint/2010/main" val="12097856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8A68BC84-9BCA-4A42-A33B-98999FD3DE15}"/>
              </a:ext>
            </a:extLst>
          </p:cNvPr>
          <p:cNvSpPr>
            <a:spLocks noGrp="1"/>
          </p:cNvSpPr>
          <p:nvPr>
            <p:ph type="title"/>
          </p:nvPr>
        </p:nvSpPr>
        <p:spPr/>
        <p:txBody>
          <a:bodyPr/>
          <a:lstStyle/>
          <a:p>
            <a:r>
              <a:rPr lang="x-none" dirty="0"/>
              <a:t>2 </a:t>
            </a:r>
            <a:r>
              <a:rPr lang="de-DE" dirty="0"/>
              <a:t>T</a:t>
            </a:r>
            <a:r>
              <a:rPr lang="x-none" dirty="0"/>
              <a:t>y</a:t>
            </a:r>
            <a:r>
              <a:rPr lang="de-DE" dirty="0"/>
              <a:t>p</a:t>
            </a:r>
            <a:r>
              <a:rPr lang="x-none" dirty="0"/>
              <a:t>e</a:t>
            </a:r>
            <a:r>
              <a:rPr lang="de-DE" dirty="0"/>
              <a:t>s</a:t>
            </a:r>
            <a:r>
              <a:rPr lang="x-none" dirty="0"/>
              <a:t> </a:t>
            </a:r>
            <a:r>
              <a:rPr lang="de-DE" dirty="0"/>
              <a:t>o</a:t>
            </a:r>
            <a:r>
              <a:rPr lang="x-none" dirty="0"/>
              <a:t>f </a:t>
            </a:r>
            <a:r>
              <a:rPr lang="de-DE" dirty="0"/>
              <a:t>A</a:t>
            </a:r>
            <a:r>
              <a:rPr lang="x-none" dirty="0"/>
              <a:t>I</a:t>
            </a:r>
          </a:p>
        </p:txBody>
      </p:sp>
      <p:sp>
        <p:nvSpPr>
          <p:cNvPr id="3" name="Tijdelijke aanduiding voor tekst 2">
            <a:extLst>
              <a:ext uri="{FF2B5EF4-FFF2-40B4-BE49-F238E27FC236}">
                <a16:creationId xmlns:a16="http://schemas.microsoft.com/office/drawing/2014/main" id="{6FD669D3-41CA-47B7-B46D-07261E709C11}"/>
              </a:ext>
            </a:extLst>
          </p:cNvPr>
          <p:cNvSpPr>
            <a:spLocks noGrp="1"/>
          </p:cNvSpPr>
          <p:nvPr>
            <p:ph type="body" idx="1"/>
          </p:nvPr>
        </p:nvSpPr>
        <p:spPr/>
        <p:txBody>
          <a:bodyPr/>
          <a:lstStyle/>
          <a:p>
            <a:r>
              <a:rPr lang="de-DE" dirty="0"/>
              <a:t>P</a:t>
            </a:r>
            <a:r>
              <a:rPr lang="x-none" dirty="0"/>
              <a:t>a</a:t>
            </a:r>
            <a:r>
              <a:rPr lang="de-DE" dirty="0"/>
              <a:t>r</a:t>
            </a:r>
            <a:r>
              <a:rPr lang="x-none" dirty="0"/>
              <a:t>t </a:t>
            </a:r>
            <a:r>
              <a:rPr lang="nl-NL" dirty="0"/>
              <a:t>5</a:t>
            </a:r>
            <a:endParaRPr lang="x-none" dirty="0"/>
          </a:p>
        </p:txBody>
      </p:sp>
    </p:spTree>
    <p:extLst>
      <p:ext uri="{BB962C8B-B14F-4D97-AF65-F5344CB8AC3E}">
        <p14:creationId xmlns:p14="http://schemas.microsoft.com/office/powerpoint/2010/main" val="173196367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 name="Weak AI"/>
          <p:cNvSpPr txBox="1">
            <a:spLocks noGrp="1"/>
          </p:cNvSpPr>
          <p:nvPr>
            <p:ph type="title"/>
          </p:nvPr>
        </p:nvSpPr>
        <p:spPr>
          <a:xfrm>
            <a:off x="881743" y="287790"/>
            <a:ext cx="10515600" cy="1325563"/>
          </a:xfrm>
          <a:prstGeom prst="rect">
            <a:avLst/>
          </a:prstGeom>
        </p:spPr>
        <p:txBody>
          <a:bodyPr/>
          <a:lstStyle/>
          <a:p>
            <a:r>
              <a:rPr dirty="0"/>
              <a:t>Weak AI</a:t>
            </a:r>
          </a:p>
        </p:txBody>
      </p:sp>
      <p:sp>
        <p:nvSpPr>
          <p:cNvPr id="130" name="Can machines behave Intelligently in specific domains?…"/>
          <p:cNvSpPr txBox="1">
            <a:spLocks noGrp="1"/>
          </p:cNvSpPr>
          <p:nvPr>
            <p:ph idx="1"/>
          </p:nvPr>
        </p:nvSpPr>
        <p:spPr>
          <a:prstGeom prst="rect">
            <a:avLst/>
          </a:prstGeom>
        </p:spPr>
        <p:txBody>
          <a:bodyPr/>
          <a:lstStyle/>
          <a:p>
            <a:pPr marL="0" indent="0">
              <a:buNone/>
            </a:pPr>
            <a:r>
              <a:rPr lang="nl-NL" dirty="0"/>
              <a:t>M</a:t>
            </a:r>
            <a:r>
              <a:rPr dirty="0" err="1"/>
              <a:t>achines</a:t>
            </a:r>
            <a:r>
              <a:rPr dirty="0"/>
              <a:t> behave Intelligently in specific domains</a:t>
            </a:r>
            <a:r>
              <a:rPr lang="nl-NL" dirty="0"/>
              <a:t>:</a:t>
            </a:r>
          </a:p>
          <a:p>
            <a:pPr marL="312528" indent="-312528">
              <a:buSzPct val="75000"/>
            </a:pPr>
            <a:r>
              <a:rPr lang="nl-NL" dirty="0"/>
              <a:t>Game </a:t>
            </a:r>
            <a:r>
              <a:rPr lang="nl-NL" dirty="0" err="1"/>
              <a:t>playing</a:t>
            </a:r>
            <a:endParaRPr lang="nl-NL" dirty="0"/>
          </a:p>
          <a:p>
            <a:pPr marL="312528" indent="-312528">
              <a:buSzPct val="75000"/>
            </a:pPr>
            <a:r>
              <a:rPr dirty="0"/>
              <a:t>Information retrieval</a:t>
            </a:r>
          </a:p>
          <a:p>
            <a:pPr marL="312528" indent="-312528">
              <a:buSzPct val="75000"/>
            </a:pPr>
            <a:r>
              <a:rPr dirty="0"/>
              <a:t>Speech Recognition</a:t>
            </a:r>
          </a:p>
          <a:p>
            <a:pPr marL="312528" indent="-312528">
              <a:buSzPct val="75000"/>
            </a:pPr>
            <a:r>
              <a:rPr dirty="0"/>
              <a:t>Producing art</a:t>
            </a:r>
          </a:p>
          <a:p>
            <a:pPr marL="312528" indent="-312528">
              <a:buSzPct val="75000"/>
            </a:pPr>
            <a:r>
              <a:rPr dirty="0"/>
              <a:t>Creative problem solving</a:t>
            </a:r>
          </a:p>
        </p:txBody>
      </p:sp>
      <p:sp>
        <p:nvSpPr>
          <p:cNvPr id="131" name="Slide Number"/>
          <p:cNvSpPr txBox="1">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24</a:t>
            </a:fld>
            <a:endParaRPr/>
          </a:p>
        </p:txBody>
      </p:sp>
      <p:pic>
        <p:nvPicPr>
          <p:cNvPr id="1026" name="Picture 2" descr="Bildergebnis für peking stadion">
            <a:extLst>
              <a:ext uri="{FF2B5EF4-FFF2-40B4-BE49-F238E27FC236}">
                <a16:creationId xmlns:a16="http://schemas.microsoft.com/office/drawing/2014/main" id="{8C4C2C25-AACC-47AA-A5E2-3EEA21282A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0" y="136525"/>
            <a:ext cx="3665764" cy="2746278"/>
          </a:xfrm>
          <a:prstGeom prst="rect">
            <a:avLst/>
          </a:prstGeom>
          <a:noFill/>
          <a:extLst>
            <a:ext uri="{909E8E84-426E-40DD-AFC4-6F175D3DCCD1}">
              <a14:hiddenFill xmlns:a14="http://schemas.microsoft.com/office/drawing/2010/main">
                <a:solidFill>
                  <a:srgbClr val="FFFFFF"/>
                </a:solidFill>
              </a14:hiddenFill>
            </a:ext>
          </a:extLst>
        </p:spPr>
      </p:pic>
      <p:pic>
        <p:nvPicPr>
          <p:cNvPr id="6" name="Afbeelding 5">
            <a:extLst>
              <a:ext uri="{FF2B5EF4-FFF2-40B4-BE49-F238E27FC236}">
                <a16:creationId xmlns:a16="http://schemas.microsoft.com/office/drawing/2014/main" id="{09DA7FCD-BDCA-43DF-B6DD-D722578ADA64}"/>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358993" y="3095075"/>
            <a:ext cx="2688771" cy="2688771"/>
          </a:xfrm>
          <a:prstGeom prst="rect">
            <a:avLst/>
          </a:prstGeom>
        </p:spPr>
      </p:pic>
    </p:spTree>
    <p:extLst>
      <p:ext uri="{BB962C8B-B14F-4D97-AF65-F5344CB8AC3E}">
        <p14:creationId xmlns:p14="http://schemas.microsoft.com/office/powerpoint/2010/main" val="16574134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 name="Strong AI"/>
          <p:cNvSpPr txBox="1">
            <a:spLocks noGrp="1"/>
          </p:cNvSpPr>
          <p:nvPr>
            <p:ph type="title"/>
          </p:nvPr>
        </p:nvSpPr>
        <p:spPr>
          <a:prstGeom prst="rect">
            <a:avLst/>
          </a:prstGeom>
        </p:spPr>
        <p:txBody>
          <a:bodyPr/>
          <a:lstStyle/>
          <a:p>
            <a:r>
              <a:t>Strong AI</a:t>
            </a:r>
          </a:p>
        </p:txBody>
      </p:sp>
      <p:sp>
        <p:nvSpPr>
          <p:cNvPr id="149" name="Machine intelligence equal in breadth and depth to that of humans."/>
          <p:cNvSpPr txBox="1">
            <a:spLocks noGrp="1"/>
          </p:cNvSpPr>
          <p:nvPr>
            <p:ph idx="1"/>
          </p:nvPr>
        </p:nvSpPr>
        <p:spPr>
          <a:prstGeom prst="rect">
            <a:avLst/>
          </a:prstGeom>
        </p:spPr>
        <p:txBody>
          <a:bodyPr/>
          <a:lstStyle/>
          <a:p>
            <a:r>
              <a:t>Machine intelligence equal in breadth and depth to that of humans.</a:t>
            </a:r>
          </a:p>
        </p:txBody>
      </p:sp>
      <p:sp>
        <p:nvSpPr>
          <p:cNvPr id="150" name="Slide Number"/>
          <p:cNvSpPr txBox="1">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25</a:t>
            </a:fld>
            <a:endParaRPr/>
          </a:p>
        </p:txBody>
      </p:sp>
    </p:spTree>
    <p:extLst>
      <p:ext uri="{BB962C8B-B14F-4D97-AF65-F5344CB8AC3E}">
        <p14:creationId xmlns:p14="http://schemas.microsoft.com/office/powerpoint/2010/main" val="705577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 name="Rate of progress"/>
          <p:cNvSpPr txBox="1">
            <a:spLocks noGrp="1"/>
          </p:cNvSpPr>
          <p:nvPr>
            <p:ph type="title"/>
          </p:nvPr>
        </p:nvSpPr>
        <p:spPr>
          <a:prstGeom prst="rect">
            <a:avLst/>
          </a:prstGeom>
        </p:spPr>
        <p:txBody>
          <a:bodyPr/>
          <a:lstStyle/>
          <a:p>
            <a:r>
              <a:t>Rate of progress</a:t>
            </a:r>
          </a:p>
        </p:txBody>
      </p:sp>
      <p:sp>
        <p:nvSpPr>
          <p:cNvPr id="191" name="Stone tools  (2 600 000 ya)…"/>
          <p:cNvSpPr txBox="1">
            <a:spLocks noGrp="1"/>
          </p:cNvSpPr>
          <p:nvPr>
            <p:ph idx="1"/>
          </p:nvPr>
        </p:nvSpPr>
        <p:spPr>
          <a:prstGeom prst="rect">
            <a:avLst/>
          </a:prstGeom>
        </p:spPr>
        <p:txBody>
          <a:bodyPr/>
          <a:lstStyle/>
          <a:p>
            <a:pPr>
              <a:spcBef>
                <a:spcPts val="492"/>
              </a:spcBef>
            </a:pPr>
            <a:r>
              <a:t>Stone tools  (2 600 000 ya)</a:t>
            </a:r>
          </a:p>
          <a:p>
            <a:pPr>
              <a:spcBef>
                <a:spcPts val="492"/>
              </a:spcBef>
            </a:pPr>
            <a:r>
              <a:t>Hafting         (500 000 ya)</a:t>
            </a:r>
          </a:p>
          <a:p>
            <a:pPr>
              <a:spcBef>
                <a:spcPts val="492"/>
              </a:spcBef>
            </a:pPr>
            <a:r>
              <a:t>Agriculture  (~10 000 ya)</a:t>
            </a:r>
          </a:p>
          <a:p>
            <a:pPr>
              <a:spcBef>
                <a:spcPts val="492"/>
              </a:spcBef>
            </a:pPr>
            <a:r>
              <a:t>Writing         (6 000 ya)</a:t>
            </a:r>
          </a:p>
          <a:p>
            <a:pPr>
              <a:spcBef>
                <a:spcPts val="492"/>
              </a:spcBef>
            </a:pPr>
            <a:r>
              <a:t>Steam engine (200 ya)</a:t>
            </a:r>
          </a:p>
          <a:p>
            <a:pPr>
              <a:spcBef>
                <a:spcPts val="492"/>
              </a:spcBef>
            </a:pPr>
            <a:r>
              <a:t>Flight             (100 ya)</a:t>
            </a:r>
          </a:p>
          <a:p>
            <a:pPr>
              <a:spcBef>
                <a:spcPts val="492"/>
              </a:spcBef>
            </a:pPr>
            <a:r>
              <a:t>Space flight (50 ya)</a:t>
            </a:r>
          </a:p>
        </p:txBody>
      </p:sp>
      <p:sp>
        <p:nvSpPr>
          <p:cNvPr id="192" name="Slide Number"/>
          <p:cNvSpPr txBox="1">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26</a:t>
            </a:fld>
            <a:endParaRPr/>
          </a:p>
        </p:txBody>
      </p:sp>
      <p:pic>
        <p:nvPicPr>
          <p:cNvPr id="193" name="Image" descr="Image"/>
          <p:cNvPicPr>
            <a:picLocks noChangeAspect="1"/>
          </p:cNvPicPr>
          <p:nvPr/>
        </p:nvPicPr>
        <p:blipFill>
          <a:blip r:embed="rId3"/>
          <a:stretch>
            <a:fillRect/>
          </a:stretch>
        </p:blipFill>
        <p:spPr>
          <a:xfrm>
            <a:off x="5168754" y="794148"/>
            <a:ext cx="5665403" cy="5698727"/>
          </a:xfrm>
          <a:prstGeom prst="rect">
            <a:avLst/>
          </a:prstGeom>
          <a:ln w="12700">
            <a:miter lim="400000"/>
          </a:ln>
        </p:spPr>
      </p:pic>
    </p:spTree>
    <p:extLst>
      <p:ext uri="{BB962C8B-B14F-4D97-AF65-F5344CB8AC3E}">
        <p14:creationId xmlns:p14="http://schemas.microsoft.com/office/powerpoint/2010/main" val="17762401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 name="The singularity"/>
          <p:cNvSpPr txBox="1">
            <a:spLocks noGrp="1"/>
          </p:cNvSpPr>
          <p:nvPr>
            <p:ph type="title"/>
          </p:nvPr>
        </p:nvSpPr>
        <p:spPr>
          <a:prstGeom prst="rect">
            <a:avLst/>
          </a:prstGeom>
        </p:spPr>
        <p:txBody>
          <a:bodyPr/>
          <a:lstStyle/>
          <a:p>
            <a:r>
              <a:t>The singularity</a:t>
            </a:r>
          </a:p>
        </p:txBody>
      </p:sp>
      <p:sp>
        <p:nvSpPr>
          <p:cNvPr id="198" name="Median predicted date: 2040 (http://library.fora.tv/2012/10/14/Stuart_Armstrong_How_Were_Predicting_AI)"/>
          <p:cNvSpPr txBox="1">
            <a:spLocks noGrp="1"/>
          </p:cNvSpPr>
          <p:nvPr>
            <p:ph idx="1"/>
          </p:nvPr>
        </p:nvSpPr>
        <p:spPr>
          <a:prstGeom prst="rect">
            <a:avLst/>
          </a:prstGeom>
        </p:spPr>
        <p:txBody>
          <a:bodyPr/>
          <a:lstStyle/>
          <a:p>
            <a:r>
              <a:t>Median predicted date: </a:t>
            </a:r>
            <a:r>
              <a:rPr b="1">
                <a:solidFill>
                  <a:srgbClr val="522401"/>
                </a:solidFill>
              </a:rPr>
              <a:t>2040</a:t>
            </a:r>
            <a:br>
              <a:rPr b="1"/>
            </a:br>
            <a:r>
              <a:rPr sz="1898"/>
              <a:t>(</a:t>
            </a:r>
            <a:r>
              <a:rPr sz="1898" u="sng">
                <a:hlinkClick r:id="rId3"/>
              </a:rPr>
              <a:t>http://library.fora.tv/2012/10/14/Stuart_Armstrong_How_Were_Predicting_AI</a:t>
            </a:r>
            <a:r>
              <a:rPr sz="1898"/>
              <a:t>)</a:t>
            </a:r>
          </a:p>
        </p:txBody>
      </p:sp>
      <p:sp>
        <p:nvSpPr>
          <p:cNvPr id="199" name="Slide Number"/>
          <p:cNvSpPr txBox="1">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27</a:t>
            </a:fld>
            <a:endParaRPr/>
          </a:p>
        </p:txBody>
      </p:sp>
      <p:pic>
        <p:nvPicPr>
          <p:cNvPr id="200" name="Image" descr="Image"/>
          <p:cNvPicPr>
            <a:picLocks noChangeAspect="1"/>
          </p:cNvPicPr>
          <p:nvPr/>
        </p:nvPicPr>
        <p:blipFill>
          <a:blip r:embed="rId4"/>
          <a:stretch>
            <a:fillRect/>
          </a:stretch>
        </p:blipFill>
        <p:spPr>
          <a:xfrm rot="1068528">
            <a:off x="9099692" y="2149095"/>
            <a:ext cx="2384227" cy="3571876"/>
          </a:xfrm>
          <a:prstGeom prst="rect">
            <a:avLst/>
          </a:prstGeom>
          <a:ln w="12700">
            <a:miter lim="400000"/>
          </a:ln>
        </p:spPr>
      </p:pic>
    </p:spTree>
    <p:extLst>
      <p:ext uri="{BB962C8B-B14F-4D97-AF65-F5344CB8AC3E}">
        <p14:creationId xmlns:p14="http://schemas.microsoft.com/office/powerpoint/2010/main" val="42660221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 name="Interpretable AI"/>
          <p:cNvSpPr txBox="1">
            <a:spLocks noGrp="1"/>
          </p:cNvSpPr>
          <p:nvPr>
            <p:ph type="title"/>
          </p:nvPr>
        </p:nvSpPr>
        <p:spPr>
          <a:prstGeom prst="rect">
            <a:avLst/>
          </a:prstGeom>
        </p:spPr>
        <p:txBody>
          <a:bodyPr/>
          <a:lstStyle/>
          <a:p>
            <a:r>
              <a:t>Interpretable AI</a:t>
            </a:r>
          </a:p>
        </p:txBody>
      </p:sp>
      <p:sp>
        <p:nvSpPr>
          <p:cNvPr id="205" name="Can we build a Strong AI in a way that we understand?…"/>
          <p:cNvSpPr txBox="1">
            <a:spLocks noGrp="1"/>
          </p:cNvSpPr>
          <p:nvPr>
            <p:ph idx="1"/>
          </p:nvPr>
        </p:nvSpPr>
        <p:spPr>
          <a:prstGeom prst="rect">
            <a:avLst/>
          </a:prstGeom>
        </p:spPr>
        <p:txBody>
          <a:bodyPr/>
          <a:lstStyle/>
          <a:p>
            <a:r>
              <a:t>Can we build a Strong AI in a way that we understand?</a:t>
            </a:r>
          </a:p>
          <a:p>
            <a:r>
              <a:t>Interpretable weak AI:</a:t>
            </a:r>
          </a:p>
          <a:p>
            <a:pPr marL="312528" indent="-312528">
              <a:buSzPct val="75000"/>
            </a:pPr>
            <a:r>
              <a:t>Do we understand Go any better?</a:t>
            </a:r>
          </a:p>
          <a:p>
            <a:pPr marL="312528" indent="-312528">
              <a:buSzPct val="75000"/>
            </a:pPr>
            <a:r>
              <a:t>Do we understand vision any better?</a:t>
            </a:r>
          </a:p>
          <a:p>
            <a:pPr marL="312528" indent="-312528">
              <a:buSzPct val="75000"/>
            </a:pPr>
            <a:r>
              <a:t>Do aeroplanes help us understand birds?</a:t>
            </a:r>
          </a:p>
        </p:txBody>
      </p:sp>
      <p:sp>
        <p:nvSpPr>
          <p:cNvPr id="206" name="Slide Number"/>
          <p:cNvSpPr txBox="1">
            <a:spLocks noGrp="1"/>
          </p:cNvSpPr>
          <p:nvPr>
            <p:ph type="sldNum" sz="quarter" idx="12"/>
          </p:nvPr>
        </p:nvSpPr>
        <p:spPr>
          <a:prstGeom prst="rect">
            <a:avLst/>
          </a:prstGeom>
          <a:extLst>
            <a:ext uri="{C572A759-6A51-4108-AA02-DFA0A04FC94B}">
              <ma14:wrappingTextBoxFlag xmlns="" xmlns:ma14="http://schemas.microsoft.com/office/mac/drawingml/2011/main" val="1"/>
            </a:ext>
          </a:extLst>
        </p:spPr>
        <p:txBody>
          <a:bodyPr/>
          <a:lstStyle/>
          <a:p>
            <a:fld id="{86CB4B4D-7CA3-9044-876B-883B54F8677D}" type="slidenum">
              <a:t>28</a:t>
            </a:fld>
            <a:endParaRPr/>
          </a:p>
        </p:txBody>
      </p:sp>
    </p:spTree>
    <p:extLst>
      <p:ext uri="{BB962C8B-B14F-4D97-AF65-F5344CB8AC3E}">
        <p14:creationId xmlns:p14="http://schemas.microsoft.com/office/powerpoint/2010/main" val="19746121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506FCFB8-24FF-4A74-B61B-9D0863C9747B}"/>
              </a:ext>
            </a:extLst>
          </p:cNvPr>
          <p:cNvSpPr>
            <a:spLocks noGrp="1"/>
          </p:cNvSpPr>
          <p:nvPr>
            <p:ph type="title"/>
          </p:nvPr>
        </p:nvSpPr>
        <p:spPr>
          <a:xfrm>
            <a:off x="831849" y="1709738"/>
            <a:ext cx="11098893" cy="2852737"/>
          </a:xfrm>
        </p:spPr>
        <p:txBody>
          <a:bodyPr/>
          <a:lstStyle/>
          <a:p>
            <a:r>
              <a:rPr lang="nl-NL" dirty="0" err="1"/>
              <a:t>Generic</a:t>
            </a:r>
            <a:r>
              <a:rPr lang="nl-NL" dirty="0"/>
              <a:t> </a:t>
            </a:r>
            <a:r>
              <a:rPr lang="x-none" dirty="0"/>
              <a:t>A</a:t>
            </a:r>
            <a:r>
              <a:rPr lang="de-DE" dirty="0"/>
              <a:t>I</a:t>
            </a:r>
            <a:r>
              <a:rPr lang="x-none" dirty="0"/>
              <a:t> </a:t>
            </a:r>
            <a:br>
              <a:rPr lang="nl-NL" dirty="0"/>
            </a:br>
            <a:r>
              <a:rPr lang="nl-NL" dirty="0"/>
              <a:t>- p</a:t>
            </a:r>
            <a:r>
              <a:rPr lang="x-none" dirty="0"/>
              <a:t>r</a:t>
            </a:r>
            <a:r>
              <a:rPr lang="de-DE" dirty="0"/>
              <a:t>o</a:t>
            </a:r>
            <a:r>
              <a:rPr lang="x-none" dirty="0"/>
              <a:t>b</a:t>
            </a:r>
            <a:r>
              <a:rPr lang="de-DE" dirty="0"/>
              <a:t>l</a:t>
            </a:r>
            <a:r>
              <a:rPr lang="x-none" dirty="0"/>
              <a:t>e</a:t>
            </a:r>
            <a:r>
              <a:rPr lang="de-DE" dirty="0"/>
              <a:t>m Classes / Goals &amp; </a:t>
            </a:r>
            <a:br>
              <a:rPr lang="de-DE" dirty="0"/>
            </a:br>
            <a:r>
              <a:rPr lang="de-DE" dirty="0"/>
              <a:t>- </a:t>
            </a:r>
            <a:r>
              <a:rPr lang="de-DE" dirty="0" err="1"/>
              <a:t>typical</a:t>
            </a:r>
            <a:r>
              <a:rPr lang="de-DE" dirty="0"/>
              <a:t> </a:t>
            </a:r>
            <a:r>
              <a:rPr lang="de-DE" dirty="0" err="1"/>
              <a:t>related</a:t>
            </a:r>
            <a:r>
              <a:rPr lang="de-DE" dirty="0"/>
              <a:t> </a:t>
            </a:r>
            <a:r>
              <a:rPr lang="de-DE" dirty="0" err="1"/>
              <a:t>solutions</a:t>
            </a:r>
            <a:endParaRPr lang="x-none" dirty="0"/>
          </a:p>
        </p:txBody>
      </p:sp>
      <p:sp>
        <p:nvSpPr>
          <p:cNvPr id="5" name="Tijdelijke aanduiding voor tekst 4">
            <a:extLst>
              <a:ext uri="{FF2B5EF4-FFF2-40B4-BE49-F238E27FC236}">
                <a16:creationId xmlns:a16="http://schemas.microsoft.com/office/drawing/2014/main" id="{786C3CF8-820E-4DF5-9CCC-B9A5A0873BE4}"/>
              </a:ext>
            </a:extLst>
          </p:cNvPr>
          <p:cNvSpPr>
            <a:spLocks noGrp="1"/>
          </p:cNvSpPr>
          <p:nvPr>
            <p:ph type="body" idx="1"/>
          </p:nvPr>
        </p:nvSpPr>
        <p:spPr>
          <a:xfrm>
            <a:off x="831850" y="4589463"/>
            <a:ext cx="10892064" cy="1500187"/>
          </a:xfrm>
        </p:spPr>
        <p:txBody>
          <a:bodyPr/>
          <a:lstStyle/>
          <a:p>
            <a:endParaRPr lang="x-none" dirty="0"/>
          </a:p>
          <a:p>
            <a:r>
              <a:rPr lang="x-none" dirty="0"/>
              <a:t>P</a:t>
            </a:r>
            <a:r>
              <a:rPr lang="de-DE" dirty="0"/>
              <a:t>a</a:t>
            </a:r>
            <a:r>
              <a:rPr lang="x-none" dirty="0"/>
              <a:t>r</a:t>
            </a:r>
            <a:r>
              <a:rPr lang="de-DE" dirty="0"/>
              <a:t>t</a:t>
            </a:r>
            <a:r>
              <a:rPr lang="x-none" dirty="0"/>
              <a:t> </a:t>
            </a:r>
            <a:r>
              <a:rPr lang="nl-NL" dirty="0"/>
              <a:t>6</a:t>
            </a:r>
            <a:endParaRPr lang="x-none" dirty="0"/>
          </a:p>
          <a:p>
            <a:r>
              <a:rPr lang="nl-NL" dirty="0" err="1"/>
              <a:t>Very</a:t>
            </a:r>
            <a:r>
              <a:rPr lang="nl-NL" dirty="0"/>
              <a:t> </a:t>
            </a:r>
            <a:r>
              <a:rPr lang="nl-NL" dirty="0" err="1"/>
              <a:t>simplified</a:t>
            </a:r>
            <a:r>
              <a:rPr lang="nl-NL" dirty="0"/>
              <a:t>. </a:t>
            </a:r>
            <a:r>
              <a:rPr lang="nl-NL" dirty="0" err="1"/>
              <a:t>Usually</a:t>
            </a:r>
            <a:r>
              <a:rPr lang="nl-NL" dirty="0"/>
              <a:t> </a:t>
            </a:r>
            <a:r>
              <a:rPr lang="nl-NL" dirty="0" err="1"/>
              <a:t>there</a:t>
            </a:r>
            <a:r>
              <a:rPr lang="nl-NL" dirty="0"/>
              <a:t> are </a:t>
            </a:r>
            <a:r>
              <a:rPr lang="nl-NL" dirty="0" err="1"/>
              <a:t>combinations</a:t>
            </a:r>
            <a:r>
              <a:rPr lang="nl-NL" dirty="0"/>
              <a:t> of approaches </a:t>
            </a:r>
            <a:r>
              <a:rPr lang="nl-NL" dirty="0" err="1"/>
              <a:t>needed</a:t>
            </a:r>
            <a:endParaRPr lang="x-none" dirty="0"/>
          </a:p>
        </p:txBody>
      </p:sp>
    </p:spTree>
    <p:extLst>
      <p:ext uri="{BB962C8B-B14F-4D97-AF65-F5344CB8AC3E}">
        <p14:creationId xmlns:p14="http://schemas.microsoft.com/office/powerpoint/2010/main" val="42423684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7EB71FF4-ABE8-4AAA-9A02-3CE074C35127}"/>
              </a:ext>
            </a:extLst>
          </p:cNvPr>
          <p:cNvSpPr>
            <a:spLocks noGrp="1"/>
          </p:cNvSpPr>
          <p:nvPr>
            <p:ph type="title"/>
          </p:nvPr>
        </p:nvSpPr>
        <p:spPr>
          <a:xfrm>
            <a:off x="620486" y="473982"/>
            <a:ext cx="10515600" cy="1325563"/>
          </a:xfrm>
        </p:spPr>
        <p:txBody>
          <a:bodyPr/>
          <a:lstStyle/>
          <a:p>
            <a:r>
              <a:rPr lang="nl-NL" dirty="0" err="1"/>
              <a:t>Decision</a:t>
            </a:r>
            <a:r>
              <a:rPr lang="nl-NL" dirty="0"/>
              <a:t> Making / </a:t>
            </a:r>
            <a:r>
              <a:rPr lang="nl-NL" dirty="0" err="1"/>
              <a:t>Problem</a:t>
            </a:r>
            <a:r>
              <a:rPr lang="nl-NL" dirty="0"/>
              <a:t> </a:t>
            </a:r>
            <a:r>
              <a:rPr lang="nl-NL" dirty="0" err="1"/>
              <a:t>solving</a:t>
            </a:r>
            <a:r>
              <a:rPr lang="nl-NL" dirty="0"/>
              <a:t>  </a:t>
            </a:r>
            <a:endParaRPr lang="x-none" dirty="0"/>
          </a:p>
        </p:txBody>
      </p:sp>
      <p:pic>
        <p:nvPicPr>
          <p:cNvPr id="3" name="Tijdelijke aanduiding voor inhoud 4">
            <a:extLst>
              <a:ext uri="{FF2B5EF4-FFF2-40B4-BE49-F238E27FC236}">
                <a16:creationId xmlns:a16="http://schemas.microsoft.com/office/drawing/2014/main" id="{CC603E98-9298-40D5-BAEA-7764930B08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52257" y="2670403"/>
            <a:ext cx="3296734" cy="2479251"/>
          </a:xfrm>
          <a:prstGeom prst="rect">
            <a:avLst/>
          </a:prstGeom>
        </p:spPr>
      </p:pic>
      <p:pic>
        <p:nvPicPr>
          <p:cNvPr id="5" name="Afbeelding 4">
            <a:extLst>
              <a:ext uri="{FF2B5EF4-FFF2-40B4-BE49-F238E27FC236}">
                <a16:creationId xmlns:a16="http://schemas.microsoft.com/office/drawing/2014/main" id="{083494E6-2DDB-43A0-BC75-A308B18A28A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434790" y="2670403"/>
            <a:ext cx="2919010" cy="2663597"/>
          </a:xfrm>
          <a:prstGeom prst="rect">
            <a:avLst/>
          </a:prstGeom>
        </p:spPr>
      </p:pic>
      <p:pic>
        <p:nvPicPr>
          <p:cNvPr id="7" name="Afbeelding 6">
            <a:extLst>
              <a:ext uri="{FF2B5EF4-FFF2-40B4-BE49-F238E27FC236}">
                <a16:creationId xmlns:a16="http://schemas.microsoft.com/office/drawing/2014/main" id="{53141FA9-5FC8-4E21-8E02-71484FC9588F}"/>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b="13148"/>
          <a:stretch/>
        </p:blipFill>
        <p:spPr>
          <a:xfrm>
            <a:off x="313981" y="3208438"/>
            <a:ext cx="3603172" cy="1587525"/>
          </a:xfrm>
          <a:prstGeom prst="rect">
            <a:avLst/>
          </a:prstGeom>
        </p:spPr>
      </p:pic>
    </p:spTree>
    <p:extLst>
      <p:ext uri="{BB962C8B-B14F-4D97-AF65-F5344CB8AC3E}">
        <p14:creationId xmlns:p14="http://schemas.microsoft.com/office/powerpoint/2010/main" val="125942875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DDF695D-0D34-4021-814C-F95729556926}"/>
              </a:ext>
            </a:extLst>
          </p:cNvPr>
          <p:cNvSpPr>
            <a:spLocks noGrp="1"/>
          </p:cNvSpPr>
          <p:nvPr>
            <p:ph type="title"/>
          </p:nvPr>
        </p:nvSpPr>
        <p:spPr>
          <a:xfrm>
            <a:off x="326571" y="481870"/>
            <a:ext cx="11713029" cy="1325563"/>
          </a:xfrm>
        </p:spPr>
        <p:txBody>
          <a:bodyPr/>
          <a:lstStyle/>
          <a:p>
            <a:r>
              <a:rPr lang="nl-NL" dirty="0"/>
              <a:t>State-</a:t>
            </a:r>
            <a:r>
              <a:rPr lang="nl-NL" dirty="0" err="1"/>
              <a:t>space</a:t>
            </a:r>
            <a:r>
              <a:rPr lang="nl-NL" dirty="0"/>
              <a:t> </a:t>
            </a:r>
            <a:r>
              <a:rPr lang="nl-NL" dirty="0" err="1"/>
              <a:t>representations</a:t>
            </a:r>
            <a:r>
              <a:rPr lang="nl-NL" dirty="0"/>
              <a:t> </a:t>
            </a:r>
            <a:r>
              <a:rPr lang="nl-NL" dirty="0" err="1"/>
              <a:t>and</a:t>
            </a:r>
            <a:r>
              <a:rPr lang="nl-NL" dirty="0"/>
              <a:t> search </a:t>
            </a:r>
          </a:p>
        </p:txBody>
      </p:sp>
      <p:pic>
        <p:nvPicPr>
          <p:cNvPr id="4" name="Afbeelding 3">
            <a:extLst>
              <a:ext uri="{FF2B5EF4-FFF2-40B4-BE49-F238E27FC236}">
                <a16:creationId xmlns:a16="http://schemas.microsoft.com/office/drawing/2014/main" id="{2D448CEF-8BE7-46C7-B300-C2F6D77531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7206" y="1641746"/>
            <a:ext cx="4800837" cy="2311514"/>
          </a:xfrm>
          <a:prstGeom prst="rect">
            <a:avLst/>
          </a:prstGeom>
        </p:spPr>
      </p:pic>
      <p:pic>
        <p:nvPicPr>
          <p:cNvPr id="6" name="Afbeelding 5">
            <a:extLst>
              <a:ext uri="{FF2B5EF4-FFF2-40B4-BE49-F238E27FC236}">
                <a16:creationId xmlns:a16="http://schemas.microsoft.com/office/drawing/2014/main" id="{52718795-AEAF-460B-B57F-A5A6B081907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508505" y="1937656"/>
            <a:ext cx="2253898" cy="4288971"/>
          </a:xfrm>
          <a:prstGeom prst="rect">
            <a:avLst/>
          </a:prstGeom>
        </p:spPr>
      </p:pic>
      <p:pic>
        <p:nvPicPr>
          <p:cNvPr id="8" name="Afbeelding 7">
            <a:extLst>
              <a:ext uri="{FF2B5EF4-FFF2-40B4-BE49-F238E27FC236}">
                <a16:creationId xmlns:a16="http://schemas.microsoft.com/office/drawing/2014/main" id="{4EDB9F8A-A258-4C0A-B419-6381816FE3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8245" y="2390303"/>
            <a:ext cx="3912593" cy="2595354"/>
          </a:xfrm>
          <a:prstGeom prst="rect">
            <a:avLst/>
          </a:prstGeom>
        </p:spPr>
      </p:pic>
      <p:pic>
        <p:nvPicPr>
          <p:cNvPr id="5" name="Afbeelding 4">
            <a:extLst>
              <a:ext uri="{FF2B5EF4-FFF2-40B4-BE49-F238E27FC236}">
                <a16:creationId xmlns:a16="http://schemas.microsoft.com/office/drawing/2014/main" id="{66DE10C6-4525-4F52-B275-0C0CF715420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66449" y="4387540"/>
            <a:ext cx="4045982" cy="2321870"/>
          </a:xfrm>
          <a:prstGeom prst="rect">
            <a:avLst/>
          </a:prstGeom>
        </p:spPr>
      </p:pic>
    </p:spTree>
    <p:extLst>
      <p:ext uri="{BB962C8B-B14F-4D97-AF65-F5344CB8AC3E}">
        <p14:creationId xmlns:p14="http://schemas.microsoft.com/office/powerpoint/2010/main" val="29438617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87A8EF-FBB9-446A-B28F-76B7C07BF0BE}"/>
              </a:ext>
            </a:extLst>
          </p:cNvPr>
          <p:cNvSpPr>
            <a:spLocks noGrp="1"/>
          </p:cNvSpPr>
          <p:nvPr>
            <p:ph type="title"/>
          </p:nvPr>
        </p:nvSpPr>
        <p:spPr>
          <a:xfrm>
            <a:off x="1032258" y="275417"/>
            <a:ext cx="10515600" cy="1325563"/>
          </a:xfrm>
        </p:spPr>
        <p:txBody>
          <a:bodyPr/>
          <a:lstStyle/>
          <a:p>
            <a:r>
              <a:rPr lang="nl-NL" dirty="0"/>
              <a:t>Knowledge </a:t>
            </a:r>
            <a:r>
              <a:rPr lang="nl-NL" dirty="0" err="1"/>
              <a:t>Representation</a:t>
            </a:r>
            <a:r>
              <a:rPr lang="nl-NL" dirty="0"/>
              <a:t> </a:t>
            </a:r>
          </a:p>
        </p:txBody>
      </p:sp>
      <p:sp>
        <p:nvSpPr>
          <p:cNvPr id="7" name="Tijdelijke aanduiding voor inhoud 6">
            <a:extLst>
              <a:ext uri="{FF2B5EF4-FFF2-40B4-BE49-F238E27FC236}">
                <a16:creationId xmlns:a16="http://schemas.microsoft.com/office/drawing/2014/main" id="{18067B91-40EF-41E7-934A-D4C90764CDC5}"/>
              </a:ext>
            </a:extLst>
          </p:cNvPr>
          <p:cNvSpPr>
            <a:spLocks noGrp="1"/>
          </p:cNvSpPr>
          <p:nvPr>
            <p:ph idx="1"/>
          </p:nvPr>
        </p:nvSpPr>
        <p:spPr>
          <a:xfrm>
            <a:off x="929848" y="1600980"/>
            <a:ext cx="7630886" cy="4729382"/>
          </a:xfrm>
        </p:spPr>
        <p:txBody>
          <a:bodyPr>
            <a:normAutofit lnSpcReduction="10000"/>
          </a:bodyPr>
          <a:lstStyle/>
          <a:p>
            <a:pPr marL="0" indent="0">
              <a:buNone/>
            </a:pPr>
            <a:r>
              <a:rPr lang="nl-NL" dirty="0"/>
              <a:t>Making sense of / </a:t>
            </a:r>
            <a:r>
              <a:rPr lang="nl-NL" dirty="0" err="1"/>
              <a:t>explaining</a:t>
            </a:r>
            <a:r>
              <a:rPr lang="nl-NL" dirty="0"/>
              <a:t> the </a:t>
            </a:r>
            <a:r>
              <a:rPr lang="nl-NL" dirty="0" err="1"/>
              <a:t>world</a:t>
            </a:r>
            <a:endParaRPr lang="nl-NL" dirty="0"/>
          </a:p>
          <a:p>
            <a:r>
              <a:rPr lang="nl-NL" dirty="0" err="1"/>
              <a:t>Interpreting</a:t>
            </a:r>
            <a:r>
              <a:rPr lang="nl-NL" dirty="0"/>
              <a:t> </a:t>
            </a:r>
            <a:r>
              <a:rPr lang="nl-NL" dirty="0" err="1"/>
              <a:t>perceptions</a:t>
            </a:r>
            <a:r>
              <a:rPr lang="nl-NL" dirty="0"/>
              <a:t> </a:t>
            </a:r>
          </a:p>
          <a:p>
            <a:r>
              <a:rPr lang="nl-NL" dirty="0" err="1"/>
              <a:t>Organising</a:t>
            </a:r>
            <a:r>
              <a:rPr lang="nl-NL" dirty="0"/>
              <a:t> </a:t>
            </a:r>
            <a:r>
              <a:rPr lang="nl-NL" dirty="0" err="1"/>
              <a:t>knowledge</a:t>
            </a:r>
            <a:r>
              <a:rPr lang="nl-NL" dirty="0"/>
              <a:t> </a:t>
            </a:r>
          </a:p>
          <a:p>
            <a:r>
              <a:rPr lang="nl-NL" dirty="0" err="1"/>
              <a:t>Conceptionalising</a:t>
            </a:r>
            <a:r>
              <a:rPr lang="nl-NL" dirty="0"/>
              <a:t> </a:t>
            </a:r>
            <a:r>
              <a:rPr lang="nl-NL" dirty="0" err="1"/>
              <a:t>phenomena</a:t>
            </a:r>
            <a:r>
              <a:rPr lang="nl-NL" dirty="0"/>
              <a:t> </a:t>
            </a:r>
          </a:p>
          <a:p>
            <a:endParaRPr lang="nl-NL" dirty="0"/>
          </a:p>
          <a:p>
            <a:pPr marL="0" indent="0">
              <a:buNone/>
            </a:pPr>
            <a:r>
              <a:rPr lang="nl-NL" dirty="0" err="1"/>
              <a:t>Useful</a:t>
            </a:r>
            <a:r>
              <a:rPr lang="nl-NL" dirty="0"/>
              <a:t> </a:t>
            </a:r>
            <a:r>
              <a:rPr lang="nl-NL" dirty="0" err="1"/>
              <a:t>for</a:t>
            </a:r>
            <a:r>
              <a:rPr lang="nl-NL" dirty="0"/>
              <a:t>:</a:t>
            </a:r>
          </a:p>
          <a:p>
            <a:r>
              <a:rPr lang="nl-NL" dirty="0"/>
              <a:t>Question </a:t>
            </a:r>
            <a:r>
              <a:rPr lang="nl-NL" dirty="0" err="1"/>
              <a:t>Answering</a:t>
            </a:r>
            <a:r>
              <a:rPr lang="nl-NL" dirty="0"/>
              <a:t> </a:t>
            </a:r>
          </a:p>
          <a:p>
            <a:r>
              <a:rPr lang="nl-NL" dirty="0" err="1"/>
              <a:t>Decision</a:t>
            </a:r>
            <a:r>
              <a:rPr lang="nl-NL" dirty="0"/>
              <a:t> support </a:t>
            </a:r>
          </a:p>
          <a:p>
            <a:r>
              <a:rPr lang="nl-NL" dirty="0"/>
              <a:t>Data Integration </a:t>
            </a:r>
          </a:p>
          <a:p>
            <a:r>
              <a:rPr lang="nl-NL" dirty="0" err="1"/>
              <a:t>Disambiguation</a:t>
            </a:r>
            <a:r>
              <a:rPr lang="nl-NL" dirty="0"/>
              <a:t> </a:t>
            </a:r>
          </a:p>
          <a:p>
            <a:endParaRPr lang="nl-NL" dirty="0"/>
          </a:p>
        </p:txBody>
      </p:sp>
      <p:pic>
        <p:nvPicPr>
          <p:cNvPr id="4" name="Afbeelding 3">
            <a:extLst>
              <a:ext uri="{FF2B5EF4-FFF2-40B4-BE49-F238E27FC236}">
                <a16:creationId xmlns:a16="http://schemas.microsoft.com/office/drawing/2014/main" id="{74BC901C-45C9-44B1-93E3-BBFB51EAFD0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116530" y="2452190"/>
            <a:ext cx="3308865" cy="2087065"/>
          </a:xfrm>
          <a:prstGeom prst="rect">
            <a:avLst/>
          </a:prstGeom>
        </p:spPr>
      </p:pic>
      <p:pic>
        <p:nvPicPr>
          <p:cNvPr id="6" name="Afbeelding 5">
            <a:extLst>
              <a:ext uri="{FF2B5EF4-FFF2-40B4-BE49-F238E27FC236}">
                <a16:creationId xmlns:a16="http://schemas.microsoft.com/office/drawing/2014/main" id="{84D65D8E-308F-4B67-8B66-CDDE924AAC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45291" y="4495518"/>
            <a:ext cx="3237270" cy="2087065"/>
          </a:xfrm>
          <a:prstGeom prst="rect">
            <a:avLst/>
          </a:prstGeom>
        </p:spPr>
      </p:pic>
      <p:pic>
        <p:nvPicPr>
          <p:cNvPr id="9" name="Afbeelding 8">
            <a:extLst>
              <a:ext uri="{FF2B5EF4-FFF2-40B4-BE49-F238E27FC236}">
                <a16:creationId xmlns:a16="http://schemas.microsoft.com/office/drawing/2014/main" id="{8371B981-337B-4BED-BEA5-6814BCABE6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82561" y="4608187"/>
            <a:ext cx="3619726" cy="1974396"/>
          </a:xfrm>
          <a:prstGeom prst="rect">
            <a:avLst/>
          </a:prstGeom>
        </p:spPr>
      </p:pic>
    </p:spTree>
    <p:extLst>
      <p:ext uri="{BB962C8B-B14F-4D97-AF65-F5344CB8AC3E}">
        <p14:creationId xmlns:p14="http://schemas.microsoft.com/office/powerpoint/2010/main" val="364195480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37F4EC7-35A7-4E4B-B487-73E1BCC25406}"/>
              </a:ext>
            </a:extLst>
          </p:cNvPr>
          <p:cNvSpPr>
            <a:spLocks noGrp="1"/>
          </p:cNvSpPr>
          <p:nvPr>
            <p:ph type="title"/>
          </p:nvPr>
        </p:nvSpPr>
        <p:spPr/>
        <p:txBody>
          <a:bodyPr/>
          <a:lstStyle/>
          <a:p>
            <a:r>
              <a:rPr lang="nl-NL" dirty="0" err="1"/>
              <a:t>Logics</a:t>
            </a:r>
            <a:endParaRPr lang="nl-NL" dirty="0"/>
          </a:p>
        </p:txBody>
      </p:sp>
      <p:sp>
        <p:nvSpPr>
          <p:cNvPr id="3" name="Tijdelijke aanduiding voor inhoud 2">
            <a:extLst>
              <a:ext uri="{FF2B5EF4-FFF2-40B4-BE49-F238E27FC236}">
                <a16:creationId xmlns:a16="http://schemas.microsoft.com/office/drawing/2014/main" id="{C01F5166-B593-4C4B-86EB-CA2F742A3B47}"/>
              </a:ext>
            </a:extLst>
          </p:cNvPr>
          <p:cNvSpPr>
            <a:spLocks noGrp="1"/>
          </p:cNvSpPr>
          <p:nvPr>
            <p:ph idx="1"/>
          </p:nvPr>
        </p:nvSpPr>
        <p:spPr/>
        <p:txBody>
          <a:bodyPr/>
          <a:lstStyle/>
          <a:p>
            <a:r>
              <a:rPr lang="nl-NL" dirty="0" err="1"/>
              <a:t>Propositions</a:t>
            </a:r>
            <a:r>
              <a:rPr lang="nl-NL" dirty="0"/>
              <a:t> </a:t>
            </a:r>
          </a:p>
          <a:p>
            <a:r>
              <a:rPr lang="nl-NL" dirty="0" err="1"/>
              <a:t>Predicates</a:t>
            </a:r>
            <a:endParaRPr lang="nl-NL" dirty="0"/>
          </a:p>
          <a:p>
            <a:r>
              <a:rPr lang="nl-NL" dirty="0" err="1"/>
              <a:t>Objects</a:t>
            </a:r>
            <a:r>
              <a:rPr lang="nl-NL" dirty="0"/>
              <a:t> </a:t>
            </a:r>
            <a:r>
              <a:rPr lang="nl-NL" dirty="0" err="1"/>
              <a:t>and</a:t>
            </a:r>
            <a:r>
              <a:rPr lang="nl-NL" dirty="0"/>
              <a:t> </a:t>
            </a:r>
            <a:r>
              <a:rPr lang="nl-NL" dirty="0" err="1"/>
              <a:t>instances</a:t>
            </a:r>
            <a:r>
              <a:rPr lang="nl-NL" dirty="0"/>
              <a:t> / </a:t>
            </a:r>
            <a:r>
              <a:rPr lang="nl-NL" dirty="0" err="1"/>
              <a:t>Graphs</a:t>
            </a:r>
            <a:r>
              <a:rPr lang="nl-NL" dirty="0"/>
              <a:t> (</a:t>
            </a:r>
            <a:r>
              <a:rPr lang="nl-NL" dirty="0" err="1"/>
              <a:t>Description</a:t>
            </a:r>
            <a:r>
              <a:rPr lang="nl-NL" dirty="0"/>
              <a:t> </a:t>
            </a:r>
            <a:r>
              <a:rPr lang="nl-NL" dirty="0" err="1"/>
              <a:t>Logics</a:t>
            </a:r>
            <a:r>
              <a:rPr lang="nl-NL" dirty="0"/>
              <a:t>)</a:t>
            </a:r>
          </a:p>
          <a:p>
            <a:r>
              <a:rPr lang="nl-NL" dirty="0" err="1"/>
              <a:t>Modal</a:t>
            </a:r>
            <a:r>
              <a:rPr lang="nl-NL" dirty="0"/>
              <a:t> </a:t>
            </a:r>
            <a:r>
              <a:rPr lang="nl-NL" dirty="0" err="1"/>
              <a:t>logics</a:t>
            </a:r>
            <a:r>
              <a:rPr lang="nl-NL" dirty="0"/>
              <a:t> (belief, </a:t>
            </a:r>
            <a:r>
              <a:rPr lang="nl-NL" dirty="0" err="1"/>
              <a:t>epistemic</a:t>
            </a:r>
            <a:r>
              <a:rPr lang="nl-NL" dirty="0"/>
              <a:t>) </a:t>
            </a:r>
          </a:p>
          <a:p>
            <a:r>
              <a:rPr lang="nl-NL" dirty="0" err="1"/>
              <a:t>Temporal</a:t>
            </a:r>
            <a:r>
              <a:rPr lang="nl-NL" dirty="0"/>
              <a:t> </a:t>
            </a:r>
          </a:p>
          <a:p>
            <a:r>
              <a:rPr lang="nl-NL" dirty="0"/>
              <a:t>Non-</a:t>
            </a:r>
            <a:r>
              <a:rPr lang="nl-NL" dirty="0" err="1"/>
              <a:t>monotonic</a:t>
            </a:r>
            <a:r>
              <a:rPr lang="nl-NL" dirty="0"/>
              <a:t> / Default </a:t>
            </a:r>
          </a:p>
          <a:p>
            <a:r>
              <a:rPr lang="nl-NL" dirty="0" err="1"/>
              <a:t>Fuzzy</a:t>
            </a:r>
            <a:r>
              <a:rPr lang="nl-NL" dirty="0"/>
              <a:t> </a:t>
            </a:r>
          </a:p>
          <a:p>
            <a:r>
              <a:rPr lang="nl-NL" dirty="0" err="1"/>
              <a:t>Probabilistic</a:t>
            </a:r>
            <a:r>
              <a:rPr lang="nl-NL" dirty="0"/>
              <a:t> </a:t>
            </a:r>
          </a:p>
        </p:txBody>
      </p:sp>
    </p:spTree>
    <p:extLst>
      <p:ext uri="{BB962C8B-B14F-4D97-AF65-F5344CB8AC3E}">
        <p14:creationId xmlns:p14="http://schemas.microsoft.com/office/powerpoint/2010/main" val="40502663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343DB3E-F7CC-4C9C-AC82-321842371C9B}"/>
              </a:ext>
            </a:extLst>
          </p:cNvPr>
          <p:cNvSpPr>
            <a:spLocks noGrp="1"/>
          </p:cNvSpPr>
          <p:nvPr>
            <p:ph type="title"/>
          </p:nvPr>
        </p:nvSpPr>
        <p:spPr/>
        <p:txBody>
          <a:bodyPr/>
          <a:lstStyle/>
          <a:p>
            <a:r>
              <a:rPr lang="de-DE" dirty="0"/>
              <a:t>R</a:t>
            </a:r>
            <a:r>
              <a:rPr lang="x-none" dirty="0"/>
              <a:t>e</a:t>
            </a:r>
            <a:r>
              <a:rPr lang="de-DE" dirty="0"/>
              <a:t>a</a:t>
            </a:r>
            <a:r>
              <a:rPr lang="x-none" dirty="0"/>
              <a:t>s</a:t>
            </a:r>
            <a:r>
              <a:rPr lang="de-DE" dirty="0"/>
              <a:t>o</a:t>
            </a:r>
            <a:r>
              <a:rPr lang="x-none" dirty="0"/>
              <a:t>n</a:t>
            </a:r>
            <a:r>
              <a:rPr lang="de-DE" dirty="0"/>
              <a:t>i</a:t>
            </a:r>
            <a:r>
              <a:rPr lang="x-none" dirty="0"/>
              <a:t>n</a:t>
            </a:r>
            <a:r>
              <a:rPr lang="de-DE" dirty="0"/>
              <a:t>g</a:t>
            </a:r>
            <a:endParaRPr lang="x-none" dirty="0"/>
          </a:p>
        </p:txBody>
      </p:sp>
      <p:sp>
        <p:nvSpPr>
          <p:cNvPr id="3" name="Tijdelijke aanduiding voor inhoud 2">
            <a:extLst>
              <a:ext uri="{FF2B5EF4-FFF2-40B4-BE49-F238E27FC236}">
                <a16:creationId xmlns:a16="http://schemas.microsoft.com/office/drawing/2014/main" id="{DD1AE1C6-149F-4130-BC87-2DBF0E796813}"/>
              </a:ext>
            </a:extLst>
          </p:cNvPr>
          <p:cNvSpPr>
            <a:spLocks noGrp="1"/>
          </p:cNvSpPr>
          <p:nvPr>
            <p:ph idx="1"/>
          </p:nvPr>
        </p:nvSpPr>
        <p:spPr/>
        <p:txBody>
          <a:bodyPr>
            <a:normAutofit lnSpcReduction="10000"/>
          </a:bodyPr>
          <a:lstStyle/>
          <a:p>
            <a:pPr marL="0" indent="0">
              <a:buNone/>
            </a:pPr>
            <a:r>
              <a:rPr lang="en-US" b="1" dirty="0"/>
              <a:t>Reason</a:t>
            </a:r>
            <a:r>
              <a:rPr lang="en-US" dirty="0"/>
              <a:t> is the capacity of </a:t>
            </a:r>
            <a:r>
              <a:rPr lang="en-US" dirty="0">
                <a:hlinkClick r:id="rId2" tooltip="Consciousness"/>
              </a:rPr>
              <a:t>consciously</a:t>
            </a:r>
            <a:r>
              <a:rPr lang="en-US" dirty="0"/>
              <a:t> making sense of things, establishing and verifying </a:t>
            </a:r>
            <a:r>
              <a:rPr lang="en-US" dirty="0">
                <a:hlinkClick r:id="rId3" tooltip="Fact"/>
              </a:rPr>
              <a:t>facts</a:t>
            </a:r>
            <a:r>
              <a:rPr lang="en-US" dirty="0"/>
              <a:t>, applying </a:t>
            </a:r>
            <a:r>
              <a:rPr lang="en-US" dirty="0">
                <a:hlinkClick r:id="rId4" tooltip="Logic"/>
              </a:rPr>
              <a:t>logic</a:t>
            </a:r>
            <a:r>
              <a:rPr lang="en-US" dirty="0"/>
              <a:t>, and adapting or justifying practices, </a:t>
            </a:r>
            <a:r>
              <a:rPr lang="en-US" dirty="0">
                <a:hlinkClick r:id="rId5" tooltip="Institution"/>
              </a:rPr>
              <a:t>institutions</a:t>
            </a:r>
            <a:r>
              <a:rPr lang="en-US" dirty="0"/>
              <a:t>, and </a:t>
            </a:r>
            <a:r>
              <a:rPr lang="en-US" dirty="0">
                <a:hlinkClick r:id="rId6" tooltip="Belief"/>
              </a:rPr>
              <a:t>beliefs</a:t>
            </a:r>
            <a:r>
              <a:rPr lang="en-US" dirty="0"/>
              <a:t> based on new or existing </a:t>
            </a:r>
            <a:r>
              <a:rPr lang="en-US" dirty="0">
                <a:hlinkClick r:id="rId7" tooltip="Information"/>
              </a:rPr>
              <a:t>information</a:t>
            </a:r>
            <a:endParaRPr lang="nl-NL" dirty="0"/>
          </a:p>
          <a:p>
            <a:pPr marL="0" indent="0">
              <a:buNone/>
            </a:pPr>
            <a:endParaRPr lang="nl-NL" dirty="0"/>
          </a:p>
          <a:p>
            <a:r>
              <a:rPr lang="nl-NL" dirty="0" err="1"/>
              <a:t>Deductive</a:t>
            </a:r>
            <a:r>
              <a:rPr lang="nl-NL" dirty="0"/>
              <a:t>: produce new explicit statements </a:t>
            </a:r>
            <a:r>
              <a:rPr lang="nl-NL" dirty="0" err="1"/>
              <a:t>from</a:t>
            </a:r>
            <a:r>
              <a:rPr lang="nl-NL" dirty="0"/>
              <a:t> </a:t>
            </a:r>
            <a:r>
              <a:rPr lang="nl-NL" dirty="0" err="1"/>
              <a:t>implicit</a:t>
            </a:r>
            <a:r>
              <a:rPr lang="nl-NL" dirty="0"/>
              <a:t> </a:t>
            </a:r>
            <a:r>
              <a:rPr lang="nl-NL" dirty="0" err="1"/>
              <a:t>ones</a:t>
            </a:r>
            <a:r>
              <a:rPr lang="nl-NL" dirty="0"/>
              <a:t>. </a:t>
            </a:r>
          </a:p>
          <a:p>
            <a:r>
              <a:rPr lang="nl-NL" dirty="0" err="1"/>
              <a:t>Inductive</a:t>
            </a:r>
            <a:r>
              <a:rPr lang="nl-NL" dirty="0"/>
              <a:t>: produce explicit statements </a:t>
            </a:r>
            <a:r>
              <a:rPr lang="nl-NL" dirty="0" err="1"/>
              <a:t>for</a:t>
            </a:r>
            <a:r>
              <a:rPr lang="nl-NL" dirty="0"/>
              <a:t> </a:t>
            </a:r>
            <a:r>
              <a:rPr lang="nl-NL" dirty="0" err="1"/>
              <a:t>unobserved</a:t>
            </a:r>
            <a:r>
              <a:rPr lang="nl-NL" dirty="0"/>
              <a:t> </a:t>
            </a:r>
            <a:r>
              <a:rPr lang="nl-NL" dirty="0" err="1"/>
              <a:t>objects</a:t>
            </a:r>
            <a:r>
              <a:rPr lang="nl-NL" dirty="0"/>
              <a:t>. </a:t>
            </a:r>
          </a:p>
          <a:p>
            <a:r>
              <a:rPr lang="nl-NL" dirty="0" err="1"/>
              <a:t>Abduction</a:t>
            </a:r>
            <a:r>
              <a:rPr lang="nl-NL" dirty="0"/>
              <a:t>: produce statements </a:t>
            </a:r>
            <a:r>
              <a:rPr lang="nl-NL" dirty="0" err="1"/>
              <a:t>that</a:t>
            </a:r>
            <a:r>
              <a:rPr lang="nl-NL" dirty="0"/>
              <a:t> </a:t>
            </a:r>
            <a:r>
              <a:rPr lang="nl-NL" dirty="0" err="1"/>
              <a:t>explains</a:t>
            </a:r>
            <a:r>
              <a:rPr lang="nl-NL" dirty="0"/>
              <a:t> </a:t>
            </a:r>
            <a:r>
              <a:rPr lang="nl-NL" dirty="0" err="1"/>
              <a:t>known</a:t>
            </a:r>
            <a:r>
              <a:rPr lang="nl-NL" dirty="0"/>
              <a:t> statements.</a:t>
            </a:r>
          </a:p>
          <a:p>
            <a:r>
              <a:rPr lang="nl-NL" dirty="0"/>
              <a:t>Case-based </a:t>
            </a:r>
            <a:r>
              <a:rPr lang="nl-NL" dirty="0" err="1"/>
              <a:t>reasoning</a:t>
            </a:r>
            <a:r>
              <a:rPr lang="nl-NL" dirty="0"/>
              <a:t>: </a:t>
            </a:r>
            <a:r>
              <a:rPr lang="nl-NL" dirty="0" err="1"/>
              <a:t>solve</a:t>
            </a:r>
            <a:r>
              <a:rPr lang="nl-NL" dirty="0"/>
              <a:t> </a:t>
            </a:r>
            <a:r>
              <a:rPr lang="nl-NL" dirty="0" err="1"/>
              <a:t>problems</a:t>
            </a:r>
            <a:r>
              <a:rPr lang="nl-NL" dirty="0"/>
              <a:t> </a:t>
            </a:r>
            <a:r>
              <a:rPr lang="nl-NL" dirty="0" err="1"/>
              <a:t>based</a:t>
            </a:r>
            <a:r>
              <a:rPr lang="nl-NL" dirty="0"/>
              <a:t> on </a:t>
            </a:r>
            <a:r>
              <a:rPr lang="nl-NL" dirty="0" err="1"/>
              <a:t>solutions</a:t>
            </a:r>
            <a:r>
              <a:rPr lang="nl-NL" dirty="0"/>
              <a:t> </a:t>
            </a:r>
            <a:r>
              <a:rPr lang="nl-NL" dirty="0" err="1"/>
              <a:t>to</a:t>
            </a:r>
            <a:r>
              <a:rPr lang="nl-NL" dirty="0"/>
              <a:t> </a:t>
            </a:r>
            <a:r>
              <a:rPr lang="nl-NL" dirty="0" err="1"/>
              <a:t>similar</a:t>
            </a:r>
            <a:r>
              <a:rPr lang="nl-NL" dirty="0"/>
              <a:t> </a:t>
            </a:r>
            <a:r>
              <a:rPr lang="nl-NL" dirty="0" err="1"/>
              <a:t>problems</a:t>
            </a:r>
            <a:r>
              <a:rPr lang="nl-NL" dirty="0"/>
              <a:t> </a:t>
            </a:r>
          </a:p>
        </p:txBody>
      </p:sp>
    </p:spTree>
    <p:extLst>
      <p:ext uri="{BB962C8B-B14F-4D97-AF65-F5344CB8AC3E}">
        <p14:creationId xmlns:p14="http://schemas.microsoft.com/office/powerpoint/2010/main" val="32213263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75D7396-77BB-4FAC-8805-68FC72F0F255}"/>
              </a:ext>
            </a:extLst>
          </p:cNvPr>
          <p:cNvSpPr>
            <a:spLocks noGrp="1"/>
          </p:cNvSpPr>
          <p:nvPr>
            <p:ph type="title"/>
          </p:nvPr>
        </p:nvSpPr>
        <p:spPr/>
        <p:txBody>
          <a:bodyPr/>
          <a:lstStyle/>
          <a:p>
            <a:r>
              <a:rPr lang="nl-NL" dirty="0" err="1"/>
              <a:t>Reasoning</a:t>
            </a:r>
            <a:r>
              <a:rPr lang="nl-NL" dirty="0"/>
              <a:t>: A </a:t>
            </a:r>
            <a:r>
              <a:rPr lang="nl-NL" dirty="0" err="1"/>
              <a:t>world</a:t>
            </a:r>
            <a:r>
              <a:rPr lang="nl-NL" dirty="0"/>
              <a:t> of approaches</a:t>
            </a:r>
          </a:p>
        </p:txBody>
      </p:sp>
      <p:sp>
        <p:nvSpPr>
          <p:cNvPr id="3" name="Tijdelijke aanduiding voor inhoud 2">
            <a:extLst>
              <a:ext uri="{FF2B5EF4-FFF2-40B4-BE49-F238E27FC236}">
                <a16:creationId xmlns:a16="http://schemas.microsoft.com/office/drawing/2014/main" id="{09A6DBC8-C480-491A-9DE1-A2B5728C8C33}"/>
              </a:ext>
            </a:extLst>
          </p:cNvPr>
          <p:cNvSpPr>
            <a:spLocks noGrp="1"/>
          </p:cNvSpPr>
          <p:nvPr>
            <p:ph idx="1"/>
          </p:nvPr>
        </p:nvSpPr>
        <p:spPr/>
        <p:txBody>
          <a:bodyPr/>
          <a:lstStyle/>
          <a:p>
            <a:r>
              <a:rPr lang="nl-NL" dirty="0" err="1"/>
              <a:t>Nowadays</a:t>
            </a:r>
            <a:r>
              <a:rPr lang="nl-NL" dirty="0"/>
              <a:t> </a:t>
            </a:r>
            <a:r>
              <a:rPr lang="nl-NL" dirty="0" err="1"/>
              <a:t>often</a:t>
            </a:r>
            <a:r>
              <a:rPr lang="nl-NL" dirty="0"/>
              <a:t> </a:t>
            </a:r>
            <a:r>
              <a:rPr lang="nl-NL" dirty="0" err="1"/>
              <a:t>both</a:t>
            </a:r>
            <a:r>
              <a:rPr lang="nl-NL" dirty="0"/>
              <a:t> </a:t>
            </a:r>
            <a:r>
              <a:rPr lang="nl-NL" dirty="0" err="1"/>
              <a:t>symbolic</a:t>
            </a:r>
            <a:r>
              <a:rPr lang="nl-NL" dirty="0"/>
              <a:t> </a:t>
            </a:r>
            <a:r>
              <a:rPr lang="nl-NL" dirty="0" err="1"/>
              <a:t>and</a:t>
            </a:r>
            <a:r>
              <a:rPr lang="nl-NL" dirty="0"/>
              <a:t> sub-</a:t>
            </a:r>
            <a:r>
              <a:rPr lang="nl-NL" dirty="0" err="1"/>
              <a:t>symbolic</a:t>
            </a:r>
            <a:r>
              <a:rPr lang="nl-NL" dirty="0"/>
              <a:t> approaches, or </a:t>
            </a:r>
            <a:r>
              <a:rPr lang="nl-NL" dirty="0" err="1"/>
              <a:t>combinations</a:t>
            </a:r>
            <a:r>
              <a:rPr lang="nl-NL" dirty="0"/>
              <a:t> of the </a:t>
            </a:r>
            <a:r>
              <a:rPr lang="nl-NL" dirty="0" err="1"/>
              <a:t>two</a:t>
            </a:r>
            <a:r>
              <a:rPr lang="nl-NL" dirty="0"/>
              <a:t>, even </a:t>
            </a:r>
            <a:r>
              <a:rPr lang="nl-NL" dirty="0" err="1"/>
              <a:t>for</a:t>
            </a:r>
            <a:r>
              <a:rPr lang="nl-NL" dirty="0"/>
              <a:t> </a:t>
            </a:r>
            <a:r>
              <a:rPr lang="nl-NL" dirty="0" err="1"/>
              <a:t>induction</a:t>
            </a:r>
            <a:r>
              <a:rPr lang="nl-NL" dirty="0"/>
              <a:t> </a:t>
            </a:r>
          </a:p>
          <a:p>
            <a:pPr lvl="1"/>
            <a:r>
              <a:rPr lang="nl-NL" dirty="0" err="1"/>
              <a:t>Inductive</a:t>
            </a:r>
            <a:r>
              <a:rPr lang="nl-NL" dirty="0"/>
              <a:t> Logic Programming </a:t>
            </a:r>
          </a:p>
          <a:p>
            <a:pPr lvl="1"/>
            <a:r>
              <a:rPr lang="nl-NL" dirty="0"/>
              <a:t>(Statistical) Machine Learning </a:t>
            </a:r>
          </a:p>
          <a:p>
            <a:pPr lvl="1"/>
            <a:endParaRPr lang="nl-NL" dirty="0"/>
          </a:p>
          <a:p>
            <a:r>
              <a:rPr lang="nl-NL" dirty="0" err="1"/>
              <a:t>Automated</a:t>
            </a:r>
            <a:r>
              <a:rPr lang="nl-NL" dirty="0"/>
              <a:t> </a:t>
            </a:r>
            <a:r>
              <a:rPr lang="nl-NL" dirty="0" err="1"/>
              <a:t>Reasoning</a:t>
            </a:r>
            <a:r>
              <a:rPr lang="x-none" dirty="0"/>
              <a:t> / </a:t>
            </a:r>
            <a:r>
              <a:rPr lang="de-DE" dirty="0"/>
              <a:t>T</a:t>
            </a:r>
            <a:r>
              <a:rPr lang="x-none" dirty="0"/>
              <a:t>h</a:t>
            </a:r>
            <a:r>
              <a:rPr lang="de-DE" dirty="0"/>
              <a:t>e</a:t>
            </a:r>
            <a:r>
              <a:rPr lang="x-none" dirty="0"/>
              <a:t>o</a:t>
            </a:r>
            <a:r>
              <a:rPr lang="de-DE" dirty="0"/>
              <a:t>r</a:t>
            </a:r>
            <a:r>
              <a:rPr lang="x-none" dirty="0"/>
              <a:t>e</a:t>
            </a:r>
            <a:r>
              <a:rPr lang="de-DE" dirty="0"/>
              <a:t>m</a:t>
            </a:r>
            <a:r>
              <a:rPr lang="x-none" dirty="0"/>
              <a:t> </a:t>
            </a:r>
            <a:r>
              <a:rPr lang="de-DE" dirty="0"/>
              <a:t>P</a:t>
            </a:r>
            <a:r>
              <a:rPr lang="x-none" dirty="0"/>
              <a:t>r</a:t>
            </a:r>
            <a:r>
              <a:rPr lang="de-DE" dirty="0"/>
              <a:t>o</a:t>
            </a:r>
            <a:r>
              <a:rPr lang="x-none" dirty="0"/>
              <a:t>v</a:t>
            </a:r>
            <a:r>
              <a:rPr lang="de-DE" dirty="0"/>
              <a:t>i</a:t>
            </a:r>
            <a:r>
              <a:rPr lang="x-none" dirty="0"/>
              <a:t>n</a:t>
            </a:r>
            <a:r>
              <a:rPr lang="de-DE" dirty="0"/>
              <a:t>g</a:t>
            </a:r>
            <a:r>
              <a:rPr lang="x-none" dirty="0"/>
              <a:t> </a:t>
            </a:r>
            <a:endParaRPr lang="nl-NL" dirty="0"/>
          </a:p>
          <a:p>
            <a:pPr marL="0" indent="0">
              <a:buNone/>
            </a:pPr>
            <a:r>
              <a:rPr lang="nl-NL" dirty="0"/>
              <a:t> </a:t>
            </a:r>
          </a:p>
        </p:txBody>
      </p:sp>
    </p:spTree>
    <p:extLst>
      <p:ext uri="{BB962C8B-B14F-4D97-AF65-F5344CB8AC3E}">
        <p14:creationId xmlns:p14="http://schemas.microsoft.com/office/powerpoint/2010/main" val="4576731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B289D0-028F-413C-8FD2-D215BC8143FC}"/>
              </a:ext>
            </a:extLst>
          </p:cNvPr>
          <p:cNvSpPr>
            <a:spLocks noGrp="1"/>
          </p:cNvSpPr>
          <p:nvPr>
            <p:ph type="title"/>
          </p:nvPr>
        </p:nvSpPr>
        <p:spPr/>
        <p:txBody>
          <a:bodyPr/>
          <a:lstStyle/>
          <a:p>
            <a:r>
              <a:rPr lang="nl-NL" dirty="0"/>
              <a:t>Learning </a:t>
            </a:r>
          </a:p>
        </p:txBody>
      </p:sp>
      <p:sp>
        <p:nvSpPr>
          <p:cNvPr id="3" name="Tijdelijke aanduiding voor inhoud 2">
            <a:extLst>
              <a:ext uri="{FF2B5EF4-FFF2-40B4-BE49-F238E27FC236}">
                <a16:creationId xmlns:a16="http://schemas.microsoft.com/office/drawing/2014/main" id="{DE60D825-5D2F-4606-BE7B-02ECE3CA3099}"/>
              </a:ext>
            </a:extLst>
          </p:cNvPr>
          <p:cNvSpPr>
            <a:spLocks noGrp="1"/>
          </p:cNvSpPr>
          <p:nvPr>
            <p:ph idx="1"/>
          </p:nvPr>
        </p:nvSpPr>
        <p:spPr/>
        <p:txBody>
          <a:bodyPr>
            <a:normAutofit fontScale="92500" lnSpcReduction="10000"/>
          </a:bodyPr>
          <a:lstStyle/>
          <a:p>
            <a:pPr marL="0" indent="0">
              <a:buNone/>
            </a:pPr>
            <a:r>
              <a:rPr lang="en-US" b="1" dirty="0"/>
              <a:t>Machine learning</a:t>
            </a:r>
            <a:r>
              <a:rPr lang="en-US" dirty="0"/>
              <a:t> (</a:t>
            </a:r>
            <a:r>
              <a:rPr lang="en-US" b="1" dirty="0"/>
              <a:t>ML</a:t>
            </a:r>
            <a:r>
              <a:rPr lang="en-US" dirty="0"/>
              <a:t>) is the </a:t>
            </a:r>
            <a:r>
              <a:rPr lang="en-US" dirty="0">
                <a:hlinkClick r:id="rId2" tooltip="Branches of science"/>
              </a:rPr>
              <a:t>scientific study</a:t>
            </a:r>
            <a:r>
              <a:rPr lang="en-US" dirty="0"/>
              <a:t> of </a:t>
            </a:r>
            <a:r>
              <a:rPr lang="en-US" dirty="0">
                <a:hlinkClick r:id="rId3" tooltip="Algorithm"/>
              </a:rPr>
              <a:t>algorithms</a:t>
            </a:r>
            <a:r>
              <a:rPr lang="en-US" dirty="0"/>
              <a:t> and </a:t>
            </a:r>
            <a:r>
              <a:rPr lang="en-US" dirty="0">
                <a:hlinkClick r:id="rId4" tooltip="Statistical model"/>
              </a:rPr>
              <a:t>statistical models</a:t>
            </a:r>
            <a:r>
              <a:rPr lang="en-US" dirty="0"/>
              <a:t> that </a:t>
            </a:r>
            <a:r>
              <a:rPr lang="en-US" dirty="0">
                <a:hlinkClick r:id="rId5" tooltip="Computer systems"/>
              </a:rPr>
              <a:t>computer systems</a:t>
            </a:r>
            <a:r>
              <a:rPr lang="en-US" dirty="0"/>
              <a:t> use to perform a specific task without using explicit instructions, relying on patterns and </a:t>
            </a:r>
            <a:r>
              <a:rPr lang="en-US" dirty="0">
                <a:hlinkClick r:id="rId6" tooltip="Inference"/>
              </a:rPr>
              <a:t>inference</a:t>
            </a:r>
            <a:r>
              <a:rPr lang="en-US" dirty="0"/>
              <a:t> instead.</a:t>
            </a:r>
          </a:p>
          <a:p>
            <a:pPr marL="0" indent="0">
              <a:buNone/>
            </a:pPr>
            <a:endParaRPr lang="nl-NL" dirty="0"/>
          </a:p>
          <a:p>
            <a:pPr marL="0" indent="0">
              <a:buNone/>
            </a:pPr>
            <a:r>
              <a:rPr lang="nl-NL" dirty="0" err="1"/>
              <a:t>Supervised</a:t>
            </a:r>
            <a:r>
              <a:rPr lang="nl-NL" dirty="0"/>
              <a:t> </a:t>
            </a:r>
            <a:r>
              <a:rPr lang="nl-NL" dirty="0" err="1"/>
              <a:t>learning</a:t>
            </a:r>
            <a:r>
              <a:rPr lang="nl-NL" dirty="0"/>
              <a:t> </a:t>
            </a:r>
          </a:p>
          <a:p>
            <a:r>
              <a:rPr lang="nl-NL" dirty="0" err="1"/>
              <a:t>Classification</a:t>
            </a:r>
            <a:r>
              <a:rPr lang="nl-NL" dirty="0"/>
              <a:t> </a:t>
            </a:r>
          </a:p>
          <a:p>
            <a:r>
              <a:rPr lang="nl-NL" dirty="0" err="1"/>
              <a:t>Regression</a:t>
            </a:r>
            <a:r>
              <a:rPr lang="nl-NL" dirty="0"/>
              <a:t> </a:t>
            </a:r>
          </a:p>
          <a:p>
            <a:endParaRPr lang="nl-NL" dirty="0"/>
          </a:p>
          <a:p>
            <a:pPr marL="0" indent="0">
              <a:buNone/>
            </a:pPr>
            <a:r>
              <a:rPr lang="nl-NL" dirty="0" err="1"/>
              <a:t>Unsupervised</a:t>
            </a:r>
            <a:r>
              <a:rPr lang="nl-NL" dirty="0"/>
              <a:t> </a:t>
            </a:r>
          </a:p>
          <a:p>
            <a:r>
              <a:rPr lang="nl-NL" dirty="0"/>
              <a:t>Clustering </a:t>
            </a:r>
          </a:p>
          <a:p>
            <a:endParaRPr lang="nl-NL" dirty="0"/>
          </a:p>
        </p:txBody>
      </p:sp>
    </p:spTree>
    <p:extLst>
      <p:ext uri="{BB962C8B-B14F-4D97-AF65-F5344CB8AC3E}">
        <p14:creationId xmlns:p14="http://schemas.microsoft.com/office/powerpoint/2010/main" val="24876697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17A88E7-A791-493A-A32B-A13909A37D39}"/>
              </a:ext>
            </a:extLst>
          </p:cNvPr>
          <p:cNvSpPr>
            <a:spLocks noGrp="1"/>
          </p:cNvSpPr>
          <p:nvPr>
            <p:ph type="title"/>
          </p:nvPr>
        </p:nvSpPr>
        <p:spPr/>
        <p:txBody>
          <a:bodyPr/>
          <a:lstStyle/>
          <a:p>
            <a:r>
              <a:rPr lang="nl-NL" dirty="0"/>
              <a:t>Approach: </a:t>
            </a:r>
            <a:r>
              <a:rPr lang="nl-NL" dirty="0" err="1"/>
              <a:t>Modelling</a:t>
            </a:r>
            <a:r>
              <a:rPr lang="nl-NL" dirty="0"/>
              <a:t> </a:t>
            </a:r>
            <a:r>
              <a:rPr lang="nl-NL" dirty="0" err="1"/>
              <a:t>and</a:t>
            </a:r>
            <a:r>
              <a:rPr lang="nl-NL" dirty="0"/>
              <a:t> </a:t>
            </a:r>
            <a:r>
              <a:rPr lang="nl-NL" dirty="0" err="1"/>
              <a:t>simulation</a:t>
            </a:r>
            <a:r>
              <a:rPr lang="nl-NL" dirty="0"/>
              <a:t> </a:t>
            </a:r>
          </a:p>
        </p:txBody>
      </p:sp>
      <p:pic>
        <p:nvPicPr>
          <p:cNvPr id="5" name="Tijdelijke aanduiding voor inhoud 4">
            <a:extLst>
              <a:ext uri="{FF2B5EF4-FFF2-40B4-BE49-F238E27FC236}">
                <a16:creationId xmlns:a16="http://schemas.microsoft.com/office/drawing/2014/main" id="{D3B4AA58-8A4D-4569-8244-FE7575B6A6E0}"/>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31347" y="2251415"/>
            <a:ext cx="5797953" cy="2864871"/>
          </a:xfrm>
        </p:spPr>
      </p:pic>
      <p:grpSp>
        <p:nvGrpSpPr>
          <p:cNvPr id="8" name="webObjectGroup">
            <a:extLst>
              <a:ext uri="{FF2B5EF4-FFF2-40B4-BE49-F238E27FC236}">
                <a16:creationId xmlns:a16="http://schemas.microsoft.com/office/drawing/2014/main" id="{35B26189-1CAF-4AAF-9866-F764FBAFB85B}"/>
              </a:ext>
            </a:extLst>
          </p:cNvPr>
          <p:cNvGrpSpPr/>
          <p:nvPr>
            <p:custDataLst>
              <p:tags r:id="rId1"/>
            </p:custDataLst>
          </p:nvPr>
        </p:nvGrpSpPr>
        <p:grpSpPr>
          <a:xfrm>
            <a:off x="5797953" y="2173456"/>
            <a:ext cx="6362700" cy="3695700"/>
            <a:chOff x="3048000" y="1714500"/>
            <a:chExt cx="6362700" cy="3695700"/>
          </a:xfrm>
        </p:grpSpPr>
        <p:sp>
          <p:nvSpPr>
            <p:cNvPr id="6" name="webObject_YT">
              <a:hlinkClick r:id="rId5"/>
              <a:extLst>
                <a:ext uri="{FF2B5EF4-FFF2-40B4-BE49-F238E27FC236}">
                  <a16:creationId xmlns:a16="http://schemas.microsoft.com/office/drawing/2014/main" id="{9A7BB285-506F-44A9-8AD5-389340DA7EB6}"/>
                </a:ext>
              </a:extLst>
            </p:cNvPr>
            <p:cNvSpPr/>
            <p:nvPr>
              <p:custDataLst>
                <p:tags r:id="rId2"/>
              </p:custDataLst>
            </p:nvPr>
          </p:nvSpPr>
          <p:spPr>
            <a:xfrm>
              <a:off x="3048000" y="1714500"/>
              <a:ext cx="6096000" cy="3429000"/>
            </a:xfrm>
            <a:prstGeom prst="rect">
              <a:avLst/>
            </a:prstGeom>
            <a:blipFill>
              <a:blip r:embed="rId6"/>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7" name="webIcon_YT">
              <a:extLst>
                <a:ext uri="{FF2B5EF4-FFF2-40B4-BE49-F238E27FC236}">
                  <a16:creationId xmlns:a16="http://schemas.microsoft.com/office/drawing/2014/main" id="{312820EB-783E-41D8-A60E-D8D4AC15C60E}"/>
                </a:ext>
              </a:extLst>
            </p:cNvPr>
            <p:cNvSpPr/>
            <p:nvPr/>
          </p:nvSpPr>
          <p:spPr>
            <a:xfrm>
              <a:off x="9156700" y="5156200"/>
              <a:ext cx="254000" cy="254000"/>
            </a:xfrm>
            <a:prstGeom prst="rect">
              <a:avLst/>
            </a:prstGeom>
            <a:blipFill>
              <a:blip r:embed="rId7"/>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grpSp>
    </p:spTree>
    <p:extLst>
      <p:ext uri="{BB962C8B-B14F-4D97-AF65-F5344CB8AC3E}">
        <p14:creationId xmlns:p14="http://schemas.microsoft.com/office/powerpoint/2010/main" val="8319506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C7F65A-3B4D-40E2-8879-3868F2AB41BB}"/>
              </a:ext>
            </a:extLst>
          </p:cNvPr>
          <p:cNvSpPr>
            <a:spLocks noGrp="1"/>
          </p:cNvSpPr>
          <p:nvPr>
            <p:ph type="title"/>
          </p:nvPr>
        </p:nvSpPr>
        <p:spPr/>
        <p:txBody>
          <a:bodyPr/>
          <a:lstStyle/>
          <a:p>
            <a:r>
              <a:rPr lang="nl-NL" dirty="0" err="1"/>
              <a:t>Formal</a:t>
            </a:r>
            <a:r>
              <a:rPr lang="nl-NL" dirty="0"/>
              <a:t> </a:t>
            </a:r>
            <a:r>
              <a:rPr lang="nl-NL" dirty="0" err="1"/>
              <a:t>Verification</a:t>
            </a:r>
            <a:r>
              <a:rPr lang="nl-NL" dirty="0"/>
              <a:t> </a:t>
            </a:r>
            <a:r>
              <a:rPr lang="nl-NL" dirty="0" err="1"/>
              <a:t>and</a:t>
            </a:r>
            <a:r>
              <a:rPr lang="nl-NL" dirty="0"/>
              <a:t> Model </a:t>
            </a:r>
            <a:r>
              <a:rPr lang="nl-NL" dirty="0" err="1"/>
              <a:t>Checking</a:t>
            </a:r>
            <a:endParaRPr lang="nl-NL" dirty="0"/>
          </a:p>
        </p:txBody>
      </p:sp>
      <p:pic>
        <p:nvPicPr>
          <p:cNvPr id="6" name="Tijdelijke aanduiding voor inhoud 4">
            <a:extLst>
              <a:ext uri="{FF2B5EF4-FFF2-40B4-BE49-F238E27FC236}">
                <a16:creationId xmlns:a16="http://schemas.microsoft.com/office/drawing/2014/main" id="{E6E9FAFC-F001-4926-A14D-A836B7BDD4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1636" y="1404937"/>
            <a:ext cx="5192164" cy="5061593"/>
          </a:xfrm>
          <a:prstGeom prst="rect">
            <a:avLst/>
          </a:prstGeom>
        </p:spPr>
      </p:pic>
    </p:spTree>
    <p:extLst>
      <p:ext uri="{BB962C8B-B14F-4D97-AF65-F5344CB8AC3E}">
        <p14:creationId xmlns:p14="http://schemas.microsoft.com/office/powerpoint/2010/main" val="31244251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F6FF079-23D2-4249-8C69-96E0F8540CBE}"/>
              </a:ext>
            </a:extLst>
          </p:cNvPr>
          <p:cNvSpPr>
            <a:spLocks noGrp="1"/>
          </p:cNvSpPr>
          <p:nvPr>
            <p:ph type="title"/>
          </p:nvPr>
        </p:nvSpPr>
        <p:spPr/>
        <p:txBody>
          <a:bodyPr/>
          <a:lstStyle/>
          <a:p>
            <a:r>
              <a:rPr lang="nl-NL" dirty="0"/>
              <a:t>Diagnosis </a:t>
            </a:r>
          </a:p>
        </p:txBody>
      </p:sp>
      <p:pic>
        <p:nvPicPr>
          <p:cNvPr id="9" name="Afbeelding 8">
            <a:extLst>
              <a:ext uri="{FF2B5EF4-FFF2-40B4-BE49-F238E27FC236}">
                <a16:creationId xmlns:a16="http://schemas.microsoft.com/office/drawing/2014/main" id="{52C2263C-DA7F-4881-97A5-1FC40D1694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90737" y="1781855"/>
            <a:ext cx="8010525" cy="3838575"/>
          </a:xfrm>
          <a:prstGeom prst="rect">
            <a:avLst/>
          </a:prstGeom>
        </p:spPr>
      </p:pic>
    </p:spTree>
    <p:extLst>
      <p:ext uri="{BB962C8B-B14F-4D97-AF65-F5344CB8AC3E}">
        <p14:creationId xmlns:p14="http://schemas.microsoft.com/office/powerpoint/2010/main" val="262621142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21DFC2C-0978-47BD-8BE5-9FBB6A8B76F3}"/>
              </a:ext>
            </a:extLst>
          </p:cNvPr>
          <p:cNvSpPr>
            <a:spLocks noGrp="1"/>
          </p:cNvSpPr>
          <p:nvPr>
            <p:ph type="title"/>
          </p:nvPr>
        </p:nvSpPr>
        <p:spPr/>
        <p:txBody>
          <a:bodyPr/>
          <a:lstStyle/>
          <a:p>
            <a:r>
              <a:rPr lang="nl-NL" dirty="0"/>
              <a:t>Natural Language Processing</a:t>
            </a:r>
          </a:p>
        </p:txBody>
      </p:sp>
      <p:sp>
        <p:nvSpPr>
          <p:cNvPr id="3" name="Tijdelijke aanduiding voor inhoud 2">
            <a:extLst>
              <a:ext uri="{FF2B5EF4-FFF2-40B4-BE49-F238E27FC236}">
                <a16:creationId xmlns:a16="http://schemas.microsoft.com/office/drawing/2014/main" id="{8DB1D476-3947-4724-9E1E-9C02562A9450}"/>
              </a:ext>
            </a:extLst>
          </p:cNvPr>
          <p:cNvSpPr>
            <a:spLocks noGrp="1"/>
          </p:cNvSpPr>
          <p:nvPr>
            <p:ph idx="1"/>
          </p:nvPr>
        </p:nvSpPr>
        <p:spPr/>
        <p:txBody>
          <a:bodyPr/>
          <a:lstStyle/>
          <a:p>
            <a:pPr marL="0" indent="0">
              <a:buNone/>
            </a:pPr>
            <a:r>
              <a:rPr lang="nl-NL" dirty="0"/>
              <a:t>Natural </a:t>
            </a:r>
            <a:r>
              <a:rPr lang="nl-NL" dirty="0" err="1"/>
              <a:t>language</a:t>
            </a:r>
            <a:r>
              <a:rPr lang="nl-NL" dirty="0"/>
              <a:t> </a:t>
            </a:r>
            <a:r>
              <a:rPr lang="nl-NL" dirty="0" err="1"/>
              <a:t>understanding</a:t>
            </a:r>
            <a:endParaRPr lang="nl-NL" dirty="0"/>
          </a:p>
          <a:p>
            <a:r>
              <a:rPr lang="nl-NL" dirty="0"/>
              <a:t>Understanding the </a:t>
            </a:r>
            <a:r>
              <a:rPr lang="nl-NL" dirty="0" err="1"/>
              <a:t>structure</a:t>
            </a:r>
            <a:r>
              <a:rPr lang="nl-NL" dirty="0"/>
              <a:t> of </a:t>
            </a:r>
            <a:r>
              <a:rPr lang="nl-NL" dirty="0" err="1"/>
              <a:t>natural</a:t>
            </a:r>
            <a:r>
              <a:rPr lang="nl-NL" dirty="0"/>
              <a:t> </a:t>
            </a:r>
            <a:r>
              <a:rPr lang="nl-NL" dirty="0" err="1"/>
              <a:t>language</a:t>
            </a:r>
            <a:r>
              <a:rPr lang="nl-NL" dirty="0"/>
              <a:t> (Syntax)</a:t>
            </a:r>
          </a:p>
          <a:p>
            <a:r>
              <a:rPr lang="nl-NL" dirty="0"/>
              <a:t>Understanding the </a:t>
            </a:r>
            <a:r>
              <a:rPr lang="nl-NL" dirty="0" err="1"/>
              <a:t>meaning</a:t>
            </a:r>
            <a:r>
              <a:rPr lang="nl-NL" dirty="0"/>
              <a:t> of </a:t>
            </a:r>
            <a:r>
              <a:rPr lang="nl-NL" dirty="0" err="1"/>
              <a:t>natural</a:t>
            </a:r>
            <a:r>
              <a:rPr lang="nl-NL" dirty="0"/>
              <a:t> </a:t>
            </a:r>
            <a:r>
              <a:rPr lang="nl-NL" dirty="0" err="1"/>
              <a:t>language</a:t>
            </a:r>
            <a:r>
              <a:rPr lang="nl-NL" dirty="0"/>
              <a:t> (</a:t>
            </a:r>
            <a:r>
              <a:rPr lang="nl-NL" dirty="0" err="1"/>
              <a:t>Semantics</a:t>
            </a:r>
            <a:r>
              <a:rPr lang="nl-NL" dirty="0"/>
              <a:t>) </a:t>
            </a:r>
          </a:p>
          <a:p>
            <a:r>
              <a:rPr lang="nl-NL" dirty="0"/>
              <a:t>Understanding the </a:t>
            </a:r>
            <a:r>
              <a:rPr lang="nl-NL" dirty="0" err="1"/>
              <a:t>usage</a:t>
            </a:r>
            <a:r>
              <a:rPr lang="nl-NL" dirty="0"/>
              <a:t> of </a:t>
            </a:r>
            <a:r>
              <a:rPr lang="nl-NL" dirty="0" err="1"/>
              <a:t>natural</a:t>
            </a:r>
            <a:r>
              <a:rPr lang="nl-NL" dirty="0"/>
              <a:t> </a:t>
            </a:r>
            <a:r>
              <a:rPr lang="nl-NL" dirty="0" err="1"/>
              <a:t>language</a:t>
            </a:r>
            <a:r>
              <a:rPr lang="nl-NL" dirty="0"/>
              <a:t> (</a:t>
            </a:r>
            <a:r>
              <a:rPr lang="nl-NL" dirty="0" err="1"/>
              <a:t>Pragmatics</a:t>
            </a:r>
            <a:r>
              <a:rPr lang="nl-NL" dirty="0"/>
              <a:t>)</a:t>
            </a:r>
          </a:p>
          <a:p>
            <a:pPr marL="0" indent="0">
              <a:buNone/>
            </a:pPr>
            <a:endParaRPr lang="nl-NL" dirty="0"/>
          </a:p>
          <a:p>
            <a:pPr marL="0" indent="0">
              <a:buNone/>
            </a:pPr>
            <a:r>
              <a:rPr lang="nl-NL" dirty="0"/>
              <a:t>Language </a:t>
            </a:r>
            <a:r>
              <a:rPr lang="nl-NL" dirty="0" err="1"/>
              <a:t>generation</a:t>
            </a:r>
            <a:r>
              <a:rPr lang="nl-NL" dirty="0"/>
              <a:t> </a:t>
            </a:r>
          </a:p>
          <a:p>
            <a:pPr marL="0" indent="0">
              <a:buNone/>
            </a:pPr>
            <a:endParaRPr lang="nl-NL" dirty="0"/>
          </a:p>
          <a:p>
            <a:pPr marL="0" indent="0">
              <a:buNone/>
            </a:pPr>
            <a:r>
              <a:rPr lang="nl-NL" dirty="0" err="1"/>
              <a:t>Translation</a:t>
            </a:r>
            <a:endParaRPr lang="nl-NL" dirty="0"/>
          </a:p>
          <a:p>
            <a:pPr marL="0" indent="0">
              <a:buNone/>
            </a:pPr>
            <a:endParaRPr lang="nl-NL" dirty="0"/>
          </a:p>
          <a:p>
            <a:endParaRPr lang="nl-NL" dirty="0"/>
          </a:p>
        </p:txBody>
      </p:sp>
    </p:spTree>
    <p:extLst>
      <p:ext uri="{BB962C8B-B14F-4D97-AF65-F5344CB8AC3E}">
        <p14:creationId xmlns:p14="http://schemas.microsoft.com/office/powerpoint/2010/main" val="14674229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7C1ED1D-7D9F-437D-9A4D-900546D175DE}"/>
              </a:ext>
            </a:extLst>
          </p:cNvPr>
          <p:cNvSpPr>
            <a:spLocks noGrp="1"/>
          </p:cNvSpPr>
          <p:nvPr>
            <p:ph type="title"/>
          </p:nvPr>
        </p:nvSpPr>
        <p:spPr/>
        <p:txBody>
          <a:bodyPr/>
          <a:lstStyle/>
          <a:p>
            <a:r>
              <a:rPr lang="de-DE" dirty="0" err="1"/>
              <a:t>Automated</a:t>
            </a:r>
            <a:r>
              <a:rPr lang="de-DE" dirty="0"/>
              <a:t> P</a:t>
            </a:r>
            <a:r>
              <a:rPr lang="x-none" dirty="0"/>
              <a:t>l</a:t>
            </a:r>
            <a:r>
              <a:rPr lang="de-DE" dirty="0"/>
              <a:t>an</a:t>
            </a:r>
            <a:r>
              <a:rPr lang="x-none" dirty="0"/>
              <a:t>ni</a:t>
            </a:r>
            <a:r>
              <a:rPr lang="de-DE" dirty="0"/>
              <a:t>n</a:t>
            </a:r>
            <a:r>
              <a:rPr lang="x-none" dirty="0"/>
              <a:t>g </a:t>
            </a:r>
            <a:r>
              <a:rPr lang="nl-NL" dirty="0" err="1"/>
              <a:t>and</a:t>
            </a:r>
            <a:r>
              <a:rPr lang="nl-NL" dirty="0"/>
              <a:t> </a:t>
            </a:r>
            <a:r>
              <a:rPr lang="nl-NL" dirty="0" err="1"/>
              <a:t>Scheduling</a:t>
            </a:r>
            <a:r>
              <a:rPr lang="nl-NL" dirty="0"/>
              <a:t> </a:t>
            </a:r>
            <a:endParaRPr lang="x-none" dirty="0"/>
          </a:p>
        </p:txBody>
      </p:sp>
      <p:sp>
        <p:nvSpPr>
          <p:cNvPr id="3" name="Tijdelijke aanduiding voor inhoud 2">
            <a:extLst>
              <a:ext uri="{FF2B5EF4-FFF2-40B4-BE49-F238E27FC236}">
                <a16:creationId xmlns:a16="http://schemas.microsoft.com/office/drawing/2014/main" id="{935991FF-9D49-4B39-82BA-599A1E7D9922}"/>
              </a:ext>
            </a:extLst>
          </p:cNvPr>
          <p:cNvSpPr>
            <a:spLocks noGrp="1"/>
          </p:cNvSpPr>
          <p:nvPr>
            <p:ph idx="1"/>
          </p:nvPr>
        </p:nvSpPr>
        <p:spPr/>
        <p:txBody>
          <a:bodyPr/>
          <a:lstStyle/>
          <a:p>
            <a:r>
              <a:rPr lang="en-US" dirty="0"/>
              <a:t>Realization of </a:t>
            </a:r>
            <a:r>
              <a:rPr lang="en-US" dirty="0">
                <a:hlinkClick r:id="rId2" tooltip="Strategy"/>
              </a:rPr>
              <a:t>strategies</a:t>
            </a:r>
            <a:r>
              <a:rPr lang="en-US" dirty="0"/>
              <a:t> or action sequence</a:t>
            </a:r>
          </a:p>
          <a:p>
            <a:endParaRPr lang="en-US" dirty="0"/>
          </a:p>
          <a:p>
            <a:pPr marL="0" indent="0">
              <a:buNone/>
            </a:pPr>
            <a:r>
              <a:rPr lang="en-US" dirty="0"/>
              <a:t>Given a description of the possible initial states of the world, a description of the desired goals, and a description of a set of possible actions, the planning problem is to </a:t>
            </a:r>
            <a:r>
              <a:rPr lang="en-US" dirty="0" err="1"/>
              <a:t>synthesise</a:t>
            </a:r>
            <a:r>
              <a:rPr lang="en-US" dirty="0"/>
              <a:t> a plan that is guaranteed (when applied to any of the initial states) to generate a state which contains the desired goals (such a state is called a goal state). </a:t>
            </a:r>
            <a:endParaRPr lang="nl-NL" dirty="0"/>
          </a:p>
        </p:txBody>
      </p:sp>
    </p:spTree>
    <p:extLst>
      <p:ext uri="{BB962C8B-B14F-4D97-AF65-F5344CB8AC3E}">
        <p14:creationId xmlns:p14="http://schemas.microsoft.com/office/powerpoint/2010/main" val="20509440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3B367E-76CE-47E0-A2A2-9D286EFD9A91}"/>
              </a:ext>
            </a:extLst>
          </p:cNvPr>
          <p:cNvSpPr>
            <a:spLocks noGrp="1"/>
          </p:cNvSpPr>
          <p:nvPr>
            <p:ph type="title"/>
          </p:nvPr>
        </p:nvSpPr>
        <p:spPr/>
        <p:txBody>
          <a:bodyPr/>
          <a:lstStyle/>
          <a:p>
            <a:r>
              <a:rPr lang="nl-NL" dirty="0"/>
              <a:t>Computer </a:t>
            </a:r>
            <a:r>
              <a:rPr lang="nl-NL" dirty="0" err="1"/>
              <a:t>Vision</a:t>
            </a:r>
            <a:r>
              <a:rPr lang="nl-NL" dirty="0"/>
              <a:t> </a:t>
            </a:r>
          </a:p>
        </p:txBody>
      </p:sp>
      <p:sp>
        <p:nvSpPr>
          <p:cNvPr id="3" name="Tijdelijke aanduiding voor inhoud 2">
            <a:extLst>
              <a:ext uri="{FF2B5EF4-FFF2-40B4-BE49-F238E27FC236}">
                <a16:creationId xmlns:a16="http://schemas.microsoft.com/office/drawing/2014/main" id="{BBB13FC0-E638-471B-8D8D-F5756B84E8A6}"/>
              </a:ext>
            </a:extLst>
          </p:cNvPr>
          <p:cNvSpPr>
            <a:spLocks noGrp="1"/>
          </p:cNvSpPr>
          <p:nvPr>
            <p:ph idx="1"/>
          </p:nvPr>
        </p:nvSpPr>
        <p:spPr/>
        <p:txBody>
          <a:bodyPr/>
          <a:lstStyle/>
          <a:p>
            <a:pPr marL="0" indent="0">
              <a:buNone/>
            </a:pPr>
            <a:r>
              <a:rPr lang="en-US" dirty="0"/>
              <a:t>How to gain high-level understanding from </a:t>
            </a:r>
            <a:r>
              <a:rPr lang="en-US" dirty="0">
                <a:hlinkClick r:id="rId2" tooltip="Digital image"/>
              </a:rPr>
              <a:t>digital images</a:t>
            </a:r>
            <a:r>
              <a:rPr lang="en-US" dirty="0"/>
              <a:t> or </a:t>
            </a:r>
            <a:r>
              <a:rPr lang="en-US" dirty="0">
                <a:hlinkClick r:id="rId3" tooltip="Video"/>
              </a:rPr>
              <a:t>videos</a:t>
            </a:r>
            <a:endParaRPr lang="en-US" dirty="0"/>
          </a:p>
          <a:p>
            <a:r>
              <a:rPr lang="en-US" dirty="0"/>
              <a:t>Object detection </a:t>
            </a:r>
          </a:p>
          <a:p>
            <a:r>
              <a:rPr lang="nl-NL" dirty="0"/>
              <a:t>Object </a:t>
            </a:r>
            <a:r>
              <a:rPr lang="nl-NL" dirty="0" err="1"/>
              <a:t>recognition</a:t>
            </a:r>
            <a:r>
              <a:rPr lang="nl-NL" dirty="0"/>
              <a:t> </a:t>
            </a:r>
          </a:p>
          <a:p>
            <a:r>
              <a:rPr lang="en-US" dirty="0"/>
              <a:t>Object Identification</a:t>
            </a:r>
          </a:p>
          <a:p>
            <a:r>
              <a:rPr lang="nl-NL" dirty="0"/>
              <a:t>Motion analysis </a:t>
            </a:r>
          </a:p>
          <a:p>
            <a:r>
              <a:rPr lang="nl-NL" dirty="0"/>
              <a:t>Event </a:t>
            </a:r>
            <a:r>
              <a:rPr lang="nl-NL" dirty="0" err="1"/>
              <a:t>detection</a:t>
            </a:r>
            <a:r>
              <a:rPr lang="nl-NL" dirty="0"/>
              <a:t> </a:t>
            </a:r>
          </a:p>
          <a:p>
            <a:r>
              <a:rPr lang="nl-NL" dirty="0" err="1"/>
              <a:t>Emotion</a:t>
            </a:r>
            <a:r>
              <a:rPr lang="nl-NL" dirty="0"/>
              <a:t> </a:t>
            </a:r>
            <a:r>
              <a:rPr lang="nl-NL" dirty="0" err="1"/>
              <a:t>detection</a:t>
            </a:r>
            <a:endParaRPr lang="nl-NL" dirty="0"/>
          </a:p>
          <a:p>
            <a:pPr marL="0" indent="0">
              <a:buNone/>
            </a:pPr>
            <a:endParaRPr lang="nl-NL" dirty="0"/>
          </a:p>
        </p:txBody>
      </p:sp>
    </p:spTree>
    <p:extLst>
      <p:ext uri="{BB962C8B-B14F-4D97-AF65-F5344CB8AC3E}">
        <p14:creationId xmlns:p14="http://schemas.microsoft.com/office/powerpoint/2010/main" val="418397325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2E1A102-5F10-4178-9C04-9C6EA786B74D}"/>
              </a:ext>
            </a:extLst>
          </p:cNvPr>
          <p:cNvSpPr>
            <a:spLocks noGrp="1"/>
          </p:cNvSpPr>
          <p:nvPr>
            <p:ph type="title"/>
          </p:nvPr>
        </p:nvSpPr>
        <p:spPr/>
        <p:txBody>
          <a:bodyPr/>
          <a:lstStyle/>
          <a:p>
            <a:r>
              <a:rPr lang="nl-NL" dirty="0" err="1"/>
              <a:t>Robotics</a:t>
            </a:r>
            <a:r>
              <a:rPr lang="nl-NL" dirty="0"/>
              <a:t> </a:t>
            </a:r>
          </a:p>
        </p:txBody>
      </p:sp>
      <p:pic>
        <p:nvPicPr>
          <p:cNvPr id="5" name="Tijdelijke aanduiding voor inhoud 4">
            <a:extLst>
              <a:ext uri="{FF2B5EF4-FFF2-40B4-BE49-F238E27FC236}">
                <a16:creationId xmlns:a16="http://schemas.microsoft.com/office/drawing/2014/main" id="{C4E715FD-2A07-4E83-BCDA-8F406E7E5B96}"/>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5196115" y="1690689"/>
            <a:ext cx="5199741" cy="2924854"/>
          </a:xfrm>
        </p:spPr>
      </p:pic>
      <p:pic>
        <p:nvPicPr>
          <p:cNvPr id="6" name="Picture 2" descr="Bildergebnis für social robotics vu">
            <a:extLst>
              <a:ext uri="{FF2B5EF4-FFF2-40B4-BE49-F238E27FC236}">
                <a16:creationId xmlns:a16="http://schemas.microsoft.com/office/drawing/2014/main" id="{93410001-93E0-4A87-ACB8-0DFEEDFB97E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73690" y="3435716"/>
            <a:ext cx="3909939" cy="26018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235450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0B2C08A-8AAF-43F7-B867-95C52D5B7EAC}"/>
              </a:ext>
            </a:extLst>
          </p:cNvPr>
          <p:cNvSpPr>
            <a:spLocks noGrp="1"/>
          </p:cNvSpPr>
          <p:nvPr>
            <p:ph type="title"/>
          </p:nvPr>
        </p:nvSpPr>
        <p:spPr/>
        <p:txBody>
          <a:bodyPr/>
          <a:lstStyle/>
          <a:p>
            <a:r>
              <a:rPr lang="nl-NL" dirty="0" err="1"/>
              <a:t>Social</a:t>
            </a:r>
            <a:r>
              <a:rPr lang="nl-NL" dirty="0"/>
              <a:t> Intelligence </a:t>
            </a:r>
          </a:p>
        </p:txBody>
      </p:sp>
      <p:pic>
        <p:nvPicPr>
          <p:cNvPr id="6" name="Tijdelijke aanduiding voor inhoud 5">
            <a:extLst>
              <a:ext uri="{FF2B5EF4-FFF2-40B4-BE49-F238E27FC236}">
                <a16:creationId xmlns:a16="http://schemas.microsoft.com/office/drawing/2014/main" id="{EF7E872F-E8E2-45AC-AE76-F15448E3530A}"/>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1122703" y="1803854"/>
            <a:ext cx="4351338" cy="4351338"/>
          </a:xfrm>
        </p:spPr>
      </p:pic>
      <p:pic>
        <p:nvPicPr>
          <p:cNvPr id="8" name="Afbeelding 7">
            <a:extLst>
              <a:ext uri="{FF2B5EF4-FFF2-40B4-BE49-F238E27FC236}">
                <a16:creationId xmlns:a16="http://schemas.microsoft.com/office/drawing/2014/main" id="{382401C4-7A77-4815-A423-F83AB4FC82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96000" y="1803854"/>
            <a:ext cx="5429250" cy="3429000"/>
          </a:xfrm>
          <a:prstGeom prst="rect">
            <a:avLst/>
          </a:prstGeom>
        </p:spPr>
      </p:pic>
    </p:spTree>
    <p:extLst>
      <p:ext uri="{BB962C8B-B14F-4D97-AF65-F5344CB8AC3E}">
        <p14:creationId xmlns:p14="http://schemas.microsoft.com/office/powerpoint/2010/main" val="102128781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F3F2808-F3F7-4B6E-B9A0-F4DC308F424C}"/>
              </a:ext>
            </a:extLst>
          </p:cNvPr>
          <p:cNvSpPr>
            <a:spLocks noGrp="1"/>
          </p:cNvSpPr>
          <p:nvPr>
            <p:ph type="title"/>
          </p:nvPr>
        </p:nvSpPr>
        <p:spPr/>
        <p:txBody>
          <a:bodyPr/>
          <a:lstStyle/>
          <a:p>
            <a:r>
              <a:rPr lang="nl-NL" dirty="0" err="1"/>
              <a:t>Artificial</a:t>
            </a:r>
            <a:r>
              <a:rPr lang="nl-NL" dirty="0"/>
              <a:t> General Intelligence (strong AI) </a:t>
            </a:r>
          </a:p>
        </p:txBody>
      </p:sp>
      <p:pic>
        <p:nvPicPr>
          <p:cNvPr id="5" name="Tijdelijke aanduiding voor inhoud 4">
            <a:extLst>
              <a:ext uri="{FF2B5EF4-FFF2-40B4-BE49-F238E27FC236}">
                <a16:creationId xmlns:a16="http://schemas.microsoft.com/office/drawing/2014/main" id="{85A50D0B-66ED-4A03-B796-3EC7D639EFD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44662" y="1825625"/>
            <a:ext cx="8702676" cy="4351338"/>
          </a:xfrm>
        </p:spPr>
      </p:pic>
    </p:spTree>
    <p:extLst>
      <p:ext uri="{BB962C8B-B14F-4D97-AF65-F5344CB8AC3E}">
        <p14:creationId xmlns:p14="http://schemas.microsoft.com/office/powerpoint/2010/main" val="78609181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4226D1-4221-434F-9705-7EC0BA47A254}"/>
              </a:ext>
            </a:extLst>
          </p:cNvPr>
          <p:cNvSpPr>
            <a:spLocks noGrp="1"/>
          </p:cNvSpPr>
          <p:nvPr>
            <p:ph type="title"/>
          </p:nvPr>
        </p:nvSpPr>
        <p:spPr/>
        <p:txBody>
          <a:bodyPr/>
          <a:lstStyle/>
          <a:p>
            <a:r>
              <a:rPr lang="nl-NL" dirty="0" err="1"/>
              <a:t>Hybrid</a:t>
            </a:r>
            <a:r>
              <a:rPr lang="nl-NL" dirty="0"/>
              <a:t> Intelligence </a:t>
            </a:r>
          </a:p>
        </p:txBody>
      </p:sp>
      <p:pic>
        <p:nvPicPr>
          <p:cNvPr id="5" name="Tijdelijke aanduiding voor inhoud 4">
            <a:extLst>
              <a:ext uri="{FF2B5EF4-FFF2-40B4-BE49-F238E27FC236}">
                <a16:creationId xmlns:a16="http://schemas.microsoft.com/office/drawing/2014/main" id="{DAB47134-6725-43AC-B837-746ECC7384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834089" y="1825625"/>
            <a:ext cx="6523821" cy="4351338"/>
          </a:xfrm>
        </p:spPr>
      </p:pic>
    </p:spTree>
    <p:extLst>
      <p:ext uri="{BB962C8B-B14F-4D97-AF65-F5344CB8AC3E}">
        <p14:creationId xmlns:p14="http://schemas.microsoft.com/office/powerpoint/2010/main" val="42863131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66F11C-B518-4281-86DE-8193045DFFFD}"/>
              </a:ext>
            </a:extLst>
          </p:cNvPr>
          <p:cNvSpPr>
            <a:spLocks noGrp="1"/>
          </p:cNvSpPr>
          <p:nvPr>
            <p:ph type="title"/>
          </p:nvPr>
        </p:nvSpPr>
        <p:spPr/>
        <p:txBody>
          <a:bodyPr/>
          <a:lstStyle/>
          <a:p>
            <a:r>
              <a:rPr lang="en-GB" dirty="0"/>
              <a:t>This week’s tutoring </a:t>
            </a:r>
            <a:endParaRPr lang="en-NL" dirty="0"/>
          </a:p>
        </p:txBody>
      </p:sp>
      <p:sp>
        <p:nvSpPr>
          <p:cNvPr id="3" name="Content Placeholder 2">
            <a:extLst>
              <a:ext uri="{FF2B5EF4-FFF2-40B4-BE49-F238E27FC236}">
                <a16:creationId xmlns:a16="http://schemas.microsoft.com/office/drawing/2014/main" id="{5B691B6F-CDC4-4199-91C9-4A7AF7EEB018}"/>
              </a:ext>
            </a:extLst>
          </p:cNvPr>
          <p:cNvSpPr>
            <a:spLocks noGrp="1"/>
          </p:cNvSpPr>
          <p:nvPr>
            <p:ph idx="1"/>
          </p:nvPr>
        </p:nvSpPr>
        <p:spPr/>
        <p:txBody>
          <a:bodyPr/>
          <a:lstStyle/>
          <a:p>
            <a:r>
              <a:rPr lang="en-GB" dirty="0"/>
              <a:t>Integration of the comments about the Research Problem </a:t>
            </a:r>
          </a:p>
          <a:p>
            <a:r>
              <a:rPr lang="en-GB" dirty="0"/>
              <a:t>Discuss literature review about your </a:t>
            </a:r>
            <a:r>
              <a:rPr lang="en-GB" dirty="0" err="1"/>
              <a:t>Reseearch</a:t>
            </a:r>
            <a:r>
              <a:rPr lang="en-GB" dirty="0"/>
              <a:t> Problem</a:t>
            </a:r>
            <a:endParaRPr lang="en-NL" dirty="0"/>
          </a:p>
        </p:txBody>
      </p:sp>
    </p:spTree>
    <p:extLst>
      <p:ext uri="{BB962C8B-B14F-4D97-AF65-F5344CB8AC3E}">
        <p14:creationId xmlns:p14="http://schemas.microsoft.com/office/powerpoint/2010/main" val="191030288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4B847-48BC-49A6-9C39-82EFAC39EAAC}"/>
              </a:ext>
            </a:extLst>
          </p:cNvPr>
          <p:cNvSpPr>
            <a:spLocks noGrp="1"/>
          </p:cNvSpPr>
          <p:nvPr>
            <p:ph type="title"/>
          </p:nvPr>
        </p:nvSpPr>
        <p:spPr/>
        <p:txBody>
          <a:bodyPr/>
          <a:lstStyle/>
          <a:p>
            <a:r>
              <a:rPr lang="en-GB" dirty="0"/>
              <a:t>About the lectures…. </a:t>
            </a:r>
            <a:endParaRPr lang="en-NL" dirty="0"/>
          </a:p>
        </p:txBody>
      </p:sp>
      <p:sp>
        <p:nvSpPr>
          <p:cNvPr id="3" name="Content Placeholder 2">
            <a:extLst>
              <a:ext uri="{FF2B5EF4-FFF2-40B4-BE49-F238E27FC236}">
                <a16:creationId xmlns:a16="http://schemas.microsoft.com/office/drawing/2014/main" id="{F44F07A3-4992-4134-91DF-ACB5B556496B}"/>
              </a:ext>
            </a:extLst>
          </p:cNvPr>
          <p:cNvSpPr>
            <a:spLocks noGrp="1"/>
          </p:cNvSpPr>
          <p:nvPr>
            <p:ph idx="1"/>
          </p:nvPr>
        </p:nvSpPr>
        <p:spPr/>
        <p:txBody>
          <a:bodyPr/>
          <a:lstStyle/>
          <a:p>
            <a:r>
              <a:rPr lang="en-GB" dirty="0">
                <a:hlinkClick r:id="rId2"/>
              </a:rPr>
              <a:t>https://www.menti.com</a:t>
            </a:r>
            <a:endParaRPr lang="en-GB" dirty="0"/>
          </a:p>
          <a:p>
            <a:endParaRPr lang="en-GB" dirty="0"/>
          </a:p>
          <a:p>
            <a:r>
              <a:rPr lang="en-GB" dirty="0"/>
              <a:t>Voting code: </a:t>
            </a:r>
            <a:r>
              <a:rPr lang="en-NL" dirty="0"/>
              <a:t>7448 8183</a:t>
            </a:r>
          </a:p>
        </p:txBody>
      </p:sp>
      <p:pic>
        <p:nvPicPr>
          <p:cNvPr id="5" name="Picture 4">
            <a:extLst>
              <a:ext uri="{FF2B5EF4-FFF2-40B4-BE49-F238E27FC236}">
                <a16:creationId xmlns:a16="http://schemas.microsoft.com/office/drawing/2014/main" id="{DE8AC9FD-3F1B-45FF-B643-93386FD15F8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30357" y="1303698"/>
            <a:ext cx="4712329" cy="4712329"/>
          </a:xfrm>
          <a:prstGeom prst="rect">
            <a:avLst/>
          </a:prstGeom>
        </p:spPr>
      </p:pic>
    </p:spTree>
    <p:extLst>
      <p:ext uri="{BB962C8B-B14F-4D97-AF65-F5344CB8AC3E}">
        <p14:creationId xmlns:p14="http://schemas.microsoft.com/office/powerpoint/2010/main" val="23466517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Next week ? </a:t>
            </a:r>
          </a:p>
        </p:txBody>
      </p:sp>
      <p:sp>
        <p:nvSpPr>
          <p:cNvPr id="3" name="Tijdelijke aanduiding voor tekst 2"/>
          <p:cNvSpPr>
            <a:spLocks noGrp="1"/>
          </p:cNvSpPr>
          <p:nvPr>
            <p:ph type="body" idx="1"/>
          </p:nvPr>
        </p:nvSpPr>
        <p:spPr/>
        <p:txBody>
          <a:bodyPr/>
          <a:lstStyle/>
          <a:p>
            <a:pPr>
              <a:buFont typeface="Arial" panose="020B0604020202020204" pitchFamily="34" charset="0"/>
              <a:buChar char="•"/>
            </a:pPr>
            <a:r>
              <a:rPr lang="nl-NL" dirty="0" err="1"/>
              <a:t>Monday</a:t>
            </a:r>
            <a:r>
              <a:rPr lang="nl-NL" dirty="0"/>
              <a:t>: Mark Hoogendoorn </a:t>
            </a:r>
          </a:p>
          <a:p>
            <a:pPr lvl="1">
              <a:buFont typeface="Arial" panose="020B0604020202020204" pitchFamily="34" charset="0"/>
              <a:buChar char="•"/>
            </a:pPr>
            <a:r>
              <a:rPr lang="nl-NL" dirty="0"/>
              <a:t>Machine Learning </a:t>
            </a:r>
          </a:p>
          <a:p>
            <a:pPr>
              <a:buFont typeface="Arial" panose="020B0604020202020204" pitchFamily="34" charset="0"/>
              <a:buChar char="•"/>
            </a:pPr>
            <a:endParaRPr lang="nl-NL" dirty="0"/>
          </a:p>
          <a:p>
            <a:pPr>
              <a:buFont typeface="Arial" panose="020B0604020202020204" pitchFamily="34" charset="0"/>
              <a:buChar char="•"/>
            </a:pPr>
            <a:r>
              <a:rPr lang="nl-NL" dirty="0" err="1"/>
              <a:t>Tuesday</a:t>
            </a:r>
            <a:r>
              <a:rPr lang="nl-NL" dirty="0"/>
              <a:t>: Sara </a:t>
            </a:r>
            <a:r>
              <a:rPr lang="nl-NL" dirty="0" err="1"/>
              <a:t>Lusini</a:t>
            </a:r>
            <a:endParaRPr lang="nl-NL" dirty="0"/>
          </a:p>
          <a:p>
            <a:pPr lvl="1"/>
            <a:r>
              <a:rPr lang="nl-NL" dirty="0"/>
              <a:t>How </a:t>
            </a:r>
            <a:r>
              <a:rPr lang="nl-NL" dirty="0" err="1"/>
              <a:t>to</a:t>
            </a:r>
            <a:r>
              <a:rPr lang="nl-NL" dirty="0"/>
              <a:t> </a:t>
            </a:r>
            <a:r>
              <a:rPr lang="nl-NL" dirty="0" err="1"/>
              <a:t>evaluate</a:t>
            </a:r>
            <a:r>
              <a:rPr lang="nl-NL" dirty="0"/>
              <a:t> </a:t>
            </a:r>
            <a:r>
              <a:rPr lang="nl-NL"/>
              <a:t>AI systems</a:t>
            </a:r>
            <a:endParaRPr lang="nl-NL" dirty="0"/>
          </a:p>
        </p:txBody>
      </p:sp>
    </p:spTree>
    <p:extLst>
      <p:ext uri="{BB962C8B-B14F-4D97-AF65-F5344CB8AC3E}">
        <p14:creationId xmlns:p14="http://schemas.microsoft.com/office/powerpoint/2010/main" val="3497212892"/>
      </p:ext>
    </p:extLst>
  </p:cSld>
  <p:clrMapOvr>
    <a:masterClrMapping/>
  </p:clrMapOvr>
  <p:transition spd="med"/>
</p:sld>
</file>

<file path=ppt/tags/tag1.xml><?xml version="1.0" encoding="utf-8"?>
<p:tagLst xmlns:a="http://schemas.openxmlformats.org/drawingml/2006/main" xmlns:r="http://schemas.openxmlformats.org/officeDocument/2006/relationships" xmlns:p="http://schemas.openxmlformats.org/presentationml/2006/main">
  <p:tag name="MMPROD_NEXTUNIQUEID" val="10010"/>
  <p:tag name="MMPROD_UIPERSISTENCEDATA" val="MMPROD_UIPERSISTENCEDATA"/>
  <p:tag name="MMPROD_UIDATA" val="&lt;database version=&quot;11.0&quot;&gt;&lt;object type=&quot;1&quot; unique_id=&quot;10001&quot;&gt;&lt;object type=&quot;2&quot; unique_id=&quot;49714&quot;&gt;&lt;object type=&quot;3&quot; unique_id=&quot;49723&quot;&gt;&lt;property id=&quot;20148&quot; value=&quot;5&quot;/&gt;&lt;property id=&quot;20300&quot; value=&quot;Slide 18 - &amp;quot;Human Intelligence &amp;quot;&quot;/&gt;&lt;property id=&quot;20307&quot; value=&quot;326&quot;/&gt;&lt;/object&gt;&lt;object type=&quot;3&quot; unique_id=&quot;49724&quot;&gt;&lt;property id=&quot;20148&quot; value=&quot;5&quot;/&gt;&lt;property id=&quot;20300&quot; value=&quot;Slide 19 - &amp;quot;Complex algorithmics&amp;quot;&quot;/&gt;&lt;property id=&quot;20307&quot; value=&quot;334&quot;/&gt;&lt;/object&gt;&lt;object type=&quot;3&quot; unique_id=&quot;49725&quot;&gt;&lt;property id=&quot;20148&quot; value=&quot;5&quot;/&gt;&lt;property id=&quot;20300&quot; value=&quot;Slide 20 - &amp;quot;Complex algorithmics&amp;quot;&quot;/&gt;&lt;property id=&quot;20307&quot; value=&quot;335&quot;/&gt;&lt;/object&gt;&lt;object type=&quot;3&quot; unique_id=&quot;49726&quot;&gt;&lt;property id=&quot;20148&quot; value=&quot;5&quot;/&gt;&lt;property id=&quot;20300&quot; value=&quot;Slide 21 - &amp;quot;Horizon effect of AI &amp;quot;&quot;/&gt;&lt;property id=&quot;20307&quot; value=&quot;325&quot;/&gt;&lt;/object&gt;&lt;object type=&quot;3&quot; unique_id=&quot;49727&quot;&gt;&lt;property id=&quot;20148&quot; value=&quot;5&quot;/&gt;&lt;property id=&quot;20300&quot; value=&quot;Slide 22 - &amp;quot;Rationality&amp;quot;&quot;/&gt;&lt;property id=&quot;20307&quot; value=&quot;333&quot;/&gt;&lt;/object&gt;&lt;object type=&quot;3&quot; unique_id=&quot;49728&quot;&gt;&lt;property id=&quot;20148&quot; value=&quot;5&quot;/&gt;&lt;property id=&quot;20300&quot; value=&quot;Slide 23 - &amp;quot;2 Types of AI&amp;quot;&quot;/&gt;&lt;property id=&quot;20307&quot; value=&quot;324&quot;/&gt;&lt;/object&gt;&lt;object type=&quot;3&quot; unique_id=&quot;49729&quot;&gt;&lt;property id=&quot;20148&quot; value=&quot;5&quot;/&gt;&lt;property id=&quot;20300&quot; value=&quot;Slide 24 - &amp;quot;Weak AI&amp;quot;&quot;/&gt;&lt;property id=&quot;20307&quot; value=&quot;322&quot;/&gt;&lt;/object&gt;&lt;object type=&quot;3&quot; unique_id=&quot;49730&quot;&gt;&lt;property id=&quot;20148&quot; value=&quot;5&quot;/&gt;&lt;property id=&quot;20300&quot; value=&quot;Slide 25 - &amp;quot;Strong AI&amp;quot;&quot;/&gt;&lt;property id=&quot;20307&quot; value=&quot;306&quot;/&gt;&lt;/object&gt;&lt;object type=&quot;3&quot; unique_id=&quot;49733&quot;&gt;&lt;property id=&quot;20148&quot; value=&quot;5&quot;/&gt;&lt;property id=&quot;20300&quot; value=&quot;Slide 26 - &amp;quot;Rate of progress&amp;quot;&quot;/&gt;&lt;property id=&quot;20307&quot; value=&quot;313&quot;/&gt;&lt;/object&gt;&lt;object type=&quot;3&quot; unique_id=&quot;49734&quot;&gt;&lt;property id=&quot;20148&quot; value=&quot;5&quot;/&gt;&lt;property id=&quot;20300&quot; value=&quot;Slide 27 - &amp;quot;The singularity&amp;quot;&quot;/&gt;&lt;property id=&quot;20307&quot; value=&quot;314&quot;/&gt;&lt;/object&gt;&lt;object type=&quot;3&quot; unique_id=&quot;49735&quot;&gt;&lt;property id=&quot;20148&quot; value=&quot;5&quot;/&gt;&lt;property id=&quot;20300&quot; value=&quot;Slide 28 - &amp;quot;Interpretable AI&amp;quot;&quot;/&gt;&lt;property id=&quot;20307&quot; value=&quot;315&quot;/&gt;&lt;/object&gt;&lt;object type=&quot;3&quot; unique_id=&quot;49736&quot;&gt;&lt;property id=&quot;20148&quot; value=&quot;5&quot;/&gt;&lt;property id=&quot;20300&quot; value=&quot;Slide 29 - &amp;quot;Generic AI  - problem Classes / Goals &amp;amp;  - typical related solutions&amp;quot;&quot;/&gt;&lt;property id=&quot;20307&quot; value=&quot;336&quot;/&gt;&lt;/object&gt;&lt;object type=&quot;3&quot; unique_id=&quot;49737&quot;&gt;&lt;property id=&quot;20148&quot; value=&quot;5&quot;/&gt;&lt;property id=&quot;20300&quot; value=&quot;Slide 30 - &amp;quot;Decision Making / Problem solving  &amp;quot;&quot;/&gt;&lt;property id=&quot;20307&quot; value=&quot;337&quot;/&gt;&lt;/object&gt;&lt;object type=&quot;3&quot; unique_id=&quot;49738&quot;&gt;&lt;property id=&quot;20148&quot; value=&quot;5&quot;/&gt;&lt;property id=&quot;20300&quot; value=&quot;Slide 34 - &amp;quot;Reasoning&amp;quot;&quot;/&gt;&lt;property id=&quot;20307&quot; value=&quot;338&quot;/&gt;&lt;/object&gt;&lt;object type=&quot;3&quot; unique_id=&quot;49739&quot;&gt;&lt;property id=&quot;20148&quot; value=&quot;5&quot;/&gt;&lt;property id=&quot;20300&quot; value=&quot;Slide 41 - &amp;quot;Automated Planning and Scheduling &amp;quot;&quot;/&gt;&lt;property id=&quot;20307&quot; value=&quot;339&quot;/&gt;&lt;/object&gt;&lt;object type=&quot;3&quot; unique_id=&quot;50049&quot;&gt;&lt;property id=&quot;20148&quot; value=&quot;5&quot;/&gt;&lt;property id=&quot;20300&quot; value=&quot;Slide 1 - &amp;quot;What is AI?  What are AI solutions?&amp;quot;&quot;/&gt;&lt;property id=&quot;20307&quot; value=&quot;341&quot;/&gt;&lt;/object&gt;&lt;object type=&quot;3&quot; unique_id=&quot;50050&quot;&gt;&lt;property id=&quot;20148&quot; value=&quot;5&quot;/&gt;&lt;property id=&quot;20300&quot; value=&quot;Slide 2 - &amp;quot;Organisational Matters&amp;quot;&quot;/&gt;&lt;property id=&quot;20307&quot; value=&quot;342&quot;/&gt;&lt;/object&gt;&lt;object type=&quot;3&quot; unique_id=&quot;50051&quot;&gt;&lt;property id=&quot;20148&quot; value=&quot;5&quot;/&gt;&lt;property id=&quot;20300&quot; value=&quot;Slide 3 - &amp;quot;Guest Lectures: Summaries and reflections&amp;quot;&quot;/&gt;&lt;property id=&quot;20307&quot; value=&quot;343&quot;/&gt;&lt;/object&gt;&lt;object type=&quot;3&quot; unique_id=&quot;50052&quot;&gt;&lt;property id=&quot;20148&quot; value=&quot;5&quot;/&gt;&lt;property id=&quot;20300&quot; value=&quot;Slide 4 - &amp;quot;Final Assignment &amp;quot;&quot;/&gt;&lt;property id=&quot;20307&quot; value=&quot;344&quot;/&gt;&lt;/object&gt;&lt;object type=&quot;3&quot; unique_id=&quot;50053&quot;&gt;&lt;property id=&quot;20148&quot; value=&quot;5&quot;/&gt;&lt;property id=&quot;20300&quot; value=&quot;Slide 5 - &amp;quot;Final Assignment (cont) &amp;quot;&quot;/&gt;&lt;property id=&quot;20307&quot; value=&quot;345&quot;/&gt;&lt;/object&gt;&lt;object type=&quot;3&quot; unique_id=&quot;50055&quot;&gt;&lt;property id=&quot;20148&quot; value=&quot;5&quot;/&gt;&lt;property id=&quot;20300&quot; value=&quot;Slide 6 - &amp;quot;Best “Intro AI project” price&amp;quot;&quot;/&gt;&lt;property id=&quot;20307&quot; value=&quot;347&quot;/&gt;&lt;/object&gt;&lt;object type=&quot;3&quot; unique_id=&quot;50056&quot;&gt;&lt;property id=&quot;20148&quot; value=&quot;5&quot;/&gt;&lt;property id=&quot;20300&quot; value=&quot;Slide 13 - &amp;quot;Sota: Literature is not all…Knowledge Elication&amp;quot;&quot;/&gt;&lt;property id=&quot;20307&quot; value=&quot;348&quot;/&gt;&lt;/object&gt;&lt;object type=&quot;3&quot; unique_id=&quot;50057&quot;&gt;&lt;property id=&quot;20148&quot; value=&quot;5&quot;/&gt;&lt;property id=&quot;20300&quot; value=&quot;Slide 16 - &amp;quot;What is AI?&amp;quot;&quot;/&gt;&lt;property id=&quot;20307&quot; value=&quot;349&quot;/&gt;&lt;/object&gt;&lt;object type=&quot;3&quot; unique_id=&quot;50277&quot;&gt;&lt;property id=&quot;20148&quot; value=&quot;5&quot;/&gt;&lt;property id=&quot;20300&quot; value=&quot;Slide 32 - &amp;quot;Knowledge Representation &amp;quot;&quot;/&gt;&lt;property id=&quot;20307&quot; value=&quot;350&quot;/&gt;&lt;/object&gt;&lt;object type=&quot;3&quot; unique_id=&quot;50459&quot;&gt;&lt;property id=&quot;20148&quot; value=&quot;5&quot;/&gt;&lt;property id=&quot;20300&quot; value=&quot;Slide 39 - &amp;quot;Diagnosis &amp;quot;&quot;/&gt;&lt;property id=&quot;20307&quot; value=&quot;351&quot;/&gt;&lt;/object&gt;&lt;object type=&quot;3&quot; unique_id=&quot;50460&quot;&gt;&lt;property id=&quot;20148&quot; value=&quot;5&quot;/&gt;&lt;property id=&quot;20300&quot; value=&quot;Slide 36 - &amp;quot;Learning &amp;quot;&quot;/&gt;&lt;property id=&quot;20307&quot; value=&quot;353&quot;/&gt;&lt;/object&gt;&lt;object type=&quot;3&quot; unique_id=&quot;50461&quot;&gt;&lt;property id=&quot;20148&quot; value=&quot;5&quot;/&gt;&lt;property id=&quot;20300&quot; value=&quot;Slide 40 - &amp;quot;Natural Language Processing&amp;quot;&quot;/&gt;&lt;property id=&quot;20307&quot; value=&quot;354&quot;/&gt;&lt;/object&gt;&lt;object type=&quot;3&quot; unique_id=&quot;50870&quot;&gt;&lt;property id=&quot;20148&quot; value=&quot;5&quot;/&gt;&lt;property id=&quot;20300&quot; value=&quot;Slide 37 - &amp;quot;Approach: Modelling and simulation &amp;quot;&quot;/&gt;&lt;property id=&quot;20302&quot; value=&quot;1&quot;/&gt;&lt;property id=&quot;20307&quot; value=&quot;361&quot;/&gt;&lt;property id=&quot;20509&quot; value=&quot;1&quot;/&gt;&lt;property id=&quot;20510&quot; value=&quot;1&quot;/&gt;&lt;property id=&quot;20511&quot; value=&quot;0&quot;/&gt;&lt;property id=&quot;20512&quot; value=&quot;10000000&quot;/&gt;&lt;property id=&quot;20513&quot; value=&quot;1&quot;/&gt;&lt;property id=&quot;20514&quot; value=&quot;0&quot;/&gt;&lt;property id=&quot;20515&quot; value=&quot;0&quot;/&gt;&lt;property id=&quot;20517&quot; value=&quot;https://www.youtube.com/watch?v=oEqakLERMbQ&amp;amp;feature=youtu.be&quot;/&gt;&lt;property id=&quot;20518&quot; value=&quot;oEqakLERMbQ&quot;/&gt;&lt;/object&gt;&lt;object type=&quot;3&quot; unique_id=&quot;50871&quot;&gt;&lt;property id=&quot;20148&quot; value=&quot;5&quot;/&gt;&lt;property id=&quot;20300&quot; value=&quot;Slide 42 - &amp;quot;Computer Vision &amp;quot;&quot;/&gt;&lt;property id=&quot;20307&quot; value=&quot;355&quot;/&gt;&lt;/object&gt;&lt;object type=&quot;3&quot; unique_id=&quot;50872&quot;&gt;&lt;property id=&quot;20148&quot; value=&quot;5&quot;/&gt;&lt;property id=&quot;20300&quot; value=&quot;Slide 43 - &amp;quot;Robotics &amp;quot;&quot;/&gt;&lt;property id=&quot;20307&quot; value=&quot;356&quot;/&gt;&lt;/object&gt;&lt;object type=&quot;3&quot; unique_id=&quot;50873&quot;&gt;&lt;property id=&quot;20148&quot; value=&quot;5&quot;/&gt;&lt;property id=&quot;20300&quot; value=&quot;Slide 44 - &amp;quot;Social Intelligence &amp;quot;&quot;/&gt;&lt;property id=&quot;20307&quot; value=&quot;359&quot;/&gt;&lt;/object&gt;&lt;object type=&quot;3&quot; unique_id=&quot;50874&quot;&gt;&lt;property id=&quot;20148&quot; value=&quot;5&quot;/&gt;&lt;property id=&quot;20300&quot; value=&quot;Slide 45 - &amp;quot;Artificial General Intelligence &amp;quot;&quot;/&gt;&lt;property id=&quot;20307&quot; value=&quot;357&quot;/&gt;&lt;/object&gt;&lt;object type=&quot;3&quot; unique_id=&quot;50875&quot;&gt;&lt;property id=&quot;20148&quot; value=&quot;5&quot;/&gt;&lt;property id=&quot;20300&quot; value=&quot;Slide 46 - &amp;quot;Hybrid Intelligence &amp;quot;&quot;/&gt;&lt;property id=&quot;20307&quot; value=&quot;358&quot;/&gt;&lt;/object&gt;&lt;object type=&quot;3&quot; unique_id=&quot;51246&quot;&gt;&lt;property id=&quot;20148&quot; value=&quot;5&quot;/&gt;&lt;property id=&quot;20300&quot; value=&quot;Slide 31 - &amp;quot;State-space representations and search &amp;quot;&quot;/&gt;&lt;property id=&quot;20307&quot; value=&quot;362&quot;/&gt;&lt;/object&gt;&lt;object type=&quot;3&quot; unique_id=&quot;51247&quot;&gt;&lt;property id=&quot;20148&quot; value=&quot;5&quot;/&gt;&lt;property id=&quot;20300&quot; value=&quot;Slide 33 - &amp;quot;Logics&amp;quot;&quot;/&gt;&lt;property id=&quot;20307&quot; value=&quot;363&quot;/&gt;&lt;/object&gt;&lt;object type=&quot;3&quot; unique_id=&quot;51248&quot;&gt;&lt;property id=&quot;20148&quot; value=&quot;5&quot;/&gt;&lt;property id=&quot;20300&quot; value=&quot;Slide 35 - &amp;quot;Reasoning: A world of approaches&amp;quot;&quot;/&gt;&lt;property id=&quot;20307&quot; value=&quot;364&quot;/&gt;&lt;/object&gt;&lt;object type=&quot;3&quot; unique_id=&quot;51249&quot;&gt;&lt;property id=&quot;20148&quot; value=&quot;5&quot;/&gt;&lt;property id=&quot;20300&quot; value=&quot;Slide 38 - &amp;quot;Formal Verification and Model Checking&amp;quot;&quot;/&gt;&lt;property id=&quot;20307&quot; value=&quot;365&quot;/&gt;&lt;/object&gt;&lt;object type=&quot;3&quot; unique_id=&quot;71018&quot;&gt;&lt;property id=&quot;20148&quot; value=&quot;5&quot;/&gt;&lt;property id=&quot;20300&quot; value=&quot;Slide 47 - &amp;quot;Next week ? &amp;quot;&quot;/&gt;&lt;property id=&quot;20307&quot; value=&quot;368&quot;/&gt;&lt;/object&gt;&lt;object type=&quot;3&quot; unique_id=&quot;71490&quot;&gt;&lt;property id=&quot;20148&quot; value=&quot;5&quot;/&gt;&lt;property id=&quot;20300&quot; value=&quot;Slide 10 - &amp;quot;Taking Stock: where are we? &amp;quot;&quot;/&gt;&lt;property id=&quot;20307&quot; value=&quot;366&quot;/&gt;&lt;/object&gt;&lt;object type=&quot;3&quot; unique_id=&quot;71491&quot;&gt;&lt;property id=&quot;20148&quot; value=&quot;5&quot;/&gt;&lt;property id=&quot;20300&quot; value=&quot;Slide 11 - &amp;quot;Defining the problem&amp;quot;&quot;/&gt;&lt;property id=&quot;20307&quot; value=&quot;370&quot;/&gt;&lt;/object&gt;&lt;object type=&quot;3&quot; unique_id=&quot;71492&quot;&gt;&lt;property id=&quot;20148&quot; value=&quot;5&quot;/&gt;&lt;property id=&quot;20300&quot; value=&quot;Slide 12 - &amp;quot;Sota: Finding Literature &amp;quot;&quot;/&gt;&lt;property id=&quot;20307&quot; value=&quot;369&quot;/&gt;&lt;/object&gt;&lt;object type=&quot;3&quot; unique_id=&quot;71839&quot;&gt;&lt;property id=&quot;20148&quot; value=&quot;5&quot;/&gt;&lt;property id=&quot;20300&quot; value=&quot;Slide 7 - &amp;quot;Academic integrity&amp;quot;&quot;/&gt;&lt;property id=&quot;20307&quot; value=&quot;371&quot;/&gt;&lt;/object&gt;&lt;object type=&quot;3&quot; unique_id=&quot;71840&quot;&gt;&lt;property id=&quot;20148&quot; value=&quot;5&quot;/&gt;&lt;property id=&quot;20300&quot; value=&quot;Slide 8 - &amp;quot;Academic integrity&amp;quot;&quot;/&gt;&lt;property id=&quot;20307&quot; value=&quot;372&quot;/&gt;&lt;/object&gt;&lt;object type=&quot;3&quot; unique_id=&quot;71841&quot;&gt;&lt;property id=&quot;20148&quot; value=&quot;5&quot;/&gt;&lt;property id=&quot;20300&quot; value=&quot;Slide 9 - &amp;quot;Academic integrity 2&amp;quot;&quot;/&gt;&lt;property id=&quot;20307&quot; value=&quot;373&quot;/&gt;&lt;/object&gt;&lt;object type=&quot;3&quot; unique_id=&quot;71842&quot;&gt;&lt;property id=&quot;20148&quot; value=&quot;5&quot;/&gt;&lt;property id=&quot;20300&quot; value=&quot;Slide 14 - &amp;quot;Next: Building AI Systems&amp;quot;&quot;/&gt;&lt;property id=&quot;20307&quot; value=&quot;374&quot;/&gt;&lt;/object&gt;&lt;object type=&quot;3&quot; unique_id=&quot;71843&quot;&gt;&lt;property id=&quot;20148&quot; value=&quot;5&quot;/&gt;&lt;property id=&quot;20300&quot; value=&quot;Slide 15 - &amp;quot;Still to come: Evaluation of (AI) Systems &amp;quot;&quot;/&gt;&lt;property id=&quot;20307&quot; value=&quot;375&quot;/&gt;&lt;/object&gt;&lt;object type=&quot;3&quot; unique_id=&quot;71844&quot;&gt;&lt;property id=&quot;20148&quot; value=&quot;5&quot;/&gt;&lt;property id=&quot;20300&quot; value=&quot;Slide 17 - &amp;quot;Quiz: who is this guy? &amp;quot;&quot;/&gt;&lt;property id=&quot;20307&quot; value=&quot;376&quot;/&gt;&lt;/object&gt;&lt;/object&gt;&lt;object type=&quot;8&quot; unique_id=&quot;49768&quot;&gt;&lt;/object&gt;&lt;/object&gt;&lt;/database&gt;"/>
  <p:tag name="SECTOMILLISECCONVERTED" val="1"/>
</p:tagLst>
</file>

<file path=ppt/tags/tag2.xml><?xml version="1.0" encoding="utf-8"?>
<p:tagLst xmlns:a="http://schemas.openxmlformats.org/drawingml/2006/main" xmlns:r="http://schemas.openxmlformats.org/officeDocument/2006/relationships" xmlns:p="http://schemas.openxmlformats.org/presentationml/2006/main">
  <p:tag name="WEBOBJECTGROUP" val="True"/>
</p:tagLst>
</file>

<file path=ppt/tags/tag3.xml><?xml version="1.0" encoding="utf-8"?>
<p:tagLst xmlns:a="http://schemas.openxmlformats.org/drawingml/2006/main" xmlns:r="http://schemas.openxmlformats.org/officeDocument/2006/relationships" xmlns:p="http://schemas.openxmlformats.org/presentationml/2006/main">
  <p:tag name="SLIDEID" val="361"/>
  <p:tag name="ISWEBOBJECT" val="True"/>
  <p:tag name="WEBOBJECTNAME" val="WOPresenterYoutube"/>
  <p:tag name="WEBOBJECTVALUE" val="&lt;iframe width=&quot;560&quot; height=&quot;315&quot; src=&quot;https://www.youtube.com/embed/oEqakLERMbQ?rel=0&amp;start=0&amp;end=10000000&amp;theme=dark&amp;color=red&amp;iv_load_policy=1&amp;autohide=0&amp;controls=2&amp;autoplay=1&quot; frameborder=&quot;0&quot; allowfullscreen&gt;&lt;/iframe&gt;"/>
  <p:tag name="ISYOUTUBE" val="True"/>
  <p:tag name="LINK" val="https://www.youtube.com/watch?v=oEqakLERMbQ&amp;feature=youtu.be"/>
  <p:tag name="THEME" val="1"/>
  <p:tag name="COLOUR" val="1"/>
  <p:tag name="STARTTIME" val="0"/>
  <p:tag name="STOPTIME" val="10000000"/>
  <p:tag name="AUTOPLAY" val="1"/>
  <p:tag name="ANNOTATIONS" val="0"/>
  <p:tag name="CONTROLS" val="0"/>
  <p:tag name="ISURL" val="False"/>
  <p:tag name="ISAUTOLOAD" val="True"/>
  <p:tag name="ISSCROLLING" val="False"/>
</p:tagLst>
</file>

<file path=ppt/theme/theme1.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Kantoorthema">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1172</TotalTime>
  <Words>2606</Words>
  <Application>Microsoft Office PowerPoint</Application>
  <PresentationFormat>Widescreen</PresentationFormat>
  <Paragraphs>242</Paragraphs>
  <Slides>49</Slides>
  <Notes>10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49</vt:i4>
      </vt:variant>
    </vt:vector>
  </HeadingPairs>
  <TitlesOfParts>
    <vt:vector size="56" baseType="lpstr">
      <vt:lpstr>Arial</vt:lpstr>
      <vt:lpstr>Bookman Old Style</vt:lpstr>
      <vt:lpstr>Calibri</vt:lpstr>
      <vt:lpstr>Calibri Light</vt:lpstr>
      <vt:lpstr>Gill Sans MT</vt:lpstr>
      <vt:lpstr>Kantoorthema</vt:lpstr>
      <vt:lpstr>1_Kantoorthema</vt:lpstr>
      <vt:lpstr>What is AI?  What are AI solutions?</vt:lpstr>
      <vt:lpstr>Organisational Matters</vt:lpstr>
      <vt:lpstr>Guest Lectures: Summaries and reflections</vt:lpstr>
      <vt:lpstr>Final Assignment </vt:lpstr>
      <vt:lpstr>Final Assignment (cont) </vt:lpstr>
      <vt:lpstr>Best “Intro AI project” price</vt:lpstr>
      <vt:lpstr>Academic integrity</vt:lpstr>
      <vt:lpstr>Academic integrity</vt:lpstr>
      <vt:lpstr>Academic integrity 2</vt:lpstr>
      <vt:lpstr>Taking Stock: where are we? </vt:lpstr>
      <vt:lpstr>Defining the problem</vt:lpstr>
      <vt:lpstr>Sota: Finding Literature </vt:lpstr>
      <vt:lpstr>Sota: Literature is not all…Knowledge Elication</vt:lpstr>
      <vt:lpstr>Next: Building AI Systems</vt:lpstr>
      <vt:lpstr>Still to come: Evaluation of (AI) Systems </vt:lpstr>
      <vt:lpstr>What is AI?</vt:lpstr>
      <vt:lpstr>Quiz: who is this guy? </vt:lpstr>
      <vt:lpstr>Human Intelligence </vt:lpstr>
      <vt:lpstr>Complex algorithmics</vt:lpstr>
      <vt:lpstr>Complex algorithmics</vt:lpstr>
      <vt:lpstr>Horizon effect of AI </vt:lpstr>
      <vt:lpstr>Rationality</vt:lpstr>
      <vt:lpstr>2 Types of AI</vt:lpstr>
      <vt:lpstr>Weak AI</vt:lpstr>
      <vt:lpstr>Strong AI</vt:lpstr>
      <vt:lpstr>Rate of progress</vt:lpstr>
      <vt:lpstr>The singularity</vt:lpstr>
      <vt:lpstr>Interpretable AI</vt:lpstr>
      <vt:lpstr>Generic AI  - problem Classes / Goals &amp;  - typical related solutions</vt:lpstr>
      <vt:lpstr>Decision Making / Problem solving  </vt:lpstr>
      <vt:lpstr>State-space representations and search </vt:lpstr>
      <vt:lpstr>Knowledge Representation </vt:lpstr>
      <vt:lpstr>Logics</vt:lpstr>
      <vt:lpstr>Reasoning</vt:lpstr>
      <vt:lpstr>Reasoning: A world of approaches</vt:lpstr>
      <vt:lpstr>Learning </vt:lpstr>
      <vt:lpstr>Approach: Modelling and simulation </vt:lpstr>
      <vt:lpstr>Formal Verification and Model Checking</vt:lpstr>
      <vt:lpstr>Diagnosis </vt:lpstr>
      <vt:lpstr>Natural Language Processing</vt:lpstr>
      <vt:lpstr>Automated Planning and Scheduling </vt:lpstr>
      <vt:lpstr>Computer Vision </vt:lpstr>
      <vt:lpstr>Robotics </vt:lpstr>
      <vt:lpstr>Social Intelligence </vt:lpstr>
      <vt:lpstr>Artificial General Intelligence (strong AI) </vt:lpstr>
      <vt:lpstr>Hybrid Intelligence </vt:lpstr>
      <vt:lpstr>This week’s tutoring </vt:lpstr>
      <vt:lpstr>About the lectures…. </vt:lpstr>
      <vt:lpstr>Next week ?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AI?  What are AI solutions?</dc:title>
  <dc:creator>Stefan Schlobach</dc:creator>
  <cp:lastModifiedBy>stefan</cp:lastModifiedBy>
  <cp:revision>41</cp:revision>
  <dcterms:created xsi:type="dcterms:W3CDTF">2019-09-16T12:55:37Z</dcterms:created>
  <dcterms:modified xsi:type="dcterms:W3CDTF">2021-09-14T11:15:01Z</dcterms:modified>
</cp:coreProperties>
</file>